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9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0" r:id="rId2"/>
    <p:sldMasterId id="2147483667" r:id="rId3"/>
    <p:sldMasterId id="2147483669" r:id="rId4"/>
    <p:sldMasterId id="2147483671" r:id="rId5"/>
    <p:sldMasterId id="2147483688" r:id="rId6"/>
  </p:sldMasterIdLst>
  <p:notesMasterIdLst>
    <p:notesMasterId r:id="rId75"/>
  </p:notesMasterIdLst>
  <p:sldIdLst>
    <p:sldId id="256" r:id="rId7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90" r:id="rId24"/>
    <p:sldId id="291" r:id="rId25"/>
    <p:sldId id="292" r:id="rId26"/>
    <p:sldId id="293" r:id="rId27"/>
    <p:sldId id="294" r:id="rId28"/>
    <p:sldId id="295" r:id="rId29"/>
    <p:sldId id="296" r:id="rId30"/>
    <p:sldId id="297" r:id="rId31"/>
    <p:sldId id="298" r:id="rId32"/>
    <p:sldId id="299" r:id="rId33"/>
    <p:sldId id="300" r:id="rId34"/>
    <p:sldId id="301" r:id="rId35"/>
    <p:sldId id="302" r:id="rId36"/>
    <p:sldId id="303" r:id="rId37"/>
    <p:sldId id="304" r:id="rId38"/>
    <p:sldId id="305" r:id="rId39"/>
    <p:sldId id="306" r:id="rId40"/>
    <p:sldId id="307" r:id="rId41"/>
    <p:sldId id="308" r:id="rId42"/>
    <p:sldId id="309" r:id="rId43"/>
    <p:sldId id="310" r:id="rId44"/>
    <p:sldId id="311" r:id="rId45"/>
    <p:sldId id="312" r:id="rId46"/>
    <p:sldId id="313" r:id="rId47"/>
    <p:sldId id="314" r:id="rId48"/>
    <p:sldId id="315" r:id="rId49"/>
    <p:sldId id="316" r:id="rId50"/>
    <p:sldId id="317" r:id="rId51"/>
    <p:sldId id="318" r:id="rId52"/>
    <p:sldId id="319" r:id="rId53"/>
    <p:sldId id="320" r:id="rId54"/>
    <p:sldId id="282" r:id="rId74"/>
  </p:sldIdLst>
  <p:sldSz cx="9144000" cy="5715000" type="screen16x10"/>
  <p:notesSz cx="6808788" cy="994092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454">
          <p15:clr>
            <a:srgbClr val="A4A3A4"/>
          </p15:clr>
        </p15:guide>
        <p15:guide id="2" orient="horz" pos="734">
          <p15:clr>
            <a:srgbClr val="A4A3A4"/>
          </p15:clr>
        </p15:guide>
        <p15:guide id="3" orient="horz" pos="3071">
          <p15:clr>
            <a:srgbClr val="A4A3A4"/>
          </p15:clr>
        </p15:guide>
        <p15:guide id="4" orient="horz" pos="620">
          <p15:clr>
            <a:srgbClr val="A4A3A4"/>
          </p15:clr>
        </p15:guide>
        <p15:guide id="5" orient="horz" pos="226">
          <p15:clr>
            <a:srgbClr val="A4A3A4"/>
          </p15:clr>
        </p15:guide>
        <p15:guide id="6" pos="292">
          <p15:clr>
            <a:srgbClr val="A4A3A4"/>
          </p15:clr>
        </p15:guide>
        <p15:guide id="7" pos="54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>
          <p15:clr>
            <a:srgbClr val="A4A3A4"/>
          </p15:clr>
        </p15:guide>
        <p15:guide id="2" pos="2145">
          <p15:clr>
            <a:srgbClr val="A4A3A4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6" roundtripDataSignature="AMtx7mjrOR6fTdZCI65iMcBvL3/Yglpe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54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8210CE-F939-4687-8FED-81C133DF7112}" v="4" dt="2026-01-06T15:16:01.7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1162" y="67"/>
      </p:cViewPr>
      <p:guideLst>
        <p:guide orient="horz" pos="3454"/>
        <p:guide orient="horz" pos="734"/>
        <p:guide orient="horz" pos="3071"/>
        <p:guide orient="horz" pos="620"/>
        <p:guide orient="horz" pos="226"/>
        <p:guide pos="292"/>
        <p:guide pos="547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131"/>
        <p:guide pos="2145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" Target="slides/slide1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5" Type="http://schemas.openxmlformats.org/officeDocument/2006/relationships/slide" Target="slides/slide21.xml"/><Relationship Id="rId36" Type="http://schemas.openxmlformats.org/officeDocument/2006/relationships/slide" Target="slides/slide22.xml"/><Relationship Id="rId37" Type="http://schemas.openxmlformats.org/officeDocument/2006/relationships/slide" Target="slides/slide23.xml"/><Relationship Id="rId38" Type="http://schemas.openxmlformats.org/officeDocument/2006/relationships/slide" Target="slides/slide24.xml"/><Relationship Id="rId39" Type="http://schemas.openxmlformats.org/officeDocument/2006/relationships/slide" Target="slides/slide25.xml"/><Relationship Id="rId40" Type="http://schemas.openxmlformats.org/officeDocument/2006/relationships/slide" Target="slides/slide26.xml"/><Relationship Id="rId41" Type="http://schemas.openxmlformats.org/officeDocument/2006/relationships/slide" Target="slides/slide27.xml"/><Relationship Id="rId42" Type="http://schemas.openxmlformats.org/officeDocument/2006/relationships/slide" Target="slides/slide28.xml"/><Relationship Id="rId43" Type="http://schemas.openxmlformats.org/officeDocument/2006/relationships/slide" Target="slides/slide29.xml"/><Relationship Id="rId44" Type="http://schemas.openxmlformats.org/officeDocument/2006/relationships/slide" Target="slides/slide30.xml"/><Relationship Id="rId45" Type="http://schemas.openxmlformats.org/officeDocument/2006/relationships/slide" Target="slides/slide31.xml"/><Relationship Id="rId46" Type="http://schemas.openxmlformats.org/officeDocument/2006/relationships/slide" Target="slides/slide32.xml"/><Relationship Id="rId47" Type="http://schemas.openxmlformats.org/officeDocument/2006/relationships/slide" Target="slides/slide33.xml"/><Relationship Id="rId48" Type="http://schemas.openxmlformats.org/officeDocument/2006/relationships/slide" Target="slides/slide34.xml"/><Relationship Id="rId49" Type="http://schemas.openxmlformats.org/officeDocument/2006/relationships/slide" Target="slides/slide35.xml"/><Relationship Id="rId50" Type="http://schemas.openxmlformats.org/officeDocument/2006/relationships/slide" Target="slides/slide36.xml"/><Relationship Id="rId51" Type="http://schemas.openxmlformats.org/officeDocument/2006/relationships/slide" Target="slides/slide37.xml"/><Relationship Id="rId52" Type="http://schemas.openxmlformats.org/officeDocument/2006/relationships/slide" Target="slides/slide38.xml"/><Relationship Id="rId53" Type="http://schemas.openxmlformats.org/officeDocument/2006/relationships/slide" Target="slides/slide39.xml"/><Relationship Id="rId54" Type="http://schemas.openxmlformats.org/officeDocument/2006/relationships/slide" Target="slides/slide40.xml"/><Relationship Id="rId74" Type="http://schemas.openxmlformats.org/officeDocument/2006/relationships/slide" Target="slides/slide999.xml"/><Relationship Id="rId75" Type="http://schemas.openxmlformats.org/officeDocument/2006/relationships/notesMaster" Target="notesMasters/notesMaster1.xml"/><Relationship Id="rId76" Type="http://customschemas.google.com/relationships/presentationmetadata" Target="metadata"/><Relationship Id="rId77" Type="http://schemas.openxmlformats.org/officeDocument/2006/relationships/presProps" Target="presProps.xml"/><Relationship Id="rId78" Type="http://schemas.openxmlformats.org/officeDocument/2006/relationships/viewProps" Target="viewProps.xml"/><Relationship Id="rId79" Type="http://schemas.openxmlformats.org/officeDocument/2006/relationships/theme" Target="theme/theme1.xml"/><Relationship Id="rId80" Type="http://schemas.openxmlformats.org/officeDocument/2006/relationships/tableStyles" Target="tableStyles.xml"/><Relationship Id="rId81" Type="http://schemas.microsoft.com/office/2016/11/relationships/changesInfo" Target="changesInfos/changesInfo1.xml"/><Relationship Id="rId8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ecchillo Nicola" userId="0c82bede-fc38-4c81-b0fa-7bf11526720c" providerId="ADAL" clId="{85A94FBE-954E-4679-981B-6AFBEE0D60DB}"/>
    <pc:docChg chg="modSld">
      <pc:chgData name="Zecchillo Nicola" userId="0c82bede-fc38-4c81-b0fa-7bf11526720c" providerId="ADAL" clId="{85A94FBE-954E-4679-981B-6AFBEE0D60DB}" dt="2026-01-06T15:16:07.866" v="14" actId="20577"/>
      <pc:docMkLst>
        <pc:docMk/>
      </pc:docMkLst>
      <pc:sldChg chg="modSp mod">
        <pc:chgData name="Zecchillo Nicola" userId="0c82bede-fc38-4c81-b0fa-7bf11526720c" providerId="ADAL" clId="{85A94FBE-954E-4679-981B-6AFBEE0D60DB}" dt="2026-01-06T15:16:07.866" v="14" actId="20577"/>
        <pc:sldMkLst>
          <pc:docMk/>
          <pc:sldMk cId="0" sldId="258"/>
        </pc:sldMkLst>
        <pc:spChg chg="mod">
          <ac:chgData name="Zecchillo Nicola" userId="0c82bede-fc38-4c81-b0fa-7bf11526720c" providerId="ADAL" clId="{85A94FBE-954E-4679-981B-6AFBEE0D60DB}" dt="2026-01-06T15:16:07.866" v="14" actId="20577"/>
          <ac:spMkLst>
            <pc:docMk/>
            <pc:sldMk cId="0" sldId="258"/>
            <ac:spMk id="5" creationId="{95071558-8A8F-3420-FEF3-5AB6BCD21D65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50475" cy="497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6737" y="0"/>
            <a:ext cx="2950475" cy="497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23863" y="746125"/>
            <a:ext cx="5961062" cy="3727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0879" y="4721940"/>
            <a:ext cx="5447030" cy="4473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42154"/>
            <a:ext cx="2950475" cy="497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6737" y="9442154"/>
            <a:ext cx="2950475" cy="497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:notes"/>
          <p:cNvSpPr txBox="1">
            <a:spLocks noGrp="1"/>
          </p:cNvSpPr>
          <p:nvPr>
            <p:ph type="body" idx="1"/>
          </p:nvPr>
        </p:nvSpPr>
        <p:spPr>
          <a:xfrm>
            <a:off x="680879" y="4721940"/>
            <a:ext cx="5447030" cy="4473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3863" y="746125"/>
            <a:ext cx="5961062" cy="3727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Selezione verificata su ollama.com a ottobre 2026: ricontrollare i tag prima del corso, il catalogo cambia spesso.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Fonti: docs.ollama.com/cloud e pagina prezzi Ollama (piani a crediti per token da fine agosto 2026). Verificare le condizioni aggiornate prima del corso.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Soluzione di riferimento: Soluzioni/CHECK_biblioteca.py. Consegnare agli studenti regolamento_biblioteca.pdf.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Seed minimo: 4 specialità, 6 medici, 30 slot. Sottolineare che il sistema non deve mai dare consigli medici.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3863" y="746125"/>
            <a:ext cx="5961062" cy="3727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7" name="Google Shape;537;p27:notes"/>
          <p:cNvSpPr txBox="1">
            <a:spLocks noGrp="1"/>
          </p:cNvSpPr>
          <p:nvPr>
            <p:ph type="body" idx="1"/>
          </p:nvPr>
        </p:nvSpPr>
        <p:spPr>
          <a:xfrm>
            <a:off x="680879" y="4721940"/>
            <a:ext cx="5447030" cy="4473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27:notes"/>
          <p:cNvSpPr txBox="1">
            <a:spLocks noGrp="1"/>
          </p:cNvSpPr>
          <p:nvPr>
            <p:ph type="sldNum" idx="12"/>
          </p:nvPr>
        </p:nvSpPr>
        <p:spPr>
          <a:xfrm>
            <a:off x="3856737" y="9442154"/>
            <a:ext cx="2950475" cy="497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68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uoto">
  <p:cSld name="Vuoto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9"/>
          <p:cNvSpPr txBox="1">
            <a:spLocks noGrp="1"/>
          </p:cNvSpPr>
          <p:nvPr>
            <p:ph type="title"/>
          </p:nvPr>
        </p:nvSpPr>
        <p:spPr>
          <a:xfrm>
            <a:off x="3984625" y="3724276"/>
            <a:ext cx="4346576" cy="7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FFFE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FFFFF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29"/>
          <p:cNvSpPr txBox="1">
            <a:spLocks noGrp="1"/>
          </p:cNvSpPr>
          <p:nvPr>
            <p:ph type="body" idx="1"/>
          </p:nvPr>
        </p:nvSpPr>
        <p:spPr>
          <a:xfrm>
            <a:off x="3984624" y="4788067"/>
            <a:ext cx="4346575" cy="5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rgbClr val="FFFFFE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29"/>
          <p:cNvSpPr txBox="1">
            <a:spLocks noGrp="1"/>
          </p:cNvSpPr>
          <p:nvPr>
            <p:ph type="body" idx="2"/>
          </p:nvPr>
        </p:nvSpPr>
        <p:spPr>
          <a:xfrm>
            <a:off x="1241425" y="3898900"/>
            <a:ext cx="2352675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normAutofit/>
          </a:bodyPr>
          <a:lstStyle>
            <a:lvl1pPr marL="457200" marR="0" lvl="0" indent="-228600" algn="l" rtl="0">
              <a:spcBef>
                <a:spcPts val="240"/>
              </a:spcBef>
              <a:spcAft>
                <a:spcPts val="0"/>
              </a:spcAft>
              <a:buClr>
                <a:srgbClr val="FFFFF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29"/>
          <p:cNvSpPr txBox="1">
            <a:spLocks noGrp="1"/>
          </p:cNvSpPr>
          <p:nvPr>
            <p:ph type="body" idx="3"/>
          </p:nvPr>
        </p:nvSpPr>
        <p:spPr>
          <a:xfrm>
            <a:off x="1241425" y="4824412"/>
            <a:ext cx="2352675" cy="513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0" anchor="t" anchorCtr="0">
            <a:normAutofit/>
          </a:bodyPr>
          <a:lstStyle>
            <a:lvl1pPr marL="457200" marR="0" lvl="0" indent="-228600" algn="l" rtl="0">
              <a:spcBef>
                <a:spcPts val="210"/>
              </a:spcBef>
              <a:spcAft>
                <a:spcPts val="0"/>
              </a:spcAft>
              <a:buClr>
                <a:srgbClr val="FFFFFE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e contenuto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1"/>
          <p:cNvSpPr txBox="1">
            <a:spLocks noGrp="1"/>
          </p:cNvSpPr>
          <p:nvPr>
            <p:ph type="title"/>
          </p:nvPr>
        </p:nvSpPr>
        <p:spPr>
          <a:xfrm>
            <a:off x="457200" y="358775"/>
            <a:ext cx="8229600" cy="62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1"/>
          <p:cNvSpPr txBox="1">
            <a:spLocks noGrp="1"/>
          </p:cNvSpPr>
          <p:nvPr>
            <p:ph type="body" idx="1"/>
          </p:nvPr>
        </p:nvSpPr>
        <p:spPr>
          <a:xfrm>
            <a:off x="457200" y="1150938"/>
            <a:ext cx="8229600" cy="37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/>
            </a:lvl1pPr>
            <a:lvl2pPr marL="914400" lvl="1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ourier New"/>
              <a:buChar char="o"/>
              <a:defRPr sz="1400"/>
            </a:lvl2pPr>
            <a:lvl3pPr marL="1371600" lvl="2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Noto Sans Symbols"/>
              <a:buChar char="▪"/>
              <a:defRPr sz="1200"/>
            </a:lvl3pPr>
            <a:lvl4pPr marL="1828800" lvl="3" indent="-29845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ourier New"/>
              <a:buChar char="o"/>
              <a:defRPr sz="1100"/>
            </a:lvl4pPr>
            <a:lvl5pPr marL="2286000" lvl="4" indent="-295275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accent6"/>
              </a:buClr>
              <a:buSzPts val="1050"/>
              <a:buFont typeface="Noto Sans Symbols"/>
              <a:buChar char="▪"/>
              <a:defRPr sz="105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31"/>
          <p:cNvSpPr txBox="1">
            <a:spLocks noGrp="1"/>
          </p:cNvSpPr>
          <p:nvPr>
            <p:ph type="sldNum" idx="12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to 2">
  <p:cSld name="Contenuto 2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2"/>
          <p:cNvSpPr txBox="1">
            <a:spLocks noGrp="1"/>
          </p:cNvSpPr>
          <p:nvPr>
            <p:ph type="body" idx="1"/>
          </p:nvPr>
        </p:nvSpPr>
        <p:spPr>
          <a:xfrm>
            <a:off x="374650" y="1020764"/>
            <a:ext cx="4002648" cy="409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330200" algn="l">
              <a:lnSpc>
                <a:spcPct val="1075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22857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solidFill>
                  <a:schemeClr val="dk1"/>
                </a:solidFill>
              </a:defRPr>
            </a:lvl2pPr>
            <a:lvl3pPr marL="1371600" lvl="2" indent="-304800" algn="l">
              <a:lnSpc>
                <a:spcPct val="143333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3pPr>
            <a:lvl4pPr marL="1828800" lvl="3" indent="-298450" algn="l">
              <a:lnSpc>
                <a:spcPct val="156363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>
                <a:solidFill>
                  <a:schemeClr val="dk1"/>
                </a:solidFill>
              </a:defRPr>
            </a:lvl4pPr>
            <a:lvl5pPr marL="2286000" lvl="4" indent="-298450" algn="l">
              <a:lnSpc>
                <a:spcPct val="156363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32"/>
          <p:cNvSpPr txBox="1">
            <a:spLocks noGrp="1"/>
          </p:cNvSpPr>
          <p:nvPr>
            <p:ph type="body" idx="2"/>
          </p:nvPr>
        </p:nvSpPr>
        <p:spPr>
          <a:xfrm>
            <a:off x="4736748" y="1020764"/>
            <a:ext cx="4023334" cy="409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330200" algn="l">
              <a:lnSpc>
                <a:spcPct val="1075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/>
            </a:lvl1pPr>
            <a:lvl2pPr marL="914400" lvl="1" indent="-330200" algn="l">
              <a:lnSpc>
                <a:spcPct val="1075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–"/>
              <a:defRPr sz="1600"/>
            </a:lvl2pPr>
            <a:lvl3pPr marL="1371600" lvl="2" indent="-304800" algn="l">
              <a:lnSpc>
                <a:spcPct val="143333"/>
              </a:lnSpc>
              <a:spcBef>
                <a:spcPts val="24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3pPr>
            <a:lvl4pPr marL="1828800" lvl="3" indent="-298450" algn="l">
              <a:lnSpc>
                <a:spcPct val="156363"/>
              </a:lnSpc>
              <a:spcBef>
                <a:spcPts val="220"/>
              </a:spcBef>
              <a:spcAft>
                <a:spcPts val="0"/>
              </a:spcAft>
              <a:buClr>
                <a:schemeClr val="accent6"/>
              </a:buClr>
              <a:buSzPts val="1100"/>
              <a:buChar char="–"/>
              <a:defRPr sz="1100"/>
            </a:lvl4pPr>
            <a:lvl5pPr marL="2286000" lvl="4" indent="-298450" algn="l">
              <a:lnSpc>
                <a:spcPct val="156363"/>
              </a:lnSpc>
              <a:spcBef>
                <a:spcPts val="220"/>
              </a:spcBef>
              <a:spcAft>
                <a:spcPts val="0"/>
              </a:spcAft>
              <a:buClr>
                <a:schemeClr val="accent6"/>
              </a:buClr>
              <a:buSzPts val="1100"/>
              <a:buChar char="»"/>
              <a:defRPr sz="11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34" name="Google Shape;34;p32"/>
          <p:cNvSpPr txBox="1">
            <a:spLocks noGrp="1"/>
          </p:cNvSpPr>
          <p:nvPr>
            <p:ph type="title"/>
          </p:nvPr>
        </p:nvSpPr>
        <p:spPr>
          <a:xfrm>
            <a:off x="457200" y="358775"/>
            <a:ext cx="8229600" cy="62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titolo" type="title">
  <p:cSld name="TITLE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5"/>
          <p:cNvSpPr txBox="1">
            <a:spLocks noGrp="1"/>
          </p:cNvSpPr>
          <p:nvPr>
            <p:ph type="ctrTitle"/>
          </p:nvPr>
        </p:nvSpPr>
        <p:spPr>
          <a:xfrm>
            <a:off x="457199" y="1162050"/>
            <a:ext cx="8234363" cy="122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5"/>
          <p:cNvSpPr txBox="1">
            <a:spLocks noGrp="1"/>
          </p:cNvSpPr>
          <p:nvPr>
            <p:ph type="subTitle" idx="1"/>
          </p:nvPr>
        </p:nvSpPr>
        <p:spPr>
          <a:xfrm>
            <a:off x="457200" y="2540001"/>
            <a:ext cx="8234362" cy="2335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>
                <a:solidFill>
                  <a:schemeClr val="accent6"/>
                </a:solidFill>
              </a:defRPr>
            </a:lvl1pPr>
            <a:lvl2pPr lvl="1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A6898A"/>
              </a:buClr>
              <a:buSzPts val="1400"/>
              <a:buNone/>
              <a:defRPr>
                <a:solidFill>
                  <a:srgbClr val="A6898A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A6898A"/>
              </a:buClr>
              <a:buSzPts val="1400"/>
              <a:buNone/>
              <a:defRPr>
                <a:solidFill>
                  <a:srgbClr val="A6898A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A6898A"/>
              </a:buClr>
              <a:buSzPts val="1200"/>
              <a:buNone/>
              <a:defRPr>
                <a:solidFill>
                  <a:srgbClr val="A6898A"/>
                </a:solidFill>
              </a:defRPr>
            </a:lvl4pPr>
            <a:lvl5pPr lvl="4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A6898A"/>
              </a:buClr>
              <a:buSzPts val="1200"/>
              <a:buNone/>
              <a:defRPr>
                <a:solidFill>
                  <a:srgbClr val="A6898A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A6898A"/>
              </a:buClr>
              <a:buSzPts val="2000"/>
              <a:buNone/>
              <a:defRPr>
                <a:solidFill>
                  <a:srgbClr val="A6898A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A6898A"/>
              </a:buClr>
              <a:buSzPts val="2000"/>
              <a:buNone/>
              <a:defRPr>
                <a:solidFill>
                  <a:srgbClr val="A6898A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A6898A"/>
              </a:buClr>
              <a:buSzPts val="2000"/>
              <a:buNone/>
              <a:defRPr>
                <a:solidFill>
                  <a:srgbClr val="A6898A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A6898A"/>
              </a:buClr>
              <a:buSzPts val="2000"/>
              <a:buNone/>
              <a:defRPr>
                <a:solidFill>
                  <a:srgbClr val="A6898A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35"/>
          <p:cNvSpPr txBox="1">
            <a:spLocks noGrp="1"/>
          </p:cNvSpPr>
          <p:nvPr>
            <p:ph type="sldNum" idx="12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contenuto">
  <p:cSld name=" contenuto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6"/>
          <p:cNvSpPr txBox="1">
            <a:spLocks noGrp="1"/>
          </p:cNvSpPr>
          <p:nvPr>
            <p:ph type="body" idx="1"/>
          </p:nvPr>
        </p:nvSpPr>
        <p:spPr>
          <a:xfrm>
            <a:off x="457200" y="1150939"/>
            <a:ext cx="8229600" cy="3724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/>
            </a:lvl1pPr>
            <a:lvl2pPr marL="914400" lvl="1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Char char="•"/>
              <a:defRPr sz="1400"/>
            </a:lvl2pPr>
            <a:lvl3pPr marL="1371600" lvl="2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ourier New"/>
              <a:buChar char="o"/>
              <a:defRPr sz="1200"/>
            </a:lvl3pPr>
            <a:lvl4pPr marL="1828800" lvl="3" indent="-29845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Noto Sans Symbols"/>
              <a:buChar char="▪"/>
              <a:defRPr sz="1100"/>
            </a:lvl4pPr>
            <a:lvl5pPr marL="2286000" lvl="4" indent="-295275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accent6"/>
              </a:buClr>
              <a:buSzPts val="1050"/>
              <a:buFont typeface="Courier New"/>
              <a:buChar char="o"/>
              <a:defRPr sz="105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36"/>
          <p:cNvSpPr txBox="1">
            <a:spLocks noGrp="1"/>
          </p:cNvSpPr>
          <p:nvPr>
            <p:ph type="title"/>
          </p:nvPr>
        </p:nvSpPr>
        <p:spPr>
          <a:xfrm>
            <a:off x="457200" y="358775"/>
            <a:ext cx="8229600" cy="62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6"/>
          <p:cNvSpPr txBox="1">
            <a:spLocks noGrp="1"/>
          </p:cNvSpPr>
          <p:nvPr>
            <p:ph type="sldNum" idx="12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stazione sezione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7"/>
          <p:cNvSpPr txBox="1">
            <a:spLocks noGrp="1"/>
          </p:cNvSpPr>
          <p:nvPr>
            <p:ph type="title"/>
          </p:nvPr>
        </p:nvSpPr>
        <p:spPr>
          <a:xfrm>
            <a:off x="454025" y="3941970"/>
            <a:ext cx="8237538" cy="933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  <a:defRPr sz="28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37"/>
          <p:cNvSpPr txBox="1">
            <a:spLocks noGrp="1"/>
          </p:cNvSpPr>
          <p:nvPr>
            <p:ph type="body" idx="1"/>
          </p:nvPr>
        </p:nvSpPr>
        <p:spPr>
          <a:xfrm>
            <a:off x="454025" y="2317545"/>
            <a:ext cx="8237538" cy="934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5A76"/>
              </a:buClr>
              <a:buSzPts val="1600"/>
              <a:buNone/>
              <a:defRPr sz="1600">
                <a:solidFill>
                  <a:srgbClr val="005A76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6898A"/>
              </a:buClr>
              <a:buSzPts val="1800"/>
              <a:buNone/>
              <a:defRPr sz="1800">
                <a:solidFill>
                  <a:srgbClr val="A6898A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A6898A"/>
              </a:buClr>
              <a:buSzPts val="1600"/>
              <a:buNone/>
              <a:defRPr sz="1600">
                <a:solidFill>
                  <a:srgbClr val="A6898A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A6898A"/>
              </a:buClr>
              <a:buSzPts val="1400"/>
              <a:buNone/>
              <a:defRPr sz="1400">
                <a:solidFill>
                  <a:srgbClr val="A6898A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A6898A"/>
              </a:buClr>
              <a:buSzPts val="1400"/>
              <a:buNone/>
              <a:defRPr sz="1400">
                <a:solidFill>
                  <a:srgbClr val="A6898A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A6898A"/>
              </a:buClr>
              <a:buSzPts val="1400"/>
              <a:buNone/>
              <a:defRPr sz="1400">
                <a:solidFill>
                  <a:srgbClr val="A6898A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A6898A"/>
              </a:buClr>
              <a:buSzPts val="1400"/>
              <a:buNone/>
              <a:defRPr sz="1400">
                <a:solidFill>
                  <a:srgbClr val="A6898A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A6898A"/>
              </a:buClr>
              <a:buSzPts val="1400"/>
              <a:buNone/>
              <a:defRPr sz="1400">
                <a:solidFill>
                  <a:srgbClr val="A6898A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A6898A"/>
              </a:buClr>
              <a:buSzPts val="1400"/>
              <a:buNone/>
              <a:defRPr sz="1400">
                <a:solidFill>
                  <a:srgbClr val="A6898A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37"/>
          <p:cNvSpPr txBox="1">
            <a:spLocks noGrp="1"/>
          </p:cNvSpPr>
          <p:nvPr>
            <p:ph type="sldNum" idx="12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ontenuto 2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8"/>
          <p:cNvSpPr txBox="1">
            <a:spLocks noGrp="1"/>
          </p:cNvSpPr>
          <p:nvPr>
            <p:ph type="title"/>
          </p:nvPr>
        </p:nvSpPr>
        <p:spPr>
          <a:xfrm>
            <a:off x="457200" y="347341"/>
            <a:ext cx="8229600" cy="62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8"/>
          <p:cNvSpPr txBox="1">
            <a:spLocks noGrp="1"/>
          </p:cNvSpPr>
          <p:nvPr>
            <p:ph type="body" idx="1"/>
          </p:nvPr>
        </p:nvSpPr>
        <p:spPr>
          <a:xfrm>
            <a:off x="457200" y="1150937"/>
            <a:ext cx="2546350" cy="3724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 b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33333"/>
              </a:lnSpc>
              <a:spcBef>
                <a:spcPts val="24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Arial"/>
              <a:buNone/>
              <a:defRPr sz="120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None/>
              <a:defRPr sz="14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–"/>
              <a:defRPr sz="1600"/>
            </a:lvl4pPr>
            <a:lvl5pPr marL="2286000" lvl="4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»"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50" name="Google Shape;50;p38"/>
          <p:cNvSpPr txBox="1">
            <a:spLocks noGrp="1"/>
          </p:cNvSpPr>
          <p:nvPr>
            <p:ph type="body" idx="2"/>
          </p:nvPr>
        </p:nvSpPr>
        <p:spPr>
          <a:xfrm>
            <a:off x="3162300" y="1150937"/>
            <a:ext cx="2743200" cy="37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 b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33333"/>
              </a:lnSpc>
              <a:spcBef>
                <a:spcPts val="24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Arial"/>
              <a:buNone/>
              <a:defRPr sz="12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Char char="•"/>
              <a:defRPr sz="14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–"/>
              <a:defRPr sz="1600"/>
            </a:lvl4pPr>
            <a:lvl5pPr marL="2286000" lvl="4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»"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51" name="Google Shape;51;p38"/>
          <p:cNvSpPr txBox="1">
            <a:spLocks noGrp="1"/>
          </p:cNvSpPr>
          <p:nvPr>
            <p:ph type="body" idx="3"/>
          </p:nvPr>
        </p:nvSpPr>
        <p:spPr>
          <a:xfrm>
            <a:off x="6026150" y="1150937"/>
            <a:ext cx="2654300" cy="37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 b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33333"/>
              </a:lnSpc>
              <a:spcBef>
                <a:spcPts val="24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Arial"/>
              <a:buNone/>
              <a:defRPr sz="12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Char char="•"/>
              <a:defRPr sz="14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–"/>
              <a:defRPr sz="1600"/>
            </a:lvl4pPr>
            <a:lvl5pPr marL="2286000" lvl="4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»"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52" name="Google Shape;52;p38"/>
          <p:cNvSpPr txBox="1">
            <a:spLocks noGrp="1"/>
          </p:cNvSpPr>
          <p:nvPr>
            <p:ph type="sldNum" idx="12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ontenuto 2">
  <p:cSld name="3_Contenuto 2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9"/>
          <p:cNvSpPr txBox="1">
            <a:spLocks noGrp="1"/>
          </p:cNvSpPr>
          <p:nvPr>
            <p:ph type="title"/>
          </p:nvPr>
        </p:nvSpPr>
        <p:spPr>
          <a:xfrm>
            <a:off x="457200" y="356980"/>
            <a:ext cx="8229600" cy="62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39"/>
          <p:cNvSpPr txBox="1">
            <a:spLocks noGrp="1"/>
          </p:cNvSpPr>
          <p:nvPr>
            <p:ph type="body" idx="1"/>
          </p:nvPr>
        </p:nvSpPr>
        <p:spPr>
          <a:xfrm>
            <a:off x="457200" y="1150937"/>
            <a:ext cx="4038600" cy="37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Arial"/>
              <a:buChar char="•"/>
              <a:defRPr sz="16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ourier New"/>
              <a:buChar char="o"/>
              <a:defRPr sz="1400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Noto Sans Symbols"/>
              <a:buChar char="▪"/>
              <a:defRPr sz="1200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ourier New"/>
              <a:buChar char="o"/>
              <a:defRPr sz="1100"/>
            </a:lvl4pPr>
            <a:lvl5pPr marL="2286000" marR="0" lvl="4" indent="-295275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accent6"/>
              </a:buClr>
              <a:buSzPts val="1050"/>
              <a:buFont typeface="Noto Sans Symbols"/>
              <a:buChar char="▪"/>
              <a:defRPr sz="105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56" name="Google Shape;56;p39"/>
          <p:cNvSpPr txBox="1">
            <a:spLocks noGrp="1"/>
          </p:cNvSpPr>
          <p:nvPr>
            <p:ph type="body" idx="2"/>
          </p:nvPr>
        </p:nvSpPr>
        <p:spPr>
          <a:xfrm>
            <a:off x="4648200" y="1150937"/>
            <a:ext cx="4038600" cy="37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ourier New"/>
              <a:buChar char="o"/>
              <a:defRPr sz="14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Noto Sans Symbols"/>
              <a:buChar char="▪"/>
              <a:defRPr sz="1200">
                <a:latin typeface="Arial"/>
                <a:ea typeface="Arial"/>
                <a:cs typeface="Arial"/>
                <a:sym typeface="Arial"/>
              </a:defRPr>
            </a:lvl3pPr>
            <a:lvl4pPr marL="1828800" lvl="3" indent="-29845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ourier New"/>
              <a:buChar char="o"/>
              <a:defRPr sz="1100"/>
            </a:lvl4pPr>
            <a:lvl5pPr marL="2286000" lvl="4" indent="-295275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accent6"/>
              </a:buClr>
              <a:buSzPts val="1050"/>
              <a:buFont typeface="Noto Sans Symbols"/>
              <a:buChar char="▪"/>
              <a:defRPr sz="105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57" name="Google Shape;57;p39"/>
          <p:cNvSpPr txBox="1">
            <a:spLocks noGrp="1"/>
          </p:cNvSpPr>
          <p:nvPr>
            <p:ph type="sldNum" idx="12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fronto" type="twoTxTwoObj">
  <p:cSld name="TWO_OBJECTS_WITH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0"/>
          <p:cNvSpPr txBox="1">
            <a:spLocks noGrp="1"/>
          </p:cNvSpPr>
          <p:nvPr>
            <p:ph type="title"/>
          </p:nvPr>
        </p:nvSpPr>
        <p:spPr>
          <a:xfrm>
            <a:off x="457200" y="358775"/>
            <a:ext cx="8229600" cy="62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0"/>
          <p:cNvSpPr txBox="1">
            <a:spLocks noGrp="1"/>
          </p:cNvSpPr>
          <p:nvPr>
            <p:ph type="body" idx="1"/>
          </p:nvPr>
        </p:nvSpPr>
        <p:spPr>
          <a:xfrm>
            <a:off x="462239" y="1150938"/>
            <a:ext cx="4040188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1" name="Google Shape;61;p40"/>
          <p:cNvSpPr txBox="1">
            <a:spLocks noGrp="1"/>
          </p:cNvSpPr>
          <p:nvPr>
            <p:ph type="body" idx="2"/>
          </p:nvPr>
        </p:nvSpPr>
        <p:spPr>
          <a:xfrm>
            <a:off x="457200" y="1725545"/>
            <a:ext cx="4040188" cy="3149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ourier New"/>
              <a:buChar char="o"/>
              <a:defRPr sz="14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Noto Sans Symbols"/>
              <a:buChar char="▪"/>
              <a:defRPr sz="1200">
                <a:latin typeface="Arial"/>
                <a:ea typeface="Arial"/>
                <a:cs typeface="Arial"/>
                <a:sym typeface="Arial"/>
              </a:defRPr>
            </a:lvl3pPr>
            <a:lvl4pPr marL="1828800" lvl="3" indent="-29845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ourier New"/>
              <a:buChar char="o"/>
              <a:defRPr sz="1100">
                <a:latin typeface="Arial"/>
                <a:ea typeface="Arial"/>
                <a:cs typeface="Arial"/>
                <a:sym typeface="Arial"/>
              </a:defRPr>
            </a:lvl4pPr>
            <a:lvl5pPr marL="2286000" lvl="4" indent="-295275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accent6"/>
              </a:buClr>
              <a:buSzPts val="1050"/>
              <a:buFont typeface="Noto Sans Symbols"/>
              <a:buChar char="▪"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62" name="Google Shape;62;p40"/>
          <p:cNvSpPr txBox="1">
            <a:spLocks noGrp="1"/>
          </p:cNvSpPr>
          <p:nvPr>
            <p:ph type="body" idx="3"/>
          </p:nvPr>
        </p:nvSpPr>
        <p:spPr>
          <a:xfrm>
            <a:off x="4645025" y="1150938"/>
            <a:ext cx="4041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3" name="Google Shape;63;p40"/>
          <p:cNvSpPr txBox="1">
            <a:spLocks noGrp="1"/>
          </p:cNvSpPr>
          <p:nvPr>
            <p:ph type="body" idx="4"/>
          </p:nvPr>
        </p:nvSpPr>
        <p:spPr>
          <a:xfrm>
            <a:off x="4645025" y="1725544"/>
            <a:ext cx="4041775" cy="3149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ourier New"/>
              <a:buChar char="o"/>
              <a:defRPr sz="14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Noto Sans Symbols"/>
              <a:buChar char="▪"/>
              <a:defRPr sz="1200">
                <a:latin typeface="Arial"/>
                <a:ea typeface="Arial"/>
                <a:cs typeface="Arial"/>
                <a:sym typeface="Arial"/>
              </a:defRPr>
            </a:lvl3pPr>
            <a:lvl4pPr marL="1828800" lvl="3" indent="-29845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ourier New"/>
              <a:buChar char="o"/>
              <a:defRPr sz="1100">
                <a:latin typeface="Arial"/>
                <a:ea typeface="Arial"/>
                <a:cs typeface="Arial"/>
                <a:sym typeface="Arial"/>
              </a:defRPr>
            </a:lvl4pPr>
            <a:lvl5pPr marL="2286000" lvl="4" indent="-295275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accent6"/>
              </a:buClr>
              <a:buSzPts val="1050"/>
              <a:buFont typeface="Noto Sans Symbols"/>
              <a:buChar char="▪"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64" name="Google Shape;64;p40"/>
          <p:cNvSpPr txBox="1">
            <a:spLocks noGrp="1"/>
          </p:cNvSpPr>
          <p:nvPr>
            <p:ph type="sldNum" idx="12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nfronto">
  <p:cSld name="2_Confronto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1"/>
          <p:cNvSpPr txBox="1">
            <a:spLocks noGrp="1"/>
          </p:cNvSpPr>
          <p:nvPr>
            <p:ph type="title"/>
          </p:nvPr>
        </p:nvSpPr>
        <p:spPr>
          <a:xfrm>
            <a:off x="457200" y="358775"/>
            <a:ext cx="8229600" cy="62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1"/>
          <p:cNvSpPr txBox="1">
            <a:spLocks noGrp="1"/>
          </p:cNvSpPr>
          <p:nvPr>
            <p:ph type="body" idx="1"/>
          </p:nvPr>
        </p:nvSpPr>
        <p:spPr>
          <a:xfrm>
            <a:off x="462238" y="1154574"/>
            <a:ext cx="8218211" cy="381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8" name="Google Shape;68;p41"/>
          <p:cNvSpPr txBox="1">
            <a:spLocks noGrp="1"/>
          </p:cNvSpPr>
          <p:nvPr>
            <p:ph type="body" idx="2"/>
          </p:nvPr>
        </p:nvSpPr>
        <p:spPr>
          <a:xfrm>
            <a:off x="457200" y="1729180"/>
            <a:ext cx="4040188" cy="3146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ourier New"/>
              <a:buChar char="o"/>
              <a:defRPr sz="14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Noto Sans Symbols"/>
              <a:buChar char="▪"/>
              <a:defRPr sz="1200">
                <a:latin typeface="Arial"/>
                <a:ea typeface="Arial"/>
                <a:cs typeface="Arial"/>
                <a:sym typeface="Arial"/>
              </a:defRPr>
            </a:lvl3pPr>
            <a:lvl4pPr marL="1828800" lvl="3" indent="-29845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ourier New"/>
              <a:buChar char="o"/>
              <a:defRPr sz="1100">
                <a:latin typeface="Arial"/>
                <a:ea typeface="Arial"/>
                <a:cs typeface="Arial"/>
                <a:sym typeface="Arial"/>
              </a:defRPr>
            </a:lvl4pPr>
            <a:lvl5pPr marL="2286000" lvl="4" indent="-295275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accent6"/>
              </a:buClr>
              <a:buSzPts val="1050"/>
              <a:buFont typeface="Noto Sans Symbols"/>
              <a:buChar char="▪"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69" name="Google Shape;69;p41"/>
          <p:cNvSpPr txBox="1">
            <a:spLocks noGrp="1"/>
          </p:cNvSpPr>
          <p:nvPr>
            <p:ph type="body" idx="3"/>
          </p:nvPr>
        </p:nvSpPr>
        <p:spPr>
          <a:xfrm>
            <a:off x="4645025" y="1729180"/>
            <a:ext cx="4041775" cy="3146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ourier New"/>
              <a:buChar char="o"/>
              <a:defRPr sz="14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Noto Sans Symbols"/>
              <a:buChar char="▪"/>
              <a:defRPr sz="1200">
                <a:latin typeface="Arial"/>
                <a:ea typeface="Arial"/>
                <a:cs typeface="Arial"/>
                <a:sym typeface="Arial"/>
              </a:defRPr>
            </a:lvl3pPr>
            <a:lvl4pPr marL="1828800" lvl="3" indent="-295275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accent6"/>
              </a:buClr>
              <a:buSzPts val="1050"/>
              <a:buFont typeface="Courier New"/>
              <a:buChar char="o"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95275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accent6"/>
              </a:buClr>
              <a:buSzPts val="1050"/>
              <a:buFont typeface="Noto Sans Symbols"/>
              <a:buChar char="▪"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70" name="Google Shape;70;p41"/>
          <p:cNvSpPr txBox="1">
            <a:spLocks noGrp="1"/>
          </p:cNvSpPr>
          <p:nvPr>
            <p:ph type="sldNum" idx="12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fronto">
  <p:cSld name="1_Confronto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2"/>
          <p:cNvSpPr txBox="1">
            <a:spLocks noGrp="1"/>
          </p:cNvSpPr>
          <p:nvPr>
            <p:ph type="title"/>
          </p:nvPr>
        </p:nvSpPr>
        <p:spPr>
          <a:xfrm>
            <a:off x="457200" y="358775"/>
            <a:ext cx="8229600" cy="62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42"/>
          <p:cNvSpPr txBox="1">
            <a:spLocks noGrp="1"/>
          </p:cNvSpPr>
          <p:nvPr>
            <p:ph type="body" idx="1"/>
          </p:nvPr>
        </p:nvSpPr>
        <p:spPr>
          <a:xfrm>
            <a:off x="462238" y="1150938"/>
            <a:ext cx="8218211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4" name="Google Shape;74;p42"/>
          <p:cNvSpPr txBox="1">
            <a:spLocks noGrp="1"/>
          </p:cNvSpPr>
          <p:nvPr>
            <p:ph type="body" idx="2"/>
          </p:nvPr>
        </p:nvSpPr>
        <p:spPr>
          <a:xfrm>
            <a:off x="457200" y="1823969"/>
            <a:ext cx="8229600" cy="3051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ourier New"/>
              <a:buChar char="o"/>
              <a:defRPr sz="14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75" name="Google Shape;75;p42"/>
          <p:cNvSpPr txBox="1">
            <a:spLocks noGrp="1"/>
          </p:cNvSpPr>
          <p:nvPr>
            <p:ph type="sldNum" idx="12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olo e contenuto">
  <p:cSld name="4_Titolo e contenuto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3"/>
          <p:cNvSpPr txBox="1">
            <a:spLocks noGrp="1"/>
          </p:cNvSpPr>
          <p:nvPr>
            <p:ph type="title"/>
          </p:nvPr>
        </p:nvSpPr>
        <p:spPr>
          <a:xfrm>
            <a:off x="457200" y="358775"/>
            <a:ext cx="8229600" cy="62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3"/>
          <p:cNvSpPr txBox="1">
            <a:spLocks noGrp="1"/>
          </p:cNvSpPr>
          <p:nvPr>
            <p:ph type="body" idx="1"/>
          </p:nvPr>
        </p:nvSpPr>
        <p:spPr>
          <a:xfrm>
            <a:off x="457200" y="1171000"/>
            <a:ext cx="8229600" cy="3704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/>
            </a:lvl1pPr>
            <a:lvl2pPr marL="914400" lvl="1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ourier New"/>
              <a:buChar char="o"/>
              <a:defRPr sz="1400"/>
            </a:lvl2pPr>
            <a:lvl3pPr marL="1371600" lvl="2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Noto Sans Symbols"/>
              <a:buChar char="▪"/>
              <a:defRPr sz="1400"/>
            </a:lvl3pPr>
            <a:lvl4pPr marL="1828800" lvl="3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ourier New"/>
              <a:buChar char="o"/>
              <a:defRPr/>
            </a:lvl4pPr>
            <a:lvl5pPr marL="2286000" lvl="4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Noto Sans Symbols"/>
              <a:buChar char="▪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43"/>
          <p:cNvSpPr txBox="1">
            <a:spLocks noGrp="1"/>
          </p:cNvSpPr>
          <p:nvPr>
            <p:ph type="sldNum" idx="12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titolo" type="titleOnly">
  <p:cSld name="TITLE_ONL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4"/>
          <p:cNvSpPr txBox="1">
            <a:spLocks noGrp="1"/>
          </p:cNvSpPr>
          <p:nvPr>
            <p:ph type="title"/>
          </p:nvPr>
        </p:nvSpPr>
        <p:spPr>
          <a:xfrm>
            <a:off x="457200" y="358775"/>
            <a:ext cx="8229600" cy="62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4"/>
          <p:cNvSpPr txBox="1">
            <a:spLocks noGrp="1"/>
          </p:cNvSpPr>
          <p:nvPr>
            <p:ph type="sldNum" idx="12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to con didascalia" type="objTx">
  <p:cSld name="OBJECT_WITH_CAPTION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5"/>
          <p:cNvSpPr txBox="1">
            <a:spLocks noGrp="1"/>
          </p:cNvSpPr>
          <p:nvPr>
            <p:ph type="title"/>
          </p:nvPr>
        </p:nvSpPr>
        <p:spPr>
          <a:xfrm>
            <a:off x="457200" y="358775"/>
            <a:ext cx="3008313" cy="812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  <a:defRPr sz="28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45"/>
          <p:cNvSpPr txBox="1">
            <a:spLocks noGrp="1"/>
          </p:cNvSpPr>
          <p:nvPr>
            <p:ph type="body" idx="1"/>
          </p:nvPr>
        </p:nvSpPr>
        <p:spPr>
          <a:xfrm>
            <a:off x="3575050" y="358776"/>
            <a:ext cx="5111750" cy="4516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/>
            </a:lvl1pPr>
            <a:lvl2pPr marL="914400" lvl="1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ourier New"/>
              <a:buChar char="o"/>
              <a:defRPr sz="1400"/>
            </a:lvl2pPr>
            <a:lvl3pPr marL="1371600" lvl="2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Noto Sans Symbols"/>
              <a:buChar char="▪"/>
              <a:defRPr sz="1200"/>
            </a:lvl3pPr>
            <a:lvl4pPr marL="1828800" lvl="3" indent="-29845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ourier New"/>
              <a:buChar char="o"/>
              <a:defRPr sz="1100"/>
            </a:lvl4pPr>
            <a:lvl5pPr marL="2286000" lvl="4" indent="-295275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accent6"/>
              </a:buClr>
              <a:buSzPts val="1050"/>
              <a:buFont typeface="Noto Sans Symbols"/>
              <a:buChar char="▪"/>
              <a:defRPr sz="105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86" name="Google Shape;86;p45"/>
          <p:cNvSpPr txBox="1">
            <a:spLocks noGrp="1"/>
          </p:cNvSpPr>
          <p:nvPr>
            <p:ph type="body" idx="2"/>
          </p:nvPr>
        </p:nvSpPr>
        <p:spPr>
          <a:xfrm>
            <a:off x="457200" y="1171573"/>
            <a:ext cx="3008313" cy="3703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7" name="Google Shape;87;p45"/>
          <p:cNvSpPr txBox="1">
            <a:spLocks noGrp="1"/>
          </p:cNvSpPr>
          <p:nvPr>
            <p:ph type="sldNum" idx="12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magine con didascalia" type="picTx">
  <p:cSld name="PICTURE_WITH_CAPTION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6"/>
          <p:cNvSpPr txBox="1">
            <a:spLocks noGrp="1"/>
          </p:cNvSpPr>
          <p:nvPr>
            <p:ph type="title"/>
          </p:nvPr>
        </p:nvSpPr>
        <p:spPr>
          <a:xfrm>
            <a:off x="1792287" y="3183996"/>
            <a:ext cx="5521325" cy="473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46"/>
          <p:cNvSpPr>
            <a:spLocks noGrp="1"/>
          </p:cNvSpPr>
          <p:nvPr>
            <p:ph type="pic" idx="2"/>
          </p:nvPr>
        </p:nvSpPr>
        <p:spPr>
          <a:xfrm>
            <a:off x="1792287" y="350308"/>
            <a:ext cx="5521326" cy="2776330"/>
          </a:xfrm>
          <a:prstGeom prst="rect">
            <a:avLst/>
          </a:prstGeom>
          <a:noFill/>
          <a:ln>
            <a:noFill/>
          </a:ln>
        </p:spPr>
      </p:sp>
      <p:sp>
        <p:nvSpPr>
          <p:cNvPr id="91" name="Google Shape;91;p46"/>
          <p:cNvSpPr txBox="1">
            <a:spLocks noGrp="1"/>
          </p:cNvSpPr>
          <p:nvPr>
            <p:ph type="body" idx="1"/>
          </p:nvPr>
        </p:nvSpPr>
        <p:spPr>
          <a:xfrm>
            <a:off x="1792287" y="3657071"/>
            <a:ext cx="5521325" cy="1218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92" name="Google Shape;92;p46"/>
          <p:cNvSpPr txBox="1">
            <a:spLocks noGrp="1"/>
          </p:cNvSpPr>
          <p:nvPr>
            <p:ph type="sldNum" idx="12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e testo verticale">
  <p:cSld name="Titolo e testo verticale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7"/>
          <p:cNvSpPr txBox="1">
            <a:spLocks noGrp="1"/>
          </p:cNvSpPr>
          <p:nvPr>
            <p:ph type="title"/>
          </p:nvPr>
        </p:nvSpPr>
        <p:spPr>
          <a:xfrm>
            <a:off x="457200" y="345016"/>
            <a:ext cx="8229600" cy="62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47"/>
          <p:cNvSpPr txBox="1">
            <a:spLocks noGrp="1"/>
          </p:cNvSpPr>
          <p:nvPr>
            <p:ph type="body" idx="1"/>
          </p:nvPr>
        </p:nvSpPr>
        <p:spPr>
          <a:xfrm rot="5400000">
            <a:off x="2711575" y="-1100012"/>
            <a:ext cx="372085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1pPr>
            <a:lvl2pPr marL="914400" lvl="1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ourier New"/>
              <a:buChar char="o"/>
              <a:defRPr/>
            </a:lvl2pPr>
            <a:lvl3pPr marL="1371600" lvl="2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Noto Sans Symbols"/>
              <a:buChar char="▪"/>
              <a:defRPr/>
            </a:lvl3pPr>
            <a:lvl4pPr marL="1828800" lvl="3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ourier New"/>
              <a:buChar char="o"/>
              <a:defRPr/>
            </a:lvl4pPr>
            <a:lvl5pPr marL="2286000" lvl="4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Noto Sans Symbols"/>
              <a:buChar char="▪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47"/>
          <p:cNvSpPr txBox="1">
            <a:spLocks noGrp="1"/>
          </p:cNvSpPr>
          <p:nvPr>
            <p:ph type="sldNum" idx="12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verticale e testo">
  <p:cSld name="Titolo verticale e testo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8"/>
          <p:cNvSpPr txBox="1">
            <a:spLocks noGrp="1"/>
          </p:cNvSpPr>
          <p:nvPr>
            <p:ph type="title"/>
          </p:nvPr>
        </p:nvSpPr>
        <p:spPr>
          <a:xfrm rot="5400000">
            <a:off x="5813181" y="2003668"/>
            <a:ext cx="4518513" cy="1228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48"/>
          <p:cNvSpPr txBox="1">
            <a:spLocks noGrp="1"/>
          </p:cNvSpPr>
          <p:nvPr>
            <p:ph type="body" idx="1"/>
          </p:nvPr>
        </p:nvSpPr>
        <p:spPr>
          <a:xfrm rot="5400000">
            <a:off x="1590742" y="-754129"/>
            <a:ext cx="4498975" cy="6759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1pPr>
            <a:lvl2pPr marL="914400" lvl="1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ourier New"/>
              <a:buChar char="o"/>
              <a:defRPr/>
            </a:lvl2pPr>
            <a:lvl3pPr marL="1371600" lvl="2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Noto Sans Symbols"/>
              <a:buChar char="▪"/>
              <a:defRPr/>
            </a:lvl3pPr>
            <a:lvl4pPr marL="1828800" lvl="3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ourier New"/>
              <a:buChar char="o"/>
              <a:defRPr/>
            </a:lvl4pPr>
            <a:lvl5pPr marL="2286000" lvl="4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Noto Sans Symbols"/>
              <a:buChar char="▪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48"/>
          <p:cNvSpPr txBox="1">
            <a:spLocks noGrp="1"/>
          </p:cNvSpPr>
          <p:nvPr>
            <p:ph type="sldNum" idx="12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uoto">
  <p:cSld name="Vuoto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4"/>
          <p:cNvSpPr txBox="1">
            <a:spLocks noGrp="1"/>
          </p:cNvSpPr>
          <p:nvPr>
            <p:ph type="title"/>
          </p:nvPr>
        </p:nvSpPr>
        <p:spPr>
          <a:xfrm>
            <a:off x="3984625" y="3724276"/>
            <a:ext cx="4346576" cy="7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FFFE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FFFFF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uoto">
  <p:cSld name="Vuoto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titolo" type="title">
  <p:cSld name="TITLE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2"/>
          <p:cNvSpPr txBox="1">
            <a:spLocks noGrp="1"/>
          </p:cNvSpPr>
          <p:nvPr>
            <p:ph type="ctrTitle"/>
          </p:nvPr>
        </p:nvSpPr>
        <p:spPr>
          <a:xfrm>
            <a:off x="457201" y="1162051"/>
            <a:ext cx="8234363" cy="122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52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52"/>
          <p:cNvSpPr txBox="1">
            <a:spLocks noGrp="1"/>
          </p:cNvSpPr>
          <p:nvPr>
            <p:ph type="subTitle" idx="1"/>
          </p:nvPr>
        </p:nvSpPr>
        <p:spPr>
          <a:xfrm>
            <a:off x="457200" y="2540002"/>
            <a:ext cx="8234362" cy="2335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accent6"/>
              </a:buClr>
              <a:buSzPts val="1440"/>
              <a:buNone/>
              <a:defRPr>
                <a:solidFill>
                  <a:schemeClr val="accent6"/>
                </a:solidFill>
              </a:defRPr>
            </a:lvl1pPr>
            <a:lvl2pPr lvl="1" algn="ctr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rgbClr val="A6898A"/>
              </a:buClr>
              <a:buSzPts val="1260"/>
              <a:buNone/>
              <a:defRPr>
                <a:solidFill>
                  <a:srgbClr val="A6898A"/>
                </a:solidFill>
              </a:defRPr>
            </a:lvl2pPr>
            <a:lvl3pPr lvl="2" algn="ctr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rgbClr val="A6898A"/>
              </a:buClr>
              <a:buSzPts val="1260"/>
              <a:buNone/>
              <a:defRPr>
                <a:solidFill>
                  <a:srgbClr val="A6898A"/>
                </a:solidFill>
              </a:defRPr>
            </a:lvl3pPr>
            <a:lvl4pPr lvl="3" algn="ctr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rgbClr val="A6898A"/>
              </a:buClr>
              <a:buSzPts val="1080"/>
              <a:buNone/>
              <a:defRPr>
                <a:solidFill>
                  <a:srgbClr val="A6898A"/>
                </a:solidFill>
              </a:defRPr>
            </a:lvl4pPr>
            <a:lvl5pPr lvl="4" algn="ctr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rgbClr val="A6898A"/>
              </a:buClr>
              <a:buSzPts val="1080"/>
              <a:buNone/>
              <a:defRPr>
                <a:solidFill>
                  <a:srgbClr val="A6898A"/>
                </a:solidFill>
              </a:defRPr>
            </a:lvl5pPr>
            <a:lvl6pPr lvl="5" algn="ctr">
              <a:spcBef>
                <a:spcPts val="360"/>
              </a:spcBef>
              <a:spcAft>
                <a:spcPts val="0"/>
              </a:spcAft>
              <a:buClr>
                <a:srgbClr val="A6898A"/>
              </a:buClr>
              <a:buSzPts val="1800"/>
              <a:buNone/>
              <a:defRPr>
                <a:solidFill>
                  <a:srgbClr val="A6898A"/>
                </a:solidFill>
              </a:defRPr>
            </a:lvl6pPr>
            <a:lvl7pPr lvl="6" algn="ctr">
              <a:spcBef>
                <a:spcPts val="360"/>
              </a:spcBef>
              <a:spcAft>
                <a:spcPts val="0"/>
              </a:spcAft>
              <a:buClr>
                <a:srgbClr val="A6898A"/>
              </a:buClr>
              <a:buSzPts val="1800"/>
              <a:buNone/>
              <a:defRPr>
                <a:solidFill>
                  <a:srgbClr val="A6898A"/>
                </a:solidFill>
              </a:defRPr>
            </a:lvl7pPr>
            <a:lvl8pPr lvl="7" algn="ctr">
              <a:spcBef>
                <a:spcPts val="360"/>
              </a:spcBef>
              <a:spcAft>
                <a:spcPts val="0"/>
              </a:spcAft>
              <a:buClr>
                <a:srgbClr val="A6898A"/>
              </a:buClr>
              <a:buSzPts val="1800"/>
              <a:buNone/>
              <a:defRPr>
                <a:solidFill>
                  <a:srgbClr val="A6898A"/>
                </a:solidFill>
              </a:defRPr>
            </a:lvl8pPr>
            <a:lvl9pPr lvl="8" algn="ctr">
              <a:spcBef>
                <a:spcPts val="360"/>
              </a:spcBef>
              <a:spcAft>
                <a:spcPts val="0"/>
              </a:spcAft>
              <a:buClr>
                <a:srgbClr val="A6898A"/>
              </a:buClr>
              <a:buSzPts val="1800"/>
              <a:buNone/>
              <a:defRPr>
                <a:solidFill>
                  <a:srgbClr val="A6898A"/>
                </a:solidFill>
              </a:defRPr>
            </a:lvl9pPr>
          </a:lstStyle>
          <a:p>
            <a:endParaRPr/>
          </a:p>
        </p:txBody>
      </p:sp>
      <p:sp>
        <p:nvSpPr>
          <p:cNvPr id="124" name="Google Shape;124;p52"/>
          <p:cNvSpPr txBox="1">
            <a:spLocks noGrp="1"/>
          </p:cNvSpPr>
          <p:nvPr>
            <p:ph type="sldNum" idx="12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e contenuto" type="obj">
  <p:cSld name="OBJEC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3"/>
          <p:cNvSpPr txBox="1">
            <a:spLocks noGrp="1"/>
          </p:cNvSpPr>
          <p:nvPr>
            <p:ph type="title"/>
          </p:nvPr>
        </p:nvSpPr>
        <p:spPr>
          <a:xfrm>
            <a:off x="457200" y="358776"/>
            <a:ext cx="8229600" cy="62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52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53"/>
          <p:cNvSpPr txBox="1">
            <a:spLocks noGrp="1"/>
          </p:cNvSpPr>
          <p:nvPr>
            <p:ph type="body" idx="1"/>
          </p:nvPr>
        </p:nvSpPr>
        <p:spPr>
          <a:xfrm>
            <a:off x="457200" y="1150938"/>
            <a:ext cx="8229600" cy="3724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accent6"/>
              </a:buClr>
              <a:buSzPts val="1440"/>
              <a:buChar char="•"/>
              <a:defRPr sz="1440"/>
            </a:lvl1pPr>
            <a:lvl2pPr marL="914400" lvl="1" indent="-30861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chemeClr val="accent6"/>
              </a:buClr>
              <a:buSzPts val="1260"/>
              <a:buFont typeface="Courier New"/>
              <a:buChar char="o"/>
              <a:defRPr sz="1260"/>
            </a:lvl2pPr>
            <a:lvl3pPr marL="1371600" lvl="2" indent="-297180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chemeClr val="accent6"/>
              </a:buClr>
              <a:buSzPts val="1080"/>
              <a:buFont typeface="Noto Sans Symbols"/>
              <a:buChar char="▪"/>
              <a:defRPr sz="1080"/>
            </a:lvl3pPr>
            <a:lvl4pPr marL="1828800" lvl="3" indent="-291464" algn="l">
              <a:lnSpc>
                <a:spcPct val="100000"/>
              </a:lnSpc>
              <a:spcBef>
                <a:spcPts val="198"/>
              </a:spcBef>
              <a:spcAft>
                <a:spcPts val="0"/>
              </a:spcAft>
              <a:buClr>
                <a:schemeClr val="accent6"/>
              </a:buClr>
              <a:buSzPts val="990"/>
              <a:buFont typeface="Courier New"/>
              <a:buChar char="o"/>
              <a:defRPr sz="989"/>
            </a:lvl4pPr>
            <a:lvl5pPr marL="2286000" lvl="4" indent="-288607" algn="l">
              <a:lnSpc>
                <a:spcPct val="100000"/>
              </a:lnSpc>
              <a:spcBef>
                <a:spcPts val="189"/>
              </a:spcBef>
              <a:spcAft>
                <a:spcPts val="0"/>
              </a:spcAft>
              <a:buClr>
                <a:schemeClr val="accent6"/>
              </a:buClr>
              <a:buSzPts val="945"/>
              <a:buFont typeface="Noto Sans Symbols"/>
              <a:buChar char="▪"/>
              <a:defRPr sz="945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53"/>
          <p:cNvSpPr txBox="1">
            <a:spLocks noGrp="1"/>
          </p:cNvSpPr>
          <p:nvPr>
            <p:ph type="sldNum" idx="12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contenuto">
  <p:cSld name=" contenuto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4"/>
          <p:cNvSpPr txBox="1">
            <a:spLocks noGrp="1"/>
          </p:cNvSpPr>
          <p:nvPr>
            <p:ph type="body" idx="1"/>
          </p:nvPr>
        </p:nvSpPr>
        <p:spPr>
          <a:xfrm>
            <a:off x="457200" y="1150940"/>
            <a:ext cx="8229600" cy="3724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accent6"/>
              </a:buClr>
              <a:buSzPts val="1440"/>
              <a:buNone/>
              <a:defRPr sz="1440"/>
            </a:lvl1pPr>
            <a:lvl2pPr marL="914400" lvl="1" indent="-30861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chemeClr val="accent6"/>
              </a:buClr>
              <a:buSzPts val="1260"/>
              <a:buFont typeface="Arial"/>
              <a:buChar char="•"/>
              <a:defRPr sz="1260"/>
            </a:lvl2pPr>
            <a:lvl3pPr marL="1371600" lvl="2" indent="-297180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chemeClr val="accent6"/>
              </a:buClr>
              <a:buSzPts val="1080"/>
              <a:buFont typeface="Courier New"/>
              <a:buChar char="o"/>
              <a:defRPr sz="1080"/>
            </a:lvl3pPr>
            <a:lvl4pPr marL="1828800" lvl="3" indent="-291464" algn="l">
              <a:lnSpc>
                <a:spcPct val="100000"/>
              </a:lnSpc>
              <a:spcBef>
                <a:spcPts val="198"/>
              </a:spcBef>
              <a:spcAft>
                <a:spcPts val="0"/>
              </a:spcAft>
              <a:buClr>
                <a:schemeClr val="accent6"/>
              </a:buClr>
              <a:buSzPts val="990"/>
              <a:buFont typeface="Noto Sans Symbols"/>
              <a:buChar char="▪"/>
              <a:defRPr sz="989"/>
            </a:lvl4pPr>
            <a:lvl5pPr marL="2286000" lvl="4" indent="-288607" algn="l">
              <a:lnSpc>
                <a:spcPct val="100000"/>
              </a:lnSpc>
              <a:spcBef>
                <a:spcPts val="189"/>
              </a:spcBef>
              <a:spcAft>
                <a:spcPts val="0"/>
              </a:spcAft>
              <a:buClr>
                <a:schemeClr val="accent6"/>
              </a:buClr>
              <a:buSzPts val="945"/>
              <a:buFont typeface="Courier New"/>
              <a:buChar char="o"/>
              <a:defRPr sz="945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p54"/>
          <p:cNvSpPr txBox="1">
            <a:spLocks noGrp="1"/>
          </p:cNvSpPr>
          <p:nvPr>
            <p:ph type="title"/>
          </p:nvPr>
        </p:nvSpPr>
        <p:spPr>
          <a:xfrm>
            <a:off x="457200" y="358776"/>
            <a:ext cx="8229600" cy="62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52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54"/>
          <p:cNvSpPr txBox="1">
            <a:spLocks noGrp="1"/>
          </p:cNvSpPr>
          <p:nvPr>
            <p:ph type="sldNum" idx="12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stazione sezione" type="secHead">
  <p:cSld name="SECTION_HEADER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5"/>
          <p:cNvSpPr txBox="1">
            <a:spLocks noGrp="1"/>
          </p:cNvSpPr>
          <p:nvPr>
            <p:ph type="title"/>
          </p:nvPr>
        </p:nvSpPr>
        <p:spPr>
          <a:xfrm>
            <a:off x="454025" y="3941971"/>
            <a:ext cx="8237538" cy="933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520"/>
              <a:buFont typeface="Arial"/>
              <a:buNone/>
              <a:defRPr sz="252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55"/>
          <p:cNvSpPr txBox="1">
            <a:spLocks noGrp="1"/>
          </p:cNvSpPr>
          <p:nvPr>
            <p:ph type="body" idx="1"/>
          </p:nvPr>
        </p:nvSpPr>
        <p:spPr>
          <a:xfrm>
            <a:off x="454025" y="2317545"/>
            <a:ext cx="8237538" cy="934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rgbClr val="005A76"/>
              </a:buClr>
              <a:buSzPts val="1440"/>
              <a:buNone/>
              <a:defRPr sz="1440">
                <a:solidFill>
                  <a:srgbClr val="005A76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24"/>
              </a:spcBef>
              <a:spcAft>
                <a:spcPts val="0"/>
              </a:spcAft>
              <a:buClr>
                <a:srgbClr val="A6898A"/>
              </a:buClr>
              <a:buSzPts val="1620"/>
              <a:buNone/>
              <a:defRPr sz="1620">
                <a:solidFill>
                  <a:srgbClr val="A6898A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rgbClr val="A6898A"/>
              </a:buClr>
              <a:buSzPts val="1440"/>
              <a:buNone/>
              <a:defRPr sz="1440">
                <a:solidFill>
                  <a:srgbClr val="A6898A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rgbClr val="A6898A"/>
              </a:buClr>
              <a:buSzPts val="1260"/>
              <a:buNone/>
              <a:defRPr sz="1260">
                <a:solidFill>
                  <a:srgbClr val="A6898A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rgbClr val="A6898A"/>
              </a:buClr>
              <a:buSzPts val="1260"/>
              <a:buNone/>
              <a:defRPr sz="1260">
                <a:solidFill>
                  <a:srgbClr val="A6898A"/>
                </a:solidFill>
              </a:defRPr>
            </a:lvl5pPr>
            <a:lvl6pPr marL="2743200" lvl="5" indent="-228600" algn="l">
              <a:spcBef>
                <a:spcPts val="252"/>
              </a:spcBef>
              <a:spcAft>
                <a:spcPts val="0"/>
              </a:spcAft>
              <a:buClr>
                <a:srgbClr val="A6898A"/>
              </a:buClr>
              <a:buSzPts val="1260"/>
              <a:buNone/>
              <a:defRPr sz="1260">
                <a:solidFill>
                  <a:srgbClr val="A6898A"/>
                </a:solidFill>
              </a:defRPr>
            </a:lvl6pPr>
            <a:lvl7pPr marL="3200400" lvl="6" indent="-228600" algn="l">
              <a:spcBef>
                <a:spcPts val="252"/>
              </a:spcBef>
              <a:spcAft>
                <a:spcPts val="0"/>
              </a:spcAft>
              <a:buClr>
                <a:srgbClr val="A6898A"/>
              </a:buClr>
              <a:buSzPts val="1260"/>
              <a:buNone/>
              <a:defRPr sz="1260">
                <a:solidFill>
                  <a:srgbClr val="A6898A"/>
                </a:solidFill>
              </a:defRPr>
            </a:lvl7pPr>
            <a:lvl8pPr marL="3657600" lvl="7" indent="-228600" algn="l">
              <a:spcBef>
                <a:spcPts val="252"/>
              </a:spcBef>
              <a:spcAft>
                <a:spcPts val="0"/>
              </a:spcAft>
              <a:buClr>
                <a:srgbClr val="A6898A"/>
              </a:buClr>
              <a:buSzPts val="1260"/>
              <a:buNone/>
              <a:defRPr sz="1260">
                <a:solidFill>
                  <a:srgbClr val="A6898A"/>
                </a:solidFill>
              </a:defRPr>
            </a:lvl8pPr>
            <a:lvl9pPr marL="4114800" lvl="8" indent="-228600" algn="l">
              <a:spcBef>
                <a:spcPts val="252"/>
              </a:spcBef>
              <a:spcAft>
                <a:spcPts val="0"/>
              </a:spcAft>
              <a:buClr>
                <a:srgbClr val="A6898A"/>
              </a:buClr>
              <a:buSzPts val="1260"/>
              <a:buNone/>
              <a:defRPr sz="1260">
                <a:solidFill>
                  <a:srgbClr val="A6898A"/>
                </a:solidFill>
              </a:defRPr>
            </a:lvl9pPr>
          </a:lstStyle>
          <a:p>
            <a:endParaRPr/>
          </a:p>
        </p:txBody>
      </p:sp>
      <p:sp>
        <p:nvSpPr>
          <p:cNvPr id="136" name="Google Shape;136;p55"/>
          <p:cNvSpPr txBox="1">
            <a:spLocks noGrp="1"/>
          </p:cNvSpPr>
          <p:nvPr>
            <p:ph type="sldNum" idx="12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10" b="0" i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810" b="0" i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810" b="0" i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810" b="0" i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810" b="0" i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810" b="0" i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810" b="0" i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810" b="0" i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810" b="0" i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ontenuto 2" type="twoObj">
  <p:cSld name="TWO_OBJECTS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6"/>
          <p:cNvSpPr txBox="1">
            <a:spLocks noGrp="1"/>
          </p:cNvSpPr>
          <p:nvPr>
            <p:ph type="title"/>
          </p:nvPr>
        </p:nvSpPr>
        <p:spPr>
          <a:xfrm>
            <a:off x="457200" y="347342"/>
            <a:ext cx="8229600" cy="62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52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56"/>
          <p:cNvSpPr txBox="1">
            <a:spLocks noGrp="1"/>
          </p:cNvSpPr>
          <p:nvPr>
            <p:ph type="body" idx="1"/>
          </p:nvPr>
        </p:nvSpPr>
        <p:spPr>
          <a:xfrm>
            <a:off x="457200" y="1150938"/>
            <a:ext cx="2546350" cy="3724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chemeClr val="accent6"/>
              </a:buClr>
              <a:buSzPts val="1260"/>
              <a:buNone/>
              <a:defRPr sz="1260" b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33333"/>
              </a:lnSpc>
              <a:spcBef>
                <a:spcPts val="216"/>
              </a:spcBef>
              <a:spcAft>
                <a:spcPts val="0"/>
              </a:spcAft>
              <a:buClr>
                <a:schemeClr val="accent6"/>
              </a:buClr>
              <a:buSzPts val="1080"/>
              <a:buFont typeface="Arial"/>
              <a:buNone/>
              <a:defRPr sz="108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chemeClr val="accent6"/>
              </a:buClr>
              <a:buSzPts val="1260"/>
              <a:buFont typeface="Arial"/>
              <a:buNone/>
              <a:defRPr sz="126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0039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accent6"/>
              </a:buClr>
              <a:buSzPts val="1440"/>
              <a:buChar char="–"/>
              <a:defRPr sz="1440"/>
            </a:lvl4pPr>
            <a:lvl5pPr marL="2286000" lvl="4" indent="-30861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chemeClr val="accent6"/>
              </a:buClr>
              <a:buSzPts val="1260"/>
              <a:buChar char="»"/>
              <a:defRPr sz="1260"/>
            </a:lvl5pPr>
            <a:lvl6pPr marL="2743200" lvl="5" indent="-331470" algn="l">
              <a:spcBef>
                <a:spcPts val="324"/>
              </a:spcBef>
              <a:spcAft>
                <a:spcPts val="0"/>
              </a:spcAft>
              <a:buClr>
                <a:schemeClr val="dk1"/>
              </a:buClr>
              <a:buSzPts val="1620"/>
              <a:buChar char="•"/>
              <a:defRPr sz="1620"/>
            </a:lvl6pPr>
            <a:lvl7pPr marL="3200400" lvl="6" indent="-331470" algn="l">
              <a:spcBef>
                <a:spcPts val="324"/>
              </a:spcBef>
              <a:spcAft>
                <a:spcPts val="0"/>
              </a:spcAft>
              <a:buClr>
                <a:schemeClr val="dk1"/>
              </a:buClr>
              <a:buSzPts val="1620"/>
              <a:buChar char="•"/>
              <a:defRPr sz="1620"/>
            </a:lvl7pPr>
            <a:lvl8pPr marL="3657600" lvl="7" indent="-331470" algn="l">
              <a:spcBef>
                <a:spcPts val="324"/>
              </a:spcBef>
              <a:spcAft>
                <a:spcPts val="0"/>
              </a:spcAft>
              <a:buClr>
                <a:schemeClr val="dk1"/>
              </a:buClr>
              <a:buSzPts val="1620"/>
              <a:buChar char="•"/>
              <a:defRPr sz="1620"/>
            </a:lvl8pPr>
            <a:lvl9pPr marL="4114800" lvl="8" indent="-331470" algn="l">
              <a:spcBef>
                <a:spcPts val="324"/>
              </a:spcBef>
              <a:spcAft>
                <a:spcPts val="0"/>
              </a:spcAft>
              <a:buClr>
                <a:schemeClr val="dk1"/>
              </a:buClr>
              <a:buSzPts val="1620"/>
              <a:buChar char="•"/>
              <a:defRPr sz="1620"/>
            </a:lvl9pPr>
          </a:lstStyle>
          <a:p>
            <a:endParaRPr/>
          </a:p>
        </p:txBody>
      </p:sp>
      <p:sp>
        <p:nvSpPr>
          <p:cNvPr id="140" name="Google Shape;140;p56"/>
          <p:cNvSpPr txBox="1">
            <a:spLocks noGrp="1"/>
          </p:cNvSpPr>
          <p:nvPr>
            <p:ph type="body" idx="2"/>
          </p:nvPr>
        </p:nvSpPr>
        <p:spPr>
          <a:xfrm>
            <a:off x="3162300" y="1150938"/>
            <a:ext cx="2743200" cy="3724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chemeClr val="accent6"/>
              </a:buClr>
              <a:buSzPts val="1260"/>
              <a:buNone/>
              <a:defRPr sz="1260" b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33333"/>
              </a:lnSpc>
              <a:spcBef>
                <a:spcPts val="216"/>
              </a:spcBef>
              <a:spcAft>
                <a:spcPts val="0"/>
              </a:spcAft>
              <a:buClr>
                <a:schemeClr val="accent6"/>
              </a:buClr>
              <a:buSzPts val="1080"/>
              <a:buFont typeface="Arial"/>
              <a:buNone/>
              <a:defRPr sz="1080">
                <a:latin typeface="Arial"/>
                <a:ea typeface="Arial"/>
                <a:cs typeface="Arial"/>
                <a:sym typeface="Arial"/>
              </a:defRPr>
            </a:lvl2pPr>
            <a:lvl3pPr marL="1371600" lvl="2" indent="-30861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chemeClr val="accent6"/>
              </a:buClr>
              <a:buSzPts val="1260"/>
              <a:buFont typeface="Arial"/>
              <a:buChar char="•"/>
              <a:defRPr sz="126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0039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accent6"/>
              </a:buClr>
              <a:buSzPts val="1440"/>
              <a:buChar char="–"/>
              <a:defRPr sz="1440"/>
            </a:lvl4pPr>
            <a:lvl5pPr marL="2286000" lvl="4" indent="-30861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chemeClr val="accent6"/>
              </a:buClr>
              <a:buSzPts val="1260"/>
              <a:buChar char="»"/>
              <a:defRPr sz="1260"/>
            </a:lvl5pPr>
            <a:lvl6pPr marL="2743200" lvl="5" indent="-331470" algn="l">
              <a:spcBef>
                <a:spcPts val="324"/>
              </a:spcBef>
              <a:spcAft>
                <a:spcPts val="0"/>
              </a:spcAft>
              <a:buClr>
                <a:schemeClr val="dk1"/>
              </a:buClr>
              <a:buSzPts val="1620"/>
              <a:buChar char="•"/>
              <a:defRPr sz="1620"/>
            </a:lvl6pPr>
            <a:lvl7pPr marL="3200400" lvl="6" indent="-331470" algn="l">
              <a:spcBef>
                <a:spcPts val="324"/>
              </a:spcBef>
              <a:spcAft>
                <a:spcPts val="0"/>
              </a:spcAft>
              <a:buClr>
                <a:schemeClr val="dk1"/>
              </a:buClr>
              <a:buSzPts val="1620"/>
              <a:buChar char="•"/>
              <a:defRPr sz="1620"/>
            </a:lvl7pPr>
            <a:lvl8pPr marL="3657600" lvl="7" indent="-331470" algn="l">
              <a:spcBef>
                <a:spcPts val="324"/>
              </a:spcBef>
              <a:spcAft>
                <a:spcPts val="0"/>
              </a:spcAft>
              <a:buClr>
                <a:schemeClr val="dk1"/>
              </a:buClr>
              <a:buSzPts val="1620"/>
              <a:buChar char="•"/>
              <a:defRPr sz="1620"/>
            </a:lvl8pPr>
            <a:lvl9pPr marL="4114800" lvl="8" indent="-331470" algn="l">
              <a:spcBef>
                <a:spcPts val="324"/>
              </a:spcBef>
              <a:spcAft>
                <a:spcPts val="0"/>
              </a:spcAft>
              <a:buClr>
                <a:schemeClr val="dk1"/>
              </a:buClr>
              <a:buSzPts val="1620"/>
              <a:buChar char="•"/>
              <a:defRPr sz="1620"/>
            </a:lvl9pPr>
          </a:lstStyle>
          <a:p>
            <a:endParaRPr/>
          </a:p>
        </p:txBody>
      </p:sp>
      <p:sp>
        <p:nvSpPr>
          <p:cNvPr id="141" name="Google Shape;141;p56"/>
          <p:cNvSpPr txBox="1">
            <a:spLocks noGrp="1"/>
          </p:cNvSpPr>
          <p:nvPr>
            <p:ph type="body" idx="3"/>
          </p:nvPr>
        </p:nvSpPr>
        <p:spPr>
          <a:xfrm>
            <a:off x="6026150" y="1150938"/>
            <a:ext cx="2654300" cy="3724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chemeClr val="accent6"/>
              </a:buClr>
              <a:buSzPts val="1260"/>
              <a:buNone/>
              <a:defRPr sz="1260" b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33333"/>
              </a:lnSpc>
              <a:spcBef>
                <a:spcPts val="216"/>
              </a:spcBef>
              <a:spcAft>
                <a:spcPts val="0"/>
              </a:spcAft>
              <a:buClr>
                <a:schemeClr val="accent6"/>
              </a:buClr>
              <a:buSzPts val="1080"/>
              <a:buFont typeface="Arial"/>
              <a:buNone/>
              <a:defRPr sz="1080">
                <a:latin typeface="Arial"/>
                <a:ea typeface="Arial"/>
                <a:cs typeface="Arial"/>
                <a:sym typeface="Arial"/>
              </a:defRPr>
            </a:lvl2pPr>
            <a:lvl3pPr marL="1371600" lvl="2" indent="-30861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chemeClr val="accent6"/>
              </a:buClr>
              <a:buSzPts val="1260"/>
              <a:buFont typeface="Arial"/>
              <a:buChar char="•"/>
              <a:defRPr sz="126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0039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accent6"/>
              </a:buClr>
              <a:buSzPts val="1440"/>
              <a:buChar char="–"/>
              <a:defRPr sz="1440"/>
            </a:lvl4pPr>
            <a:lvl5pPr marL="2286000" lvl="4" indent="-30861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chemeClr val="accent6"/>
              </a:buClr>
              <a:buSzPts val="1260"/>
              <a:buChar char="»"/>
              <a:defRPr sz="1260"/>
            </a:lvl5pPr>
            <a:lvl6pPr marL="2743200" lvl="5" indent="-331470" algn="l">
              <a:spcBef>
                <a:spcPts val="324"/>
              </a:spcBef>
              <a:spcAft>
                <a:spcPts val="0"/>
              </a:spcAft>
              <a:buClr>
                <a:schemeClr val="dk1"/>
              </a:buClr>
              <a:buSzPts val="1620"/>
              <a:buChar char="•"/>
              <a:defRPr sz="1620"/>
            </a:lvl6pPr>
            <a:lvl7pPr marL="3200400" lvl="6" indent="-331470" algn="l">
              <a:spcBef>
                <a:spcPts val="324"/>
              </a:spcBef>
              <a:spcAft>
                <a:spcPts val="0"/>
              </a:spcAft>
              <a:buClr>
                <a:schemeClr val="dk1"/>
              </a:buClr>
              <a:buSzPts val="1620"/>
              <a:buChar char="•"/>
              <a:defRPr sz="1620"/>
            </a:lvl7pPr>
            <a:lvl8pPr marL="3657600" lvl="7" indent="-331470" algn="l">
              <a:spcBef>
                <a:spcPts val="324"/>
              </a:spcBef>
              <a:spcAft>
                <a:spcPts val="0"/>
              </a:spcAft>
              <a:buClr>
                <a:schemeClr val="dk1"/>
              </a:buClr>
              <a:buSzPts val="1620"/>
              <a:buChar char="•"/>
              <a:defRPr sz="1620"/>
            </a:lvl8pPr>
            <a:lvl9pPr marL="4114800" lvl="8" indent="-331470" algn="l">
              <a:spcBef>
                <a:spcPts val="324"/>
              </a:spcBef>
              <a:spcAft>
                <a:spcPts val="0"/>
              </a:spcAft>
              <a:buClr>
                <a:schemeClr val="dk1"/>
              </a:buClr>
              <a:buSzPts val="1620"/>
              <a:buChar char="•"/>
              <a:defRPr sz="1620"/>
            </a:lvl9pPr>
          </a:lstStyle>
          <a:p>
            <a:endParaRPr/>
          </a:p>
        </p:txBody>
      </p:sp>
      <p:sp>
        <p:nvSpPr>
          <p:cNvPr id="142" name="Google Shape;142;p56"/>
          <p:cNvSpPr txBox="1">
            <a:spLocks noGrp="1"/>
          </p:cNvSpPr>
          <p:nvPr>
            <p:ph type="sldNum" idx="12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ontenuto 2">
  <p:cSld name="3_Contenuto 2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7"/>
          <p:cNvSpPr txBox="1">
            <a:spLocks noGrp="1"/>
          </p:cNvSpPr>
          <p:nvPr>
            <p:ph type="title"/>
          </p:nvPr>
        </p:nvSpPr>
        <p:spPr>
          <a:xfrm>
            <a:off x="457200" y="356981"/>
            <a:ext cx="8229600" cy="62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52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57"/>
          <p:cNvSpPr txBox="1">
            <a:spLocks noGrp="1"/>
          </p:cNvSpPr>
          <p:nvPr>
            <p:ph type="body" idx="1"/>
          </p:nvPr>
        </p:nvSpPr>
        <p:spPr>
          <a:xfrm>
            <a:off x="457200" y="1150938"/>
            <a:ext cx="4038600" cy="3724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marR="0" lvl="0" indent="-32004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accent6"/>
              </a:buClr>
              <a:buSzPts val="1440"/>
              <a:buFont typeface="Arial"/>
              <a:buChar char="•"/>
              <a:defRPr sz="144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861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chemeClr val="accent6"/>
              </a:buClr>
              <a:buSzPts val="1260"/>
              <a:buFont typeface="Courier New"/>
              <a:buChar char="o"/>
              <a:defRPr sz="1260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7180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chemeClr val="accent6"/>
              </a:buClr>
              <a:buSzPts val="1080"/>
              <a:buFont typeface="Noto Sans Symbols"/>
              <a:buChar char="▪"/>
              <a:defRPr sz="1080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1464" algn="l">
              <a:lnSpc>
                <a:spcPct val="100000"/>
              </a:lnSpc>
              <a:spcBef>
                <a:spcPts val="198"/>
              </a:spcBef>
              <a:spcAft>
                <a:spcPts val="0"/>
              </a:spcAft>
              <a:buClr>
                <a:schemeClr val="accent6"/>
              </a:buClr>
              <a:buSzPts val="990"/>
              <a:buFont typeface="Courier New"/>
              <a:buChar char="o"/>
              <a:defRPr sz="989"/>
            </a:lvl4pPr>
            <a:lvl5pPr marL="2286000" marR="0" lvl="4" indent="-288607" algn="l">
              <a:lnSpc>
                <a:spcPct val="100000"/>
              </a:lnSpc>
              <a:spcBef>
                <a:spcPts val="189"/>
              </a:spcBef>
              <a:spcAft>
                <a:spcPts val="0"/>
              </a:spcAft>
              <a:buClr>
                <a:schemeClr val="accent6"/>
              </a:buClr>
              <a:buSzPts val="945"/>
              <a:buFont typeface="Noto Sans Symbols"/>
              <a:buChar char="▪"/>
              <a:defRPr sz="945"/>
            </a:lvl5pPr>
            <a:lvl6pPr marL="2743200" lvl="5" indent="-331470" algn="l">
              <a:spcBef>
                <a:spcPts val="324"/>
              </a:spcBef>
              <a:spcAft>
                <a:spcPts val="0"/>
              </a:spcAft>
              <a:buClr>
                <a:schemeClr val="dk1"/>
              </a:buClr>
              <a:buSzPts val="1620"/>
              <a:buChar char="•"/>
              <a:defRPr sz="1620"/>
            </a:lvl6pPr>
            <a:lvl7pPr marL="3200400" lvl="6" indent="-331470" algn="l">
              <a:spcBef>
                <a:spcPts val="324"/>
              </a:spcBef>
              <a:spcAft>
                <a:spcPts val="0"/>
              </a:spcAft>
              <a:buClr>
                <a:schemeClr val="dk1"/>
              </a:buClr>
              <a:buSzPts val="1620"/>
              <a:buChar char="•"/>
              <a:defRPr sz="1620"/>
            </a:lvl7pPr>
            <a:lvl8pPr marL="3657600" lvl="7" indent="-331470" algn="l">
              <a:spcBef>
                <a:spcPts val="324"/>
              </a:spcBef>
              <a:spcAft>
                <a:spcPts val="0"/>
              </a:spcAft>
              <a:buClr>
                <a:schemeClr val="dk1"/>
              </a:buClr>
              <a:buSzPts val="1620"/>
              <a:buChar char="•"/>
              <a:defRPr sz="1620"/>
            </a:lvl8pPr>
            <a:lvl9pPr marL="4114800" lvl="8" indent="-331470" algn="l">
              <a:spcBef>
                <a:spcPts val="324"/>
              </a:spcBef>
              <a:spcAft>
                <a:spcPts val="0"/>
              </a:spcAft>
              <a:buClr>
                <a:schemeClr val="dk1"/>
              </a:buClr>
              <a:buSzPts val="1620"/>
              <a:buChar char="•"/>
              <a:defRPr sz="1620"/>
            </a:lvl9pPr>
          </a:lstStyle>
          <a:p>
            <a:endParaRPr/>
          </a:p>
        </p:txBody>
      </p:sp>
      <p:sp>
        <p:nvSpPr>
          <p:cNvPr id="146" name="Google Shape;146;p57"/>
          <p:cNvSpPr txBox="1">
            <a:spLocks noGrp="1"/>
          </p:cNvSpPr>
          <p:nvPr>
            <p:ph type="body" idx="2"/>
          </p:nvPr>
        </p:nvSpPr>
        <p:spPr>
          <a:xfrm>
            <a:off x="4648200" y="1150938"/>
            <a:ext cx="4038600" cy="3724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accent6"/>
              </a:buClr>
              <a:buSzPts val="1440"/>
              <a:buChar char="•"/>
              <a:defRPr sz="1440">
                <a:latin typeface="Arial"/>
                <a:ea typeface="Arial"/>
                <a:cs typeface="Arial"/>
                <a:sym typeface="Arial"/>
              </a:defRPr>
            </a:lvl1pPr>
            <a:lvl2pPr marL="914400" lvl="1" indent="-30861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chemeClr val="accent6"/>
              </a:buClr>
              <a:buSzPts val="1260"/>
              <a:buFont typeface="Courier New"/>
              <a:buChar char="o"/>
              <a:defRPr sz="1260">
                <a:latin typeface="Arial"/>
                <a:ea typeface="Arial"/>
                <a:cs typeface="Arial"/>
                <a:sym typeface="Arial"/>
              </a:defRPr>
            </a:lvl2pPr>
            <a:lvl3pPr marL="1371600" lvl="2" indent="-297180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chemeClr val="accent6"/>
              </a:buClr>
              <a:buSzPts val="1080"/>
              <a:buFont typeface="Noto Sans Symbols"/>
              <a:buChar char="▪"/>
              <a:defRPr sz="1080">
                <a:latin typeface="Arial"/>
                <a:ea typeface="Arial"/>
                <a:cs typeface="Arial"/>
                <a:sym typeface="Arial"/>
              </a:defRPr>
            </a:lvl3pPr>
            <a:lvl4pPr marL="1828800" lvl="3" indent="-291464" algn="l">
              <a:lnSpc>
                <a:spcPct val="100000"/>
              </a:lnSpc>
              <a:spcBef>
                <a:spcPts val="198"/>
              </a:spcBef>
              <a:spcAft>
                <a:spcPts val="0"/>
              </a:spcAft>
              <a:buClr>
                <a:schemeClr val="accent6"/>
              </a:buClr>
              <a:buSzPts val="990"/>
              <a:buFont typeface="Courier New"/>
              <a:buChar char="o"/>
              <a:defRPr sz="989"/>
            </a:lvl4pPr>
            <a:lvl5pPr marL="2286000" lvl="4" indent="-288607" algn="l">
              <a:lnSpc>
                <a:spcPct val="100000"/>
              </a:lnSpc>
              <a:spcBef>
                <a:spcPts val="189"/>
              </a:spcBef>
              <a:spcAft>
                <a:spcPts val="0"/>
              </a:spcAft>
              <a:buClr>
                <a:schemeClr val="accent6"/>
              </a:buClr>
              <a:buSzPts val="945"/>
              <a:buFont typeface="Noto Sans Symbols"/>
              <a:buChar char="▪"/>
              <a:defRPr sz="945"/>
            </a:lvl5pPr>
            <a:lvl6pPr marL="2743200" lvl="5" indent="-331470" algn="l">
              <a:spcBef>
                <a:spcPts val="324"/>
              </a:spcBef>
              <a:spcAft>
                <a:spcPts val="0"/>
              </a:spcAft>
              <a:buClr>
                <a:schemeClr val="dk1"/>
              </a:buClr>
              <a:buSzPts val="1620"/>
              <a:buChar char="•"/>
              <a:defRPr sz="1620"/>
            </a:lvl6pPr>
            <a:lvl7pPr marL="3200400" lvl="6" indent="-331470" algn="l">
              <a:spcBef>
                <a:spcPts val="324"/>
              </a:spcBef>
              <a:spcAft>
                <a:spcPts val="0"/>
              </a:spcAft>
              <a:buClr>
                <a:schemeClr val="dk1"/>
              </a:buClr>
              <a:buSzPts val="1620"/>
              <a:buChar char="•"/>
              <a:defRPr sz="1620"/>
            </a:lvl7pPr>
            <a:lvl8pPr marL="3657600" lvl="7" indent="-331470" algn="l">
              <a:spcBef>
                <a:spcPts val="324"/>
              </a:spcBef>
              <a:spcAft>
                <a:spcPts val="0"/>
              </a:spcAft>
              <a:buClr>
                <a:schemeClr val="dk1"/>
              </a:buClr>
              <a:buSzPts val="1620"/>
              <a:buChar char="•"/>
              <a:defRPr sz="1620"/>
            </a:lvl8pPr>
            <a:lvl9pPr marL="4114800" lvl="8" indent="-331470" algn="l">
              <a:spcBef>
                <a:spcPts val="324"/>
              </a:spcBef>
              <a:spcAft>
                <a:spcPts val="0"/>
              </a:spcAft>
              <a:buClr>
                <a:schemeClr val="dk1"/>
              </a:buClr>
              <a:buSzPts val="1620"/>
              <a:buChar char="•"/>
              <a:defRPr sz="1620"/>
            </a:lvl9pPr>
          </a:lstStyle>
          <a:p>
            <a:endParaRPr/>
          </a:p>
        </p:txBody>
      </p:sp>
      <p:sp>
        <p:nvSpPr>
          <p:cNvPr id="147" name="Google Shape;147;p57"/>
          <p:cNvSpPr txBox="1">
            <a:spLocks noGrp="1"/>
          </p:cNvSpPr>
          <p:nvPr>
            <p:ph type="sldNum" idx="12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fronto" type="twoTxTwoObj">
  <p:cSld name="TWO_OBJECTS_WITH_TEXT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8"/>
          <p:cNvSpPr txBox="1">
            <a:spLocks noGrp="1"/>
          </p:cNvSpPr>
          <p:nvPr>
            <p:ph type="title"/>
          </p:nvPr>
        </p:nvSpPr>
        <p:spPr>
          <a:xfrm>
            <a:off x="457200" y="358776"/>
            <a:ext cx="8229600" cy="62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52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58"/>
          <p:cNvSpPr txBox="1">
            <a:spLocks noGrp="1"/>
          </p:cNvSpPr>
          <p:nvPr>
            <p:ph type="body" idx="1"/>
          </p:nvPr>
        </p:nvSpPr>
        <p:spPr>
          <a:xfrm>
            <a:off x="462239" y="1150938"/>
            <a:ext cx="4040188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accent6"/>
              </a:buClr>
              <a:buSzPts val="1440"/>
              <a:buNone/>
              <a:defRPr sz="144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/>
            </a:lvl2pPr>
            <a:lvl3pPr marL="1371600" lvl="2" indent="-228600" algn="l">
              <a:lnSpc>
                <a:spcPct val="100000"/>
              </a:lnSpc>
              <a:spcBef>
                <a:spcPts val="324"/>
              </a:spcBef>
              <a:spcAft>
                <a:spcPts val="0"/>
              </a:spcAft>
              <a:buClr>
                <a:schemeClr val="accent6"/>
              </a:buClr>
              <a:buSzPts val="1620"/>
              <a:buNone/>
              <a:defRPr sz="1620" b="1"/>
            </a:lvl3pPr>
            <a:lvl4pPr marL="1828800" lvl="3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accent6"/>
              </a:buClr>
              <a:buSzPts val="1440"/>
              <a:buNone/>
              <a:defRPr sz="1440" b="1"/>
            </a:lvl4pPr>
            <a:lvl5pPr marL="2286000" lvl="4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accent6"/>
              </a:buClr>
              <a:buSzPts val="1440"/>
              <a:buNone/>
              <a:defRPr sz="1440" b="1"/>
            </a:lvl5pPr>
            <a:lvl6pPr marL="2743200" lvl="5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 b="1"/>
            </a:lvl6pPr>
            <a:lvl7pPr marL="3200400" lvl="6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 b="1"/>
            </a:lvl7pPr>
            <a:lvl8pPr marL="3657600" lvl="7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 b="1"/>
            </a:lvl8pPr>
            <a:lvl9pPr marL="4114800" lvl="8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 b="1"/>
            </a:lvl9pPr>
          </a:lstStyle>
          <a:p>
            <a:endParaRPr/>
          </a:p>
        </p:txBody>
      </p:sp>
      <p:sp>
        <p:nvSpPr>
          <p:cNvPr id="151" name="Google Shape;151;p58"/>
          <p:cNvSpPr txBox="1">
            <a:spLocks noGrp="1"/>
          </p:cNvSpPr>
          <p:nvPr>
            <p:ph type="body" idx="2"/>
          </p:nvPr>
        </p:nvSpPr>
        <p:spPr>
          <a:xfrm>
            <a:off x="457200" y="1725546"/>
            <a:ext cx="4040188" cy="3149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accent6"/>
              </a:buClr>
              <a:buSzPts val="1440"/>
              <a:buChar char="•"/>
              <a:defRPr sz="1440">
                <a:latin typeface="Arial"/>
                <a:ea typeface="Arial"/>
                <a:cs typeface="Arial"/>
                <a:sym typeface="Arial"/>
              </a:defRPr>
            </a:lvl1pPr>
            <a:lvl2pPr marL="914400" lvl="1" indent="-30861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chemeClr val="accent6"/>
              </a:buClr>
              <a:buSzPts val="1260"/>
              <a:buFont typeface="Courier New"/>
              <a:buChar char="o"/>
              <a:defRPr sz="1260">
                <a:latin typeface="Arial"/>
                <a:ea typeface="Arial"/>
                <a:cs typeface="Arial"/>
                <a:sym typeface="Arial"/>
              </a:defRPr>
            </a:lvl2pPr>
            <a:lvl3pPr marL="1371600" lvl="2" indent="-297180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chemeClr val="accent6"/>
              </a:buClr>
              <a:buSzPts val="1080"/>
              <a:buFont typeface="Noto Sans Symbols"/>
              <a:buChar char="▪"/>
              <a:defRPr sz="1080">
                <a:latin typeface="Arial"/>
                <a:ea typeface="Arial"/>
                <a:cs typeface="Arial"/>
                <a:sym typeface="Arial"/>
              </a:defRPr>
            </a:lvl3pPr>
            <a:lvl4pPr marL="1828800" lvl="3" indent="-291464" algn="l">
              <a:lnSpc>
                <a:spcPct val="100000"/>
              </a:lnSpc>
              <a:spcBef>
                <a:spcPts val="198"/>
              </a:spcBef>
              <a:spcAft>
                <a:spcPts val="0"/>
              </a:spcAft>
              <a:buClr>
                <a:schemeClr val="accent6"/>
              </a:buClr>
              <a:buSzPts val="990"/>
              <a:buFont typeface="Courier New"/>
              <a:buChar char="o"/>
              <a:defRPr sz="989">
                <a:latin typeface="Arial"/>
                <a:ea typeface="Arial"/>
                <a:cs typeface="Arial"/>
                <a:sym typeface="Arial"/>
              </a:defRPr>
            </a:lvl4pPr>
            <a:lvl5pPr marL="2286000" lvl="4" indent="-288607" algn="l">
              <a:lnSpc>
                <a:spcPct val="100000"/>
              </a:lnSpc>
              <a:spcBef>
                <a:spcPts val="189"/>
              </a:spcBef>
              <a:spcAft>
                <a:spcPts val="0"/>
              </a:spcAft>
              <a:buClr>
                <a:schemeClr val="accent6"/>
              </a:buClr>
              <a:buSzPts val="945"/>
              <a:buFont typeface="Noto Sans Symbols"/>
              <a:buChar char="▪"/>
              <a:defRPr sz="945">
                <a:latin typeface="Arial"/>
                <a:ea typeface="Arial"/>
                <a:cs typeface="Arial"/>
                <a:sym typeface="Arial"/>
              </a:defRPr>
            </a:lvl5pPr>
            <a:lvl6pPr marL="2743200" lvl="5" indent="-320039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 sz="1440"/>
            </a:lvl6pPr>
            <a:lvl7pPr marL="3200400" lvl="6" indent="-320039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 sz="1440"/>
            </a:lvl7pPr>
            <a:lvl8pPr marL="3657600" lvl="7" indent="-32004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 sz="1440"/>
            </a:lvl8pPr>
            <a:lvl9pPr marL="4114800" lvl="8" indent="-32004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 sz="1440"/>
            </a:lvl9pPr>
          </a:lstStyle>
          <a:p>
            <a:endParaRPr/>
          </a:p>
        </p:txBody>
      </p:sp>
      <p:sp>
        <p:nvSpPr>
          <p:cNvPr id="152" name="Google Shape;152;p58"/>
          <p:cNvSpPr txBox="1">
            <a:spLocks noGrp="1"/>
          </p:cNvSpPr>
          <p:nvPr>
            <p:ph type="body" idx="3"/>
          </p:nvPr>
        </p:nvSpPr>
        <p:spPr>
          <a:xfrm>
            <a:off x="4645027" y="1150938"/>
            <a:ext cx="4041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accent6"/>
              </a:buClr>
              <a:buSzPts val="1440"/>
              <a:buNone/>
              <a:defRPr sz="144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/>
            </a:lvl2pPr>
            <a:lvl3pPr marL="1371600" lvl="2" indent="-228600" algn="l">
              <a:lnSpc>
                <a:spcPct val="100000"/>
              </a:lnSpc>
              <a:spcBef>
                <a:spcPts val="324"/>
              </a:spcBef>
              <a:spcAft>
                <a:spcPts val="0"/>
              </a:spcAft>
              <a:buClr>
                <a:schemeClr val="accent6"/>
              </a:buClr>
              <a:buSzPts val="1620"/>
              <a:buNone/>
              <a:defRPr sz="1620" b="1"/>
            </a:lvl3pPr>
            <a:lvl4pPr marL="1828800" lvl="3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accent6"/>
              </a:buClr>
              <a:buSzPts val="1440"/>
              <a:buNone/>
              <a:defRPr sz="1440" b="1"/>
            </a:lvl4pPr>
            <a:lvl5pPr marL="2286000" lvl="4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accent6"/>
              </a:buClr>
              <a:buSzPts val="1440"/>
              <a:buNone/>
              <a:defRPr sz="1440" b="1"/>
            </a:lvl5pPr>
            <a:lvl6pPr marL="2743200" lvl="5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 b="1"/>
            </a:lvl6pPr>
            <a:lvl7pPr marL="3200400" lvl="6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 b="1"/>
            </a:lvl7pPr>
            <a:lvl8pPr marL="3657600" lvl="7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 b="1"/>
            </a:lvl8pPr>
            <a:lvl9pPr marL="4114800" lvl="8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 b="1"/>
            </a:lvl9pPr>
          </a:lstStyle>
          <a:p>
            <a:endParaRPr/>
          </a:p>
        </p:txBody>
      </p:sp>
      <p:sp>
        <p:nvSpPr>
          <p:cNvPr id="153" name="Google Shape;153;p58"/>
          <p:cNvSpPr txBox="1">
            <a:spLocks noGrp="1"/>
          </p:cNvSpPr>
          <p:nvPr>
            <p:ph type="body" idx="4"/>
          </p:nvPr>
        </p:nvSpPr>
        <p:spPr>
          <a:xfrm>
            <a:off x="4645027" y="1725544"/>
            <a:ext cx="4041775" cy="3149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accent6"/>
              </a:buClr>
              <a:buSzPts val="1440"/>
              <a:buChar char="•"/>
              <a:defRPr sz="1440">
                <a:latin typeface="Arial"/>
                <a:ea typeface="Arial"/>
                <a:cs typeface="Arial"/>
                <a:sym typeface="Arial"/>
              </a:defRPr>
            </a:lvl1pPr>
            <a:lvl2pPr marL="914400" lvl="1" indent="-30861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chemeClr val="accent6"/>
              </a:buClr>
              <a:buSzPts val="1260"/>
              <a:buFont typeface="Courier New"/>
              <a:buChar char="o"/>
              <a:defRPr sz="1260">
                <a:latin typeface="Arial"/>
                <a:ea typeface="Arial"/>
                <a:cs typeface="Arial"/>
                <a:sym typeface="Arial"/>
              </a:defRPr>
            </a:lvl2pPr>
            <a:lvl3pPr marL="1371600" lvl="2" indent="-297180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chemeClr val="accent6"/>
              </a:buClr>
              <a:buSzPts val="1080"/>
              <a:buFont typeface="Noto Sans Symbols"/>
              <a:buChar char="▪"/>
              <a:defRPr sz="1080">
                <a:latin typeface="Arial"/>
                <a:ea typeface="Arial"/>
                <a:cs typeface="Arial"/>
                <a:sym typeface="Arial"/>
              </a:defRPr>
            </a:lvl3pPr>
            <a:lvl4pPr marL="1828800" lvl="3" indent="-291464" algn="l">
              <a:lnSpc>
                <a:spcPct val="100000"/>
              </a:lnSpc>
              <a:spcBef>
                <a:spcPts val="198"/>
              </a:spcBef>
              <a:spcAft>
                <a:spcPts val="0"/>
              </a:spcAft>
              <a:buClr>
                <a:schemeClr val="accent6"/>
              </a:buClr>
              <a:buSzPts val="990"/>
              <a:buFont typeface="Courier New"/>
              <a:buChar char="o"/>
              <a:defRPr sz="989">
                <a:latin typeface="Arial"/>
                <a:ea typeface="Arial"/>
                <a:cs typeface="Arial"/>
                <a:sym typeface="Arial"/>
              </a:defRPr>
            </a:lvl4pPr>
            <a:lvl5pPr marL="2286000" lvl="4" indent="-288607" algn="l">
              <a:lnSpc>
                <a:spcPct val="100000"/>
              </a:lnSpc>
              <a:spcBef>
                <a:spcPts val="189"/>
              </a:spcBef>
              <a:spcAft>
                <a:spcPts val="0"/>
              </a:spcAft>
              <a:buClr>
                <a:schemeClr val="accent6"/>
              </a:buClr>
              <a:buSzPts val="945"/>
              <a:buFont typeface="Noto Sans Symbols"/>
              <a:buChar char="▪"/>
              <a:defRPr sz="945">
                <a:latin typeface="Arial"/>
                <a:ea typeface="Arial"/>
                <a:cs typeface="Arial"/>
                <a:sym typeface="Arial"/>
              </a:defRPr>
            </a:lvl5pPr>
            <a:lvl6pPr marL="2743200" lvl="5" indent="-320039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 sz="1440"/>
            </a:lvl6pPr>
            <a:lvl7pPr marL="3200400" lvl="6" indent="-320039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 sz="1440"/>
            </a:lvl7pPr>
            <a:lvl8pPr marL="3657600" lvl="7" indent="-32004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 sz="1440"/>
            </a:lvl8pPr>
            <a:lvl9pPr marL="4114800" lvl="8" indent="-32004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 sz="1440"/>
            </a:lvl9pPr>
          </a:lstStyle>
          <a:p>
            <a:endParaRPr/>
          </a:p>
        </p:txBody>
      </p:sp>
      <p:sp>
        <p:nvSpPr>
          <p:cNvPr id="154" name="Google Shape;154;p58"/>
          <p:cNvSpPr txBox="1">
            <a:spLocks noGrp="1"/>
          </p:cNvSpPr>
          <p:nvPr>
            <p:ph type="sldNum" idx="12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nfronto">
  <p:cSld name="2_Confronto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9"/>
          <p:cNvSpPr txBox="1">
            <a:spLocks noGrp="1"/>
          </p:cNvSpPr>
          <p:nvPr>
            <p:ph type="title"/>
          </p:nvPr>
        </p:nvSpPr>
        <p:spPr>
          <a:xfrm>
            <a:off x="457200" y="358776"/>
            <a:ext cx="8229600" cy="62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52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59"/>
          <p:cNvSpPr txBox="1">
            <a:spLocks noGrp="1"/>
          </p:cNvSpPr>
          <p:nvPr>
            <p:ph type="body" idx="1"/>
          </p:nvPr>
        </p:nvSpPr>
        <p:spPr>
          <a:xfrm>
            <a:off x="462240" y="1154575"/>
            <a:ext cx="8218211" cy="381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4"/>
              </a:spcBef>
              <a:spcAft>
                <a:spcPts val="0"/>
              </a:spcAft>
              <a:buClr>
                <a:schemeClr val="accent6"/>
              </a:buClr>
              <a:buSzPts val="1620"/>
              <a:buNone/>
              <a:defRPr sz="162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/>
            </a:lvl2pPr>
            <a:lvl3pPr marL="1371600" lvl="2" indent="-228600" algn="l">
              <a:lnSpc>
                <a:spcPct val="100000"/>
              </a:lnSpc>
              <a:spcBef>
                <a:spcPts val="324"/>
              </a:spcBef>
              <a:spcAft>
                <a:spcPts val="0"/>
              </a:spcAft>
              <a:buClr>
                <a:schemeClr val="accent6"/>
              </a:buClr>
              <a:buSzPts val="1620"/>
              <a:buNone/>
              <a:defRPr sz="1620" b="1"/>
            </a:lvl3pPr>
            <a:lvl4pPr marL="1828800" lvl="3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accent6"/>
              </a:buClr>
              <a:buSzPts val="1440"/>
              <a:buNone/>
              <a:defRPr sz="1440" b="1"/>
            </a:lvl4pPr>
            <a:lvl5pPr marL="2286000" lvl="4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accent6"/>
              </a:buClr>
              <a:buSzPts val="1440"/>
              <a:buNone/>
              <a:defRPr sz="1440" b="1"/>
            </a:lvl5pPr>
            <a:lvl6pPr marL="2743200" lvl="5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 b="1"/>
            </a:lvl6pPr>
            <a:lvl7pPr marL="3200400" lvl="6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 b="1"/>
            </a:lvl7pPr>
            <a:lvl8pPr marL="3657600" lvl="7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 b="1"/>
            </a:lvl8pPr>
            <a:lvl9pPr marL="4114800" lvl="8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 b="1"/>
            </a:lvl9pPr>
          </a:lstStyle>
          <a:p>
            <a:endParaRPr/>
          </a:p>
        </p:txBody>
      </p:sp>
      <p:sp>
        <p:nvSpPr>
          <p:cNvPr id="158" name="Google Shape;158;p59"/>
          <p:cNvSpPr txBox="1">
            <a:spLocks noGrp="1"/>
          </p:cNvSpPr>
          <p:nvPr>
            <p:ph type="body" idx="2"/>
          </p:nvPr>
        </p:nvSpPr>
        <p:spPr>
          <a:xfrm>
            <a:off x="457200" y="1729180"/>
            <a:ext cx="4040188" cy="3146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accent6"/>
              </a:buClr>
              <a:buSzPts val="1440"/>
              <a:buNone/>
              <a:defRPr sz="1440">
                <a:latin typeface="Arial"/>
                <a:ea typeface="Arial"/>
                <a:cs typeface="Arial"/>
                <a:sym typeface="Arial"/>
              </a:defRPr>
            </a:lvl1pPr>
            <a:lvl2pPr marL="914400" lvl="1" indent="-30861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chemeClr val="accent6"/>
              </a:buClr>
              <a:buSzPts val="1260"/>
              <a:buFont typeface="Courier New"/>
              <a:buChar char="o"/>
              <a:defRPr sz="1260">
                <a:latin typeface="Arial"/>
                <a:ea typeface="Arial"/>
                <a:cs typeface="Arial"/>
                <a:sym typeface="Arial"/>
              </a:defRPr>
            </a:lvl2pPr>
            <a:lvl3pPr marL="1371600" lvl="2" indent="-297180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chemeClr val="accent6"/>
              </a:buClr>
              <a:buSzPts val="1080"/>
              <a:buFont typeface="Noto Sans Symbols"/>
              <a:buChar char="▪"/>
              <a:defRPr sz="1080">
                <a:latin typeface="Arial"/>
                <a:ea typeface="Arial"/>
                <a:cs typeface="Arial"/>
                <a:sym typeface="Arial"/>
              </a:defRPr>
            </a:lvl3pPr>
            <a:lvl4pPr marL="1828800" lvl="3" indent="-291464" algn="l">
              <a:lnSpc>
                <a:spcPct val="100000"/>
              </a:lnSpc>
              <a:spcBef>
                <a:spcPts val="198"/>
              </a:spcBef>
              <a:spcAft>
                <a:spcPts val="0"/>
              </a:spcAft>
              <a:buClr>
                <a:schemeClr val="accent6"/>
              </a:buClr>
              <a:buSzPts val="990"/>
              <a:buFont typeface="Courier New"/>
              <a:buChar char="o"/>
              <a:defRPr sz="989">
                <a:latin typeface="Arial"/>
                <a:ea typeface="Arial"/>
                <a:cs typeface="Arial"/>
                <a:sym typeface="Arial"/>
              </a:defRPr>
            </a:lvl4pPr>
            <a:lvl5pPr marL="2286000" lvl="4" indent="-288607" algn="l">
              <a:lnSpc>
                <a:spcPct val="100000"/>
              </a:lnSpc>
              <a:spcBef>
                <a:spcPts val="189"/>
              </a:spcBef>
              <a:spcAft>
                <a:spcPts val="0"/>
              </a:spcAft>
              <a:buClr>
                <a:schemeClr val="accent6"/>
              </a:buClr>
              <a:buSzPts val="945"/>
              <a:buFont typeface="Noto Sans Symbols"/>
              <a:buChar char="▪"/>
              <a:defRPr sz="945">
                <a:latin typeface="Arial"/>
                <a:ea typeface="Arial"/>
                <a:cs typeface="Arial"/>
                <a:sym typeface="Arial"/>
              </a:defRPr>
            </a:lvl5pPr>
            <a:lvl6pPr marL="2743200" lvl="5" indent="-320039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 sz="1440"/>
            </a:lvl6pPr>
            <a:lvl7pPr marL="3200400" lvl="6" indent="-320039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 sz="1440"/>
            </a:lvl7pPr>
            <a:lvl8pPr marL="3657600" lvl="7" indent="-32004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 sz="1440"/>
            </a:lvl8pPr>
            <a:lvl9pPr marL="4114800" lvl="8" indent="-32004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 sz="1440"/>
            </a:lvl9pPr>
          </a:lstStyle>
          <a:p>
            <a:endParaRPr/>
          </a:p>
        </p:txBody>
      </p:sp>
      <p:sp>
        <p:nvSpPr>
          <p:cNvPr id="159" name="Google Shape;159;p59"/>
          <p:cNvSpPr txBox="1">
            <a:spLocks noGrp="1"/>
          </p:cNvSpPr>
          <p:nvPr>
            <p:ph type="body" idx="3"/>
          </p:nvPr>
        </p:nvSpPr>
        <p:spPr>
          <a:xfrm>
            <a:off x="4645027" y="1729180"/>
            <a:ext cx="4041775" cy="3146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accent6"/>
              </a:buClr>
              <a:buSzPts val="1440"/>
              <a:buNone/>
              <a:defRPr sz="1440">
                <a:latin typeface="Arial"/>
                <a:ea typeface="Arial"/>
                <a:cs typeface="Arial"/>
                <a:sym typeface="Arial"/>
              </a:defRPr>
            </a:lvl1pPr>
            <a:lvl2pPr marL="914400" lvl="1" indent="-30861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chemeClr val="accent6"/>
              </a:buClr>
              <a:buSzPts val="1260"/>
              <a:buFont typeface="Courier New"/>
              <a:buChar char="o"/>
              <a:defRPr sz="1260">
                <a:latin typeface="Arial"/>
                <a:ea typeface="Arial"/>
                <a:cs typeface="Arial"/>
                <a:sym typeface="Arial"/>
              </a:defRPr>
            </a:lvl2pPr>
            <a:lvl3pPr marL="1371600" lvl="2" indent="-297180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chemeClr val="accent6"/>
              </a:buClr>
              <a:buSzPts val="1080"/>
              <a:buFont typeface="Noto Sans Symbols"/>
              <a:buChar char="▪"/>
              <a:defRPr sz="1080">
                <a:latin typeface="Arial"/>
                <a:ea typeface="Arial"/>
                <a:cs typeface="Arial"/>
                <a:sym typeface="Arial"/>
              </a:defRPr>
            </a:lvl3pPr>
            <a:lvl4pPr marL="1828800" lvl="3" indent="-288607" algn="l">
              <a:lnSpc>
                <a:spcPct val="100000"/>
              </a:lnSpc>
              <a:spcBef>
                <a:spcPts val="189"/>
              </a:spcBef>
              <a:spcAft>
                <a:spcPts val="0"/>
              </a:spcAft>
              <a:buClr>
                <a:schemeClr val="accent6"/>
              </a:buClr>
              <a:buSzPts val="945"/>
              <a:buFont typeface="Courier New"/>
              <a:buChar char="o"/>
              <a:defRPr sz="945">
                <a:latin typeface="Arial"/>
                <a:ea typeface="Arial"/>
                <a:cs typeface="Arial"/>
                <a:sym typeface="Arial"/>
              </a:defRPr>
            </a:lvl4pPr>
            <a:lvl5pPr marL="2286000" lvl="4" indent="-288607" algn="l">
              <a:lnSpc>
                <a:spcPct val="100000"/>
              </a:lnSpc>
              <a:spcBef>
                <a:spcPts val="189"/>
              </a:spcBef>
              <a:spcAft>
                <a:spcPts val="0"/>
              </a:spcAft>
              <a:buClr>
                <a:schemeClr val="accent6"/>
              </a:buClr>
              <a:buSzPts val="945"/>
              <a:buFont typeface="Noto Sans Symbols"/>
              <a:buChar char="▪"/>
              <a:defRPr sz="945">
                <a:latin typeface="Arial"/>
                <a:ea typeface="Arial"/>
                <a:cs typeface="Arial"/>
                <a:sym typeface="Arial"/>
              </a:defRPr>
            </a:lvl5pPr>
            <a:lvl6pPr marL="2743200" lvl="5" indent="-320039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 sz="1440"/>
            </a:lvl6pPr>
            <a:lvl7pPr marL="3200400" lvl="6" indent="-320039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 sz="1440"/>
            </a:lvl7pPr>
            <a:lvl8pPr marL="3657600" lvl="7" indent="-32004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 sz="1440"/>
            </a:lvl8pPr>
            <a:lvl9pPr marL="4114800" lvl="8" indent="-32004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 sz="1440"/>
            </a:lvl9pPr>
          </a:lstStyle>
          <a:p>
            <a:endParaRPr/>
          </a:p>
        </p:txBody>
      </p:sp>
      <p:sp>
        <p:nvSpPr>
          <p:cNvPr id="160" name="Google Shape;160;p59"/>
          <p:cNvSpPr txBox="1">
            <a:spLocks noGrp="1"/>
          </p:cNvSpPr>
          <p:nvPr>
            <p:ph type="sldNum" idx="12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fronto">
  <p:cSld name="1_Confronto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0"/>
          <p:cNvSpPr txBox="1">
            <a:spLocks noGrp="1"/>
          </p:cNvSpPr>
          <p:nvPr>
            <p:ph type="title"/>
          </p:nvPr>
        </p:nvSpPr>
        <p:spPr>
          <a:xfrm>
            <a:off x="457200" y="358776"/>
            <a:ext cx="8229600" cy="62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52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60"/>
          <p:cNvSpPr txBox="1">
            <a:spLocks noGrp="1"/>
          </p:cNvSpPr>
          <p:nvPr>
            <p:ph type="body" idx="1"/>
          </p:nvPr>
        </p:nvSpPr>
        <p:spPr>
          <a:xfrm>
            <a:off x="462240" y="1150938"/>
            <a:ext cx="8218211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accent6"/>
              </a:buClr>
              <a:buSzPts val="1440"/>
              <a:buNone/>
              <a:defRPr sz="144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/>
            </a:lvl2pPr>
            <a:lvl3pPr marL="1371600" lvl="2" indent="-228600" algn="l">
              <a:lnSpc>
                <a:spcPct val="100000"/>
              </a:lnSpc>
              <a:spcBef>
                <a:spcPts val="324"/>
              </a:spcBef>
              <a:spcAft>
                <a:spcPts val="0"/>
              </a:spcAft>
              <a:buClr>
                <a:schemeClr val="accent6"/>
              </a:buClr>
              <a:buSzPts val="1620"/>
              <a:buNone/>
              <a:defRPr sz="1620" b="1"/>
            </a:lvl3pPr>
            <a:lvl4pPr marL="1828800" lvl="3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accent6"/>
              </a:buClr>
              <a:buSzPts val="1440"/>
              <a:buNone/>
              <a:defRPr sz="1440" b="1"/>
            </a:lvl4pPr>
            <a:lvl5pPr marL="2286000" lvl="4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accent6"/>
              </a:buClr>
              <a:buSzPts val="1440"/>
              <a:buNone/>
              <a:defRPr sz="1440" b="1"/>
            </a:lvl5pPr>
            <a:lvl6pPr marL="2743200" lvl="5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 b="1"/>
            </a:lvl6pPr>
            <a:lvl7pPr marL="3200400" lvl="6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 b="1"/>
            </a:lvl7pPr>
            <a:lvl8pPr marL="3657600" lvl="7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 b="1"/>
            </a:lvl8pPr>
            <a:lvl9pPr marL="4114800" lvl="8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 b="1"/>
            </a:lvl9pPr>
          </a:lstStyle>
          <a:p>
            <a:endParaRPr/>
          </a:p>
        </p:txBody>
      </p:sp>
      <p:sp>
        <p:nvSpPr>
          <p:cNvPr id="164" name="Google Shape;164;p60"/>
          <p:cNvSpPr txBox="1">
            <a:spLocks noGrp="1"/>
          </p:cNvSpPr>
          <p:nvPr>
            <p:ph type="body" idx="2"/>
          </p:nvPr>
        </p:nvSpPr>
        <p:spPr>
          <a:xfrm>
            <a:off x="457200" y="1823969"/>
            <a:ext cx="8229600" cy="3051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accent6"/>
              </a:buClr>
              <a:buSzPts val="1440"/>
              <a:buNone/>
              <a:defRPr sz="1440">
                <a:latin typeface="Arial"/>
                <a:ea typeface="Arial"/>
                <a:cs typeface="Arial"/>
                <a:sym typeface="Arial"/>
              </a:defRPr>
            </a:lvl1pPr>
            <a:lvl2pPr marL="914400" lvl="1" indent="-30861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chemeClr val="accent6"/>
              </a:buClr>
              <a:buSzPts val="1260"/>
              <a:buFont typeface="Courier New"/>
              <a:buChar char="o"/>
              <a:defRPr sz="126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0039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accent6"/>
              </a:buClr>
              <a:buSzPts val="1440"/>
              <a:buChar char="•"/>
              <a:defRPr sz="1440"/>
            </a:lvl3pPr>
            <a:lvl4pPr marL="1828800" lvl="3" indent="-320039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accent6"/>
              </a:buClr>
              <a:buSzPts val="1440"/>
              <a:buChar char="–"/>
              <a:defRPr sz="1440"/>
            </a:lvl4pPr>
            <a:lvl5pPr marL="2286000" lvl="4" indent="-320039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accent6"/>
              </a:buClr>
              <a:buSzPts val="1440"/>
              <a:buChar char="»"/>
              <a:defRPr sz="1440"/>
            </a:lvl5pPr>
            <a:lvl6pPr marL="2743200" lvl="5" indent="-320039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 sz="1440"/>
            </a:lvl6pPr>
            <a:lvl7pPr marL="3200400" lvl="6" indent="-320039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 sz="1440"/>
            </a:lvl7pPr>
            <a:lvl8pPr marL="3657600" lvl="7" indent="-32004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 sz="1440"/>
            </a:lvl8pPr>
            <a:lvl9pPr marL="4114800" lvl="8" indent="-32004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 sz="1440"/>
            </a:lvl9pPr>
          </a:lstStyle>
          <a:p>
            <a:endParaRPr/>
          </a:p>
        </p:txBody>
      </p:sp>
      <p:sp>
        <p:nvSpPr>
          <p:cNvPr id="165" name="Google Shape;165;p60"/>
          <p:cNvSpPr txBox="1">
            <a:spLocks noGrp="1"/>
          </p:cNvSpPr>
          <p:nvPr>
            <p:ph type="sldNum" idx="12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olo e contenuto">
  <p:cSld name="4_Titolo e contenuto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1"/>
          <p:cNvSpPr txBox="1">
            <a:spLocks noGrp="1"/>
          </p:cNvSpPr>
          <p:nvPr>
            <p:ph type="title"/>
          </p:nvPr>
        </p:nvSpPr>
        <p:spPr>
          <a:xfrm>
            <a:off x="457200" y="358776"/>
            <a:ext cx="8229600" cy="62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52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61"/>
          <p:cNvSpPr txBox="1">
            <a:spLocks noGrp="1"/>
          </p:cNvSpPr>
          <p:nvPr>
            <p:ph type="body" idx="1"/>
          </p:nvPr>
        </p:nvSpPr>
        <p:spPr>
          <a:xfrm>
            <a:off x="457200" y="1171000"/>
            <a:ext cx="8229600" cy="3704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accent6"/>
              </a:buClr>
              <a:buSzPts val="1440"/>
              <a:buNone/>
              <a:defRPr sz="1440"/>
            </a:lvl1pPr>
            <a:lvl2pPr marL="914400" lvl="1" indent="-30861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chemeClr val="accent6"/>
              </a:buClr>
              <a:buSzPts val="1260"/>
              <a:buFont typeface="Courier New"/>
              <a:buChar char="o"/>
              <a:defRPr sz="1260"/>
            </a:lvl2pPr>
            <a:lvl3pPr marL="1371600" lvl="2" indent="-30861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chemeClr val="accent6"/>
              </a:buClr>
              <a:buSzPts val="1260"/>
              <a:buFont typeface="Noto Sans Symbols"/>
              <a:buChar char="▪"/>
              <a:defRPr sz="1260"/>
            </a:lvl3pPr>
            <a:lvl4pPr marL="1828800" lvl="3" indent="-297180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chemeClr val="accent6"/>
              </a:buClr>
              <a:buSzPts val="1080"/>
              <a:buFont typeface="Courier New"/>
              <a:buChar char="o"/>
              <a:defRPr/>
            </a:lvl4pPr>
            <a:lvl5pPr marL="2286000" lvl="4" indent="-297179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chemeClr val="accent6"/>
              </a:buClr>
              <a:buSzPts val="1080"/>
              <a:buFont typeface="Noto Sans Symbols"/>
              <a:buChar char="▪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9" name="Google Shape;169;p61"/>
          <p:cNvSpPr txBox="1">
            <a:spLocks noGrp="1"/>
          </p:cNvSpPr>
          <p:nvPr>
            <p:ph type="sldNum" idx="12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titolo" type="titleOnly">
  <p:cSld name="TITLE_ONLY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2"/>
          <p:cNvSpPr txBox="1">
            <a:spLocks noGrp="1"/>
          </p:cNvSpPr>
          <p:nvPr>
            <p:ph type="title"/>
          </p:nvPr>
        </p:nvSpPr>
        <p:spPr>
          <a:xfrm>
            <a:off x="457200" y="358776"/>
            <a:ext cx="8229600" cy="62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52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62"/>
          <p:cNvSpPr txBox="1">
            <a:spLocks noGrp="1"/>
          </p:cNvSpPr>
          <p:nvPr>
            <p:ph type="sldNum" idx="12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to con didascalia" type="objTx">
  <p:cSld name="OBJECT_WITH_CAPTION_TEXT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3"/>
          <p:cNvSpPr txBox="1">
            <a:spLocks noGrp="1"/>
          </p:cNvSpPr>
          <p:nvPr>
            <p:ph type="title"/>
          </p:nvPr>
        </p:nvSpPr>
        <p:spPr>
          <a:xfrm>
            <a:off x="457202" y="358776"/>
            <a:ext cx="3008313" cy="812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520"/>
              <a:buFont typeface="Arial"/>
              <a:buNone/>
              <a:defRPr sz="252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63"/>
          <p:cNvSpPr txBox="1">
            <a:spLocks noGrp="1"/>
          </p:cNvSpPr>
          <p:nvPr>
            <p:ph type="body" idx="1"/>
          </p:nvPr>
        </p:nvSpPr>
        <p:spPr>
          <a:xfrm>
            <a:off x="3575050" y="358777"/>
            <a:ext cx="5111750" cy="4516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accent6"/>
              </a:buClr>
              <a:buSzPts val="1440"/>
              <a:buChar char="•"/>
              <a:defRPr sz="1440"/>
            </a:lvl1pPr>
            <a:lvl2pPr marL="914400" lvl="1" indent="-30861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chemeClr val="accent6"/>
              </a:buClr>
              <a:buSzPts val="1260"/>
              <a:buFont typeface="Courier New"/>
              <a:buChar char="o"/>
              <a:defRPr sz="1260"/>
            </a:lvl2pPr>
            <a:lvl3pPr marL="1371600" lvl="2" indent="-297180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chemeClr val="accent6"/>
              </a:buClr>
              <a:buSzPts val="1080"/>
              <a:buFont typeface="Noto Sans Symbols"/>
              <a:buChar char="▪"/>
              <a:defRPr sz="1080"/>
            </a:lvl3pPr>
            <a:lvl4pPr marL="1828800" lvl="3" indent="-291464" algn="l">
              <a:lnSpc>
                <a:spcPct val="100000"/>
              </a:lnSpc>
              <a:spcBef>
                <a:spcPts val="198"/>
              </a:spcBef>
              <a:spcAft>
                <a:spcPts val="0"/>
              </a:spcAft>
              <a:buClr>
                <a:schemeClr val="accent6"/>
              </a:buClr>
              <a:buSzPts val="990"/>
              <a:buFont typeface="Courier New"/>
              <a:buChar char="o"/>
              <a:defRPr sz="989"/>
            </a:lvl4pPr>
            <a:lvl5pPr marL="2286000" lvl="4" indent="-288607" algn="l">
              <a:lnSpc>
                <a:spcPct val="100000"/>
              </a:lnSpc>
              <a:spcBef>
                <a:spcPts val="189"/>
              </a:spcBef>
              <a:spcAft>
                <a:spcPts val="0"/>
              </a:spcAft>
              <a:buClr>
                <a:schemeClr val="accent6"/>
              </a:buClr>
              <a:buSzPts val="945"/>
              <a:buFont typeface="Noto Sans Symbols"/>
              <a:buChar char="▪"/>
              <a:defRPr sz="945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76" name="Google Shape;176;p63"/>
          <p:cNvSpPr txBox="1">
            <a:spLocks noGrp="1"/>
          </p:cNvSpPr>
          <p:nvPr>
            <p:ph type="body" idx="2"/>
          </p:nvPr>
        </p:nvSpPr>
        <p:spPr>
          <a:xfrm>
            <a:off x="457202" y="1171574"/>
            <a:ext cx="3008313" cy="3703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accent6"/>
              </a:buClr>
              <a:buSzPts val="1440"/>
              <a:buNone/>
              <a:defRPr sz="1440"/>
            </a:lvl1pPr>
            <a:lvl2pPr marL="914400" lvl="1" indent="-228600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chemeClr val="accent6"/>
              </a:buClr>
              <a:buSzPts val="1080"/>
              <a:buNone/>
              <a:defRPr sz="1080"/>
            </a:lvl2pPr>
            <a:lvl3pPr marL="1371600" lvl="2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>
                <a:schemeClr val="accent6"/>
              </a:buClr>
              <a:buSzPts val="810"/>
              <a:buNone/>
              <a:defRPr sz="810"/>
            </a:lvl4pPr>
            <a:lvl5pPr marL="2286000" lvl="4" indent="-228600" algn="l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>
                <a:schemeClr val="accent6"/>
              </a:buClr>
              <a:buSzPts val="810"/>
              <a:buNone/>
              <a:defRPr sz="810"/>
            </a:lvl5pPr>
            <a:lvl6pPr marL="2743200" lvl="5" indent="-228600" algn="l">
              <a:spcBef>
                <a:spcPts val="162"/>
              </a:spcBef>
              <a:spcAft>
                <a:spcPts val="0"/>
              </a:spcAft>
              <a:buClr>
                <a:schemeClr val="dk1"/>
              </a:buClr>
              <a:buSzPts val="810"/>
              <a:buNone/>
              <a:defRPr sz="810"/>
            </a:lvl6pPr>
            <a:lvl7pPr marL="3200400" lvl="6" indent="-228600" algn="l">
              <a:spcBef>
                <a:spcPts val="162"/>
              </a:spcBef>
              <a:spcAft>
                <a:spcPts val="0"/>
              </a:spcAft>
              <a:buClr>
                <a:schemeClr val="dk1"/>
              </a:buClr>
              <a:buSzPts val="810"/>
              <a:buNone/>
              <a:defRPr sz="810"/>
            </a:lvl7pPr>
            <a:lvl8pPr marL="3657600" lvl="7" indent="-228600" algn="l">
              <a:spcBef>
                <a:spcPts val="162"/>
              </a:spcBef>
              <a:spcAft>
                <a:spcPts val="0"/>
              </a:spcAft>
              <a:buClr>
                <a:schemeClr val="dk1"/>
              </a:buClr>
              <a:buSzPts val="810"/>
              <a:buNone/>
              <a:defRPr sz="810"/>
            </a:lvl8pPr>
            <a:lvl9pPr marL="4114800" lvl="8" indent="-228600" algn="l">
              <a:spcBef>
                <a:spcPts val="162"/>
              </a:spcBef>
              <a:spcAft>
                <a:spcPts val="0"/>
              </a:spcAft>
              <a:buClr>
                <a:schemeClr val="dk1"/>
              </a:buClr>
              <a:buSzPts val="810"/>
              <a:buNone/>
              <a:defRPr sz="810"/>
            </a:lvl9pPr>
          </a:lstStyle>
          <a:p>
            <a:endParaRPr/>
          </a:p>
        </p:txBody>
      </p:sp>
      <p:sp>
        <p:nvSpPr>
          <p:cNvPr id="177" name="Google Shape;177;p63"/>
          <p:cNvSpPr txBox="1">
            <a:spLocks noGrp="1"/>
          </p:cNvSpPr>
          <p:nvPr>
            <p:ph type="sldNum" idx="12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magine con didascalia" type="picTx">
  <p:cSld name="PICTURE_WITH_CAPTION_TEXT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4"/>
          <p:cNvSpPr txBox="1">
            <a:spLocks noGrp="1"/>
          </p:cNvSpPr>
          <p:nvPr>
            <p:ph type="title"/>
          </p:nvPr>
        </p:nvSpPr>
        <p:spPr>
          <a:xfrm>
            <a:off x="1792289" y="3183996"/>
            <a:ext cx="5521325" cy="473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  <a:defRPr sz="18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64"/>
          <p:cNvSpPr>
            <a:spLocks noGrp="1"/>
          </p:cNvSpPr>
          <p:nvPr>
            <p:ph type="pic" idx="2"/>
          </p:nvPr>
        </p:nvSpPr>
        <p:spPr>
          <a:xfrm>
            <a:off x="1792287" y="350308"/>
            <a:ext cx="5521326" cy="277633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64"/>
          <p:cNvSpPr txBox="1">
            <a:spLocks noGrp="1"/>
          </p:cNvSpPr>
          <p:nvPr>
            <p:ph type="body" idx="1"/>
          </p:nvPr>
        </p:nvSpPr>
        <p:spPr>
          <a:xfrm>
            <a:off x="1792289" y="3657072"/>
            <a:ext cx="5521325" cy="1218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chemeClr val="accent6"/>
              </a:buClr>
              <a:buSzPts val="1260"/>
              <a:buNone/>
              <a:defRPr sz="1260"/>
            </a:lvl1pPr>
            <a:lvl2pPr marL="914400" lvl="1" indent="-228600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chemeClr val="accent6"/>
              </a:buClr>
              <a:buSzPts val="1080"/>
              <a:buNone/>
              <a:defRPr sz="1080"/>
            </a:lvl2pPr>
            <a:lvl3pPr marL="1371600" lvl="2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>
                <a:schemeClr val="accent6"/>
              </a:buClr>
              <a:buSzPts val="810"/>
              <a:buNone/>
              <a:defRPr sz="810"/>
            </a:lvl4pPr>
            <a:lvl5pPr marL="2286000" lvl="4" indent="-228600" algn="l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>
                <a:schemeClr val="accent6"/>
              </a:buClr>
              <a:buSzPts val="810"/>
              <a:buNone/>
              <a:defRPr sz="810"/>
            </a:lvl5pPr>
            <a:lvl6pPr marL="2743200" lvl="5" indent="-228600" algn="l">
              <a:spcBef>
                <a:spcPts val="162"/>
              </a:spcBef>
              <a:spcAft>
                <a:spcPts val="0"/>
              </a:spcAft>
              <a:buClr>
                <a:schemeClr val="dk1"/>
              </a:buClr>
              <a:buSzPts val="810"/>
              <a:buNone/>
              <a:defRPr sz="810"/>
            </a:lvl6pPr>
            <a:lvl7pPr marL="3200400" lvl="6" indent="-228600" algn="l">
              <a:spcBef>
                <a:spcPts val="162"/>
              </a:spcBef>
              <a:spcAft>
                <a:spcPts val="0"/>
              </a:spcAft>
              <a:buClr>
                <a:schemeClr val="dk1"/>
              </a:buClr>
              <a:buSzPts val="810"/>
              <a:buNone/>
              <a:defRPr sz="810"/>
            </a:lvl7pPr>
            <a:lvl8pPr marL="3657600" lvl="7" indent="-228600" algn="l">
              <a:spcBef>
                <a:spcPts val="162"/>
              </a:spcBef>
              <a:spcAft>
                <a:spcPts val="0"/>
              </a:spcAft>
              <a:buClr>
                <a:schemeClr val="dk1"/>
              </a:buClr>
              <a:buSzPts val="810"/>
              <a:buNone/>
              <a:defRPr sz="810"/>
            </a:lvl8pPr>
            <a:lvl9pPr marL="4114800" lvl="8" indent="-228600" algn="l">
              <a:spcBef>
                <a:spcPts val="162"/>
              </a:spcBef>
              <a:spcAft>
                <a:spcPts val="0"/>
              </a:spcAft>
              <a:buClr>
                <a:schemeClr val="dk1"/>
              </a:buClr>
              <a:buSzPts val="810"/>
              <a:buNone/>
              <a:defRPr sz="810"/>
            </a:lvl9pPr>
          </a:lstStyle>
          <a:p>
            <a:endParaRPr/>
          </a:p>
        </p:txBody>
      </p:sp>
      <p:sp>
        <p:nvSpPr>
          <p:cNvPr id="182" name="Google Shape;182;p64"/>
          <p:cNvSpPr txBox="1">
            <a:spLocks noGrp="1"/>
          </p:cNvSpPr>
          <p:nvPr>
            <p:ph type="sldNum" idx="12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e testo verticale">
  <p:cSld name="Titolo e testo verticale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5"/>
          <p:cNvSpPr txBox="1">
            <a:spLocks noGrp="1"/>
          </p:cNvSpPr>
          <p:nvPr>
            <p:ph type="title"/>
          </p:nvPr>
        </p:nvSpPr>
        <p:spPr>
          <a:xfrm>
            <a:off x="457200" y="345016"/>
            <a:ext cx="8229600" cy="62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65"/>
          <p:cNvSpPr txBox="1">
            <a:spLocks noGrp="1"/>
          </p:cNvSpPr>
          <p:nvPr>
            <p:ph type="body" idx="1"/>
          </p:nvPr>
        </p:nvSpPr>
        <p:spPr>
          <a:xfrm rot="5400000">
            <a:off x="2711575" y="-1100011"/>
            <a:ext cx="372085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1pPr>
            <a:lvl2pPr marL="914400" lvl="1" indent="-30861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chemeClr val="accent6"/>
              </a:buClr>
              <a:buSzPts val="1260"/>
              <a:buFont typeface="Courier New"/>
              <a:buChar char="o"/>
              <a:defRPr/>
            </a:lvl2pPr>
            <a:lvl3pPr marL="1371600" lvl="2" indent="-30861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chemeClr val="accent6"/>
              </a:buClr>
              <a:buSzPts val="1260"/>
              <a:buFont typeface="Noto Sans Symbols"/>
              <a:buChar char="▪"/>
              <a:defRPr/>
            </a:lvl3pPr>
            <a:lvl4pPr marL="1828800" lvl="3" indent="-297180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chemeClr val="accent6"/>
              </a:buClr>
              <a:buSzPts val="1080"/>
              <a:buFont typeface="Courier New"/>
              <a:buChar char="o"/>
              <a:defRPr/>
            </a:lvl4pPr>
            <a:lvl5pPr marL="2286000" lvl="4" indent="-297179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chemeClr val="accent6"/>
              </a:buClr>
              <a:buSzPts val="1080"/>
              <a:buFont typeface="Noto Sans Symbols"/>
              <a:buChar char="▪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6" name="Google Shape;186;p65"/>
          <p:cNvSpPr txBox="1">
            <a:spLocks noGrp="1"/>
          </p:cNvSpPr>
          <p:nvPr>
            <p:ph type="sldNum" idx="12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verticale e testo">
  <p:cSld name="Titolo verticale e testo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6"/>
          <p:cNvSpPr txBox="1">
            <a:spLocks noGrp="1"/>
          </p:cNvSpPr>
          <p:nvPr>
            <p:ph type="title"/>
          </p:nvPr>
        </p:nvSpPr>
        <p:spPr>
          <a:xfrm rot="5400000">
            <a:off x="5813181" y="2003669"/>
            <a:ext cx="4518513" cy="1228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66"/>
          <p:cNvSpPr txBox="1">
            <a:spLocks noGrp="1"/>
          </p:cNvSpPr>
          <p:nvPr>
            <p:ph type="body" idx="1"/>
          </p:nvPr>
        </p:nvSpPr>
        <p:spPr>
          <a:xfrm rot="5400000">
            <a:off x="1590744" y="-754128"/>
            <a:ext cx="4498976" cy="6759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1pPr>
            <a:lvl2pPr marL="914400" lvl="1" indent="-30861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chemeClr val="accent6"/>
              </a:buClr>
              <a:buSzPts val="1260"/>
              <a:buFont typeface="Courier New"/>
              <a:buChar char="o"/>
              <a:defRPr/>
            </a:lvl2pPr>
            <a:lvl3pPr marL="1371600" lvl="2" indent="-30861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chemeClr val="accent6"/>
              </a:buClr>
              <a:buSzPts val="1260"/>
              <a:buFont typeface="Noto Sans Symbols"/>
              <a:buChar char="▪"/>
              <a:defRPr/>
            </a:lvl3pPr>
            <a:lvl4pPr marL="1828800" lvl="3" indent="-297180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chemeClr val="accent6"/>
              </a:buClr>
              <a:buSzPts val="1080"/>
              <a:buFont typeface="Courier New"/>
              <a:buChar char="o"/>
              <a:defRPr/>
            </a:lvl4pPr>
            <a:lvl5pPr marL="2286000" lvl="4" indent="-297179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chemeClr val="accent6"/>
              </a:buClr>
              <a:buSzPts val="1080"/>
              <a:buFont typeface="Noto Sans Symbols"/>
              <a:buChar char="▪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0" name="Google Shape;190;p66"/>
          <p:cNvSpPr txBox="1">
            <a:spLocks noGrp="1"/>
          </p:cNvSpPr>
          <p:nvPr>
            <p:ph type="sldNum" idx="12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uota" type="blank">
  <p:cSld name="BLANK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7"/>
          <p:cNvSpPr txBox="1">
            <a:spLocks noGrp="1"/>
          </p:cNvSpPr>
          <p:nvPr>
            <p:ph type="sldNum" idx="12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Пользовательский макет">
  <p:cSld name="12_Пользовательский макет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Пользовательский макет">
  <p:cSld name="13_Пользовательский макет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0"/>
          <p:cNvSpPr>
            <a:spLocks noGrp="1"/>
          </p:cNvSpPr>
          <p:nvPr>
            <p:ph type="pic" idx="2"/>
          </p:nvPr>
        </p:nvSpPr>
        <p:spPr>
          <a:xfrm>
            <a:off x="4586287" y="539736"/>
            <a:ext cx="4347200" cy="473188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99" name="Google Shape;199;p70"/>
          <p:cNvSpPr txBox="1">
            <a:spLocks noGrp="1"/>
          </p:cNvSpPr>
          <p:nvPr>
            <p:ph type="sldNum" idx="12"/>
          </p:nvPr>
        </p:nvSpPr>
        <p:spPr>
          <a:xfrm>
            <a:off x="6482256" y="5296960"/>
            <a:ext cx="2133600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200" name="Google Shape;200;p70"/>
          <p:cNvSpPr txBox="1">
            <a:spLocks noGrp="1"/>
          </p:cNvSpPr>
          <p:nvPr>
            <p:ph type="title"/>
          </p:nvPr>
        </p:nvSpPr>
        <p:spPr>
          <a:xfrm>
            <a:off x="494813" y="470194"/>
            <a:ext cx="3591165" cy="1337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01" name="Google Shape;201;p70"/>
          <p:cNvSpPr txBox="1">
            <a:spLocks noGrp="1"/>
          </p:cNvSpPr>
          <p:nvPr>
            <p:ph type="body" idx="1"/>
          </p:nvPr>
        </p:nvSpPr>
        <p:spPr>
          <a:xfrm>
            <a:off x="494813" y="1957505"/>
            <a:ext cx="3591165" cy="2999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Пользовательский макет">
  <p:cSld name="14_Пользовательский макет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1"/>
          <p:cNvSpPr>
            <a:spLocks noGrp="1"/>
          </p:cNvSpPr>
          <p:nvPr>
            <p:ph type="pic" idx="2"/>
          </p:nvPr>
        </p:nvSpPr>
        <p:spPr>
          <a:xfrm>
            <a:off x="4382991" y="457511"/>
            <a:ext cx="4347200" cy="476866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04" name="Google Shape;204;p71"/>
          <p:cNvSpPr txBox="1">
            <a:spLocks noGrp="1"/>
          </p:cNvSpPr>
          <p:nvPr>
            <p:ph type="sldNum" idx="12"/>
          </p:nvPr>
        </p:nvSpPr>
        <p:spPr>
          <a:xfrm>
            <a:off x="6482256" y="5296960"/>
            <a:ext cx="2133600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205" name="Google Shape;205;p71"/>
          <p:cNvSpPr txBox="1">
            <a:spLocks noGrp="1"/>
          </p:cNvSpPr>
          <p:nvPr>
            <p:ph type="title"/>
          </p:nvPr>
        </p:nvSpPr>
        <p:spPr>
          <a:xfrm>
            <a:off x="494813" y="470194"/>
            <a:ext cx="3591165" cy="1337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06" name="Google Shape;206;p71"/>
          <p:cNvSpPr txBox="1">
            <a:spLocks noGrp="1"/>
          </p:cNvSpPr>
          <p:nvPr>
            <p:ph type="body" idx="1"/>
          </p:nvPr>
        </p:nvSpPr>
        <p:spPr>
          <a:xfrm>
            <a:off x="494813" y="1957505"/>
            <a:ext cx="3591165" cy="2999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8_Пользовательский макет">
  <p:cSld name="18_Пользовательский макет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2"/>
          <p:cNvSpPr>
            <a:spLocks noGrp="1"/>
          </p:cNvSpPr>
          <p:nvPr>
            <p:ph type="pic" idx="2"/>
          </p:nvPr>
        </p:nvSpPr>
        <p:spPr>
          <a:xfrm>
            <a:off x="-558235" y="-16916"/>
            <a:ext cx="5240923" cy="481063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09" name="Google Shape;209;p72"/>
          <p:cNvSpPr txBox="1">
            <a:spLocks noGrp="1"/>
          </p:cNvSpPr>
          <p:nvPr>
            <p:ph type="sldNum" idx="12"/>
          </p:nvPr>
        </p:nvSpPr>
        <p:spPr>
          <a:xfrm>
            <a:off x="6482256" y="5296960"/>
            <a:ext cx="2133600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210" name="Google Shape;210;p72"/>
          <p:cNvSpPr txBox="1">
            <a:spLocks noGrp="1"/>
          </p:cNvSpPr>
          <p:nvPr>
            <p:ph type="title"/>
          </p:nvPr>
        </p:nvSpPr>
        <p:spPr>
          <a:xfrm>
            <a:off x="5571046" y="470194"/>
            <a:ext cx="3044810" cy="1337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1" name="Google Shape;211;p72"/>
          <p:cNvSpPr txBox="1">
            <a:spLocks noGrp="1"/>
          </p:cNvSpPr>
          <p:nvPr>
            <p:ph type="body" idx="1"/>
          </p:nvPr>
        </p:nvSpPr>
        <p:spPr>
          <a:xfrm>
            <a:off x="5571046" y="1957505"/>
            <a:ext cx="3044810" cy="2999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2_Пользовательский макет">
  <p:cSld name="32_Пользовательский макет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3"/>
          <p:cNvSpPr>
            <a:spLocks noGrp="1"/>
          </p:cNvSpPr>
          <p:nvPr>
            <p:ph type="pic" idx="2"/>
          </p:nvPr>
        </p:nvSpPr>
        <p:spPr>
          <a:xfrm>
            <a:off x="5652050" y="18248"/>
            <a:ext cx="4764476" cy="481063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14" name="Google Shape;214;p73"/>
          <p:cNvSpPr>
            <a:spLocks noGrp="1"/>
          </p:cNvSpPr>
          <p:nvPr>
            <p:ph type="pic" idx="3"/>
          </p:nvPr>
        </p:nvSpPr>
        <p:spPr>
          <a:xfrm flipH="1">
            <a:off x="-1378244" y="7212"/>
            <a:ext cx="4756560" cy="481063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1_Пользовательский макет">
  <p:cSld name="31_Пользовательский макет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4"/>
          <p:cNvSpPr>
            <a:spLocks noGrp="1"/>
          </p:cNvSpPr>
          <p:nvPr>
            <p:ph type="pic" idx="2"/>
          </p:nvPr>
        </p:nvSpPr>
        <p:spPr>
          <a:xfrm>
            <a:off x="143797" y="-16916"/>
            <a:ext cx="5240923" cy="481063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17" name="Google Shape;217;p74"/>
          <p:cNvSpPr txBox="1">
            <a:spLocks noGrp="1"/>
          </p:cNvSpPr>
          <p:nvPr>
            <p:ph type="sldNum" idx="12"/>
          </p:nvPr>
        </p:nvSpPr>
        <p:spPr>
          <a:xfrm>
            <a:off x="6482256" y="5296960"/>
            <a:ext cx="2133600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218" name="Google Shape;218;p74"/>
          <p:cNvSpPr txBox="1">
            <a:spLocks noGrp="1"/>
          </p:cNvSpPr>
          <p:nvPr>
            <p:ph type="title"/>
          </p:nvPr>
        </p:nvSpPr>
        <p:spPr>
          <a:xfrm>
            <a:off x="5571046" y="470194"/>
            <a:ext cx="3044810" cy="1337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9" name="Google Shape;219;p74"/>
          <p:cNvSpPr txBox="1">
            <a:spLocks noGrp="1"/>
          </p:cNvSpPr>
          <p:nvPr>
            <p:ph type="body" idx="1"/>
          </p:nvPr>
        </p:nvSpPr>
        <p:spPr>
          <a:xfrm>
            <a:off x="5571046" y="1957505"/>
            <a:ext cx="3044810" cy="2999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9_Пользовательский макет">
  <p:cSld name="19_Пользовательский макет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5"/>
          <p:cNvSpPr>
            <a:spLocks noGrp="1"/>
          </p:cNvSpPr>
          <p:nvPr>
            <p:ph type="pic" idx="2"/>
          </p:nvPr>
        </p:nvSpPr>
        <p:spPr>
          <a:xfrm>
            <a:off x="170797" y="1293"/>
            <a:ext cx="5211240" cy="503148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22" name="Google Shape;222;p75"/>
          <p:cNvSpPr txBox="1">
            <a:spLocks noGrp="1"/>
          </p:cNvSpPr>
          <p:nvPr>
            <p:ph type="sldNum" idx="12"/>
          </p:nvPr>
        </p:nvSpPr>
        <p:spPr>
          <a:xfrm>
            <a:off x="6482256" y="5296960"/>
            <a:ext cx="2133600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223" name="Google Shape;223;p75"/>
          <p:cNvSpPr txBox="1">
            <a:spLocks noGrp="1"/>
          </p:cNvSpPr>
          <p:nvPr>
            <p:ph type="title"/>
          </p:nvPr>
        </p:nvSpPr>
        <p:spPr>
          <a:xfrm>
            <a:off x="5571046" y="470194"/>
            <a:ext cx="3044810" cy="1337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24" name="Google Shape;224;p75"/>
          <p:cNvSpPr txBox="1">
            <a:spLocks noGrp="1"/>
          </p:cNvSpPr>
          <p:nvPr>
            <p:ph type="body" idx="1"/>
          </p:nvPr>
        </p:nvSpPr>
        <p:spPr>
          <a:xfrm>
            <a:off x="5571046" y="1957505"/>
            <a:ext cx="3044810" cy="2999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0_Пользовательский макет">
  <p:cSld name="20_Пользовательский макет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76"/>
          <p:cNvSpPr>
            <a:spLocks noGrp="1"/>
          </p:cNvSpPr>
          <p:nvPr>
            <p:ph type="pic" idx="2"/>
          </p:nvPr>
        </p:nvSpPr>
        <p:spPr>
          <a:xfrm>
            <a:off x="197799" y="1293"/>
            <a:ext cx="5211240" cy="503148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27" name="Google Shape;227;p76"/>
          <p:cNvSpPr txBox="1">
            <a:spLocks noGrp="1"/>
          </p:cNvSpPr>
          <p:nvPr>
            <p:ph type="sldNum" idx="12"/>
          </p:nvPr>
        </p:nvSpPr>
        <p:spPr>
          <a:xfrm>
            <a:off x="6482256" y="5296960"/>
            <a:ext cx="2133600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228" name="Google Shape;228;p76"/>
          <p:cNvSpPr txBox="1">
            <a:spLocks noGrp="1"/>
          </p:cNvSpPr>
          <p:nvPr>
            <p:ph type="title"/>
          </p:nvPr>
        </p:nvSpPr>
        <p:spPr>
          <a:xfrm>
            <a:off x="5571046" y="470194"/>
            <a:ext cx="3044810" cy="1337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29" name="Google Shape;229;p76"/>
          <p:cNvSpPr txBox="1">
            <a:spLocks noGrp="1"/>
          </p:cNvSpPr>
          <p:nvPr>
            <p:ph type="body" idx="1"/>
          </p:nvPr>
        </p:nvSpPr>
        <p:spPr>
          <a:xfrm>
            <a:off x="5571046" y="1957505"/>
            <a:ext cx="3044810" cy="2999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1_Пользовательский макет">
  <p:cSld name="21_Пользовательский макет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7"/>
          <p:cNvSpPr>
            <a:spLocks noGrp="1"/>
          </p:cNvSpPr>
          <p:nvPr>
            <p:ph type="pic" idx="2"/>
          </p:nvPr>
        </p:nvSpPr>
        <p:spPr>
          <a:xfrm>
            <a:off x="4016136" y="1405908"/>
            <a:ext cx="5134022" cy="43090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32" name="Google Shape;232;p77"/>
          <p:cNvSpPr txBox="1">
            <a:spLocks noGrp="1"/>
          </p:cNvSpPr>
          <p:nvPr>
            <p:ph type="title"/>
          </p:nvPr>
        </p:nvSpPr>
        <p:spPr>
          <a:xfrm>
            <a:off x="494813" y="470194"/>
            <a:ext cx="3591165" cy="1337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3" name="Google Shape;233;p77"/>
          <p:cNvSpPr txBox="1">
            <a:spLocks noGrp="1"/>
          </p:cNvSpPr>
          <p:nvPr>
            <p:ph type="body" idx="1"/>
          </p:nvPr>
        </p:nvSpPr>
        <p:spPr>
          <a:xfrm>
            <a:off x="494813" y="1957505"/>
            <a:ext cx="3591165" cy="2999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4_Пользовательский макет">
  <p:cSld name="24_Пользовательский макет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78"/>
          <p:cNvSpPr>
            <a:spLocks noGrp="1"/>
          </p:cNvSpPr>
          <p:nvPr>
            <p:ph type="pic" idx="2"/>
          </p:nvPr>
        </p:nvSpPr>
        <p:spPr>
          <a:xfrm>
            <a:off x="1" y="2593936"/>
            <a:ext cx="1968455" cy="312106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36" name="Google Shape;236;p78"/>
          <p:cNvSpPr txBox="1">
            <a:spLocks noGrp="1"/>
          </p:cNvSpPr>
          <p:nvPr>
            <p:ph type="body" idx="1"/>
          </p:nvPr>
        </p:nvSpPr>
        <p:spPr>
          <a:xfrm>
            <a:off x="2330898" y="1957505"/>
            <a:ext cx="5724263" cy="1979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5_Пользовательский макет">
  <p:cSld name="25_Пользовательский макет"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79"/>
          <p:cNvSpPr>
            <a:spLocks noGrp="1"/>
          </p:cNvSpPr>
          <p:nvPr>
            <p:ph type="pic" idx="2"/>
          </p:nvPr>
        </p:nvSpPr>
        <p:spPr>
          <a:xfrm>
            <a:off x="-10994" y="0"/>
            <a:ext cx="2200162" cy="351287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39" name="Google Shape;239;p79"/>
          <p:cNvSpPr txBox="1">
            <a:spLocks noGrp="1"/>
          </p:cNvSpPr>
          <p:nvPr>
            <p:ph type="body" idx="1"/>
          </p:nvPr>
        </p:nvSpPr>
        <p:spPr>
          <a:xfrm>
            <a:off x="3383946" y="1147508"/>
            <a:ext cx="5231911" cy="3149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6_Пользовательский макет">
  <p:cSld name="26_Пользовательский макет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80"/>
          <p:cNvSpPr>
            <a:spLocks noGrp="1"/>
          </p:cNvSpPr>
          <p:nvPr>
            <p:ph type="pic" idx="2"/>
          </p:nvPr>
        </p:nvSpPr>
        <p:spPr>
          <a:xfrm>
            <a:off x="3846341" y="3193"/>
            <a:ext cx="5291809" cy="394252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_Пользовательский макет">
  <p:cSld name="17_Пользовательский макет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1"/>
          <p:cNvSpPr>
            <a:spLocks noGrp="1"/>
          </p:cNvSpPr>
          <p:nvPr>
            <p:ph type="pic" idx="2"/>
          </p:nvPr>
        </p:nvSpPr>
        <p:spPr>
          <a:xfrm>
            <a:off x="3491950" y="-3793"/>
            <a:ext cx="5645372" cy="571879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44" name="Google Shape;244;p81"/>
          <p:cNvSpPr txBox="1">
            <a:spLocks noGrp="1"/>
          </p:cNvSpPr>
          <p:nvPr>
            <p:ph type="sldNum" idx="12"/>
          </p:nvPr>
        </p:nvSpPr>
        <p:spPr>
          <a:xfrm>
            <a:off x="6482256" y="5296960"/>
            <a:ext cx="2133600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245" name="Google Shape;245;p81"/>
          <p:cNvSpPr txBox="1">
            <a:spLocks noGrp="1"/>
          </p:cNvSpPr>
          <p:nvPr>
            <p:ph type="title"/>
          </p:nvPr>
        </p:nvSpPr>
        <p:spPr>
          <a:xfrm>
            <a:off x="494813" y="470194"/>
            <a:ext cx="3591165" cy="1337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46" name="Google Shape;246;p81"/>
          <p:cNvSpPr txBox="1">
            <a:spLocks noGrp="1"/>
          </p:cNvSpPr>
          <p:nvPr>
            <p:ph type="body" idx="1"/>
          </p:nvPr>
        </p:nvSpPr>
        <p:spPr>
          <a:xfrm>
            <a:off x="494813" y="1957505"/>
            <a:ext cx="2916134" cy="2999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2_Пользовательский макет">
  <p:cSld name="22_Пользовательский макет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82"/>
          <p:cNvSpPr>
            <a:spLocks noGrp="1"/>
          </p:cNvSpPr>
          <p:nvPr>
            <p:ph type="pic" idx="2"/>
          </p:nvPr>
        </p:nvSpPr>
        <p:spPr>
          <a:xfrm>
            <a:off x="731031" y="1507505"/>
            <a:ext cx="2166568" cy="235828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49" name="Google Shape;249;p82"/>
          <p:cNvSpPr txBox="1">
            <a:spLocks noGrp="1"/>
          </p:cNvSpPr>
          <p:nvPr>
            <p:ph type="sldNum" idx="12"/>
          </p:nvPr>
        </p:nvSpPr>
        <p:spPr>
          <a:xfrm>
            <a:off x="6482256" y="5296960"/>
            <a:ext cx="2133600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250" name="Google Shape;250;p82"/>
          <p:cNvSpPr txBox="1">
            <a:spLocks noGrp="1"/>
          </p:cNvSpPr>
          <p:nvPr>
            <p:ph type="title"/>
          </p:nvPr>
        </p:nvSpPr>
        <p:spPr>
          <a:xfrm>
            <a:off x="494814" y="470194"/>
            <a:ext cx="8121043" cy="857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1" name="Google Shape;251;p82"/>
          <p:cNvSpPr>
            <a:spLocks noGrp="1"/>
          </p:cNvSpPr>
          <p:nvPr>
            <p:ph type="pic" idx="3"/>
          </p:nvPr>
        </p:nvSpPr>
        <p:spPr>
          <a:xfrm>
            <a:off x="3498658" y="1507505"/>
            <a:ext cx="2166568" cy="235828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52" name="Google Shape;252;p82"/>
          <p:cNvSpPr>
            <a:spLocks noGrp="1"/>
          </p:cNvSpPr>
          <p:nvPr>
            <p:ph type="pic" idx="4"/>
          </p:nvPr>
        </p:nvSpPr>
        <p:spPr>
          <a:xfrm>
            <a:off x="6266286" y="1507505"/>
            <a:ext cx="2166568" cy="235828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53" name="Google Shape;253;p82"/>
          <p:cNvSpPr txBox="1">
            <a:spLocks noGrp="1"/>
          </p:cNvSpPr>
          <p:nvPr>
            <p:ph type="body" idx="1"/>
          </p:nvPr>
        </p:nvSpPr>
        <p:spPr>
          <a:xfrm>
            <a:off x="724572" y="4007996"/>
            <a:ext cx="2037366" cy="1088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4" name="Google Shape;254;p82"/>
          <p:cNvSpPr txBox="1">
            <a:spLocks noGrp="1"/>
          </p:cNvSpPr>
          <p:nvPr>
            <p:ph type="body" idx="5"/>
          </p:nvPr>
        </p:nvSpPr>
        <p:spPr>
          <a:xfrm>
            <a:off x="3492199" y="4007996"/>
            <a:ext cx="2037366" cy="1088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5" name="Google Shape;255;p82"/>
          <p:cNvSpPr txBox="1">
            <a:spLocks noGrp="1"/>
          </p:cNvSpPr>
          <p:nvPr>
            <p:ph type="body" idx="6"/>
          </p:nvPr>
        </p:nvSpPr>
        <p:spPr>
          <a:xfrm>
            <a:off x="6259826" y="4007996"/>
            <a:ext cx="2037366" cy="1088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Пользовательский макет">
  <p:cSld name="16_Пользовательский макет"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83"/>
          <p:cNvSpPr>
            <a:spLocks noGrp="1"/>
          </p:cNvSpPr>
          <p:nvPr>
            <p:ph type="pic" idx="2"/>
          </p:nvPr>
        </p:nvSpPr>
        <p:spPr>
          <a:xfrm>
            <a:off x="3680960" y="-3793"/>
            <a:ext cx="5456363" cy="571879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58" name="Google Shape;258;p83"/>
          <p:cNvSpPr txBox="1">
            <a:spLocks noGrp="1"/>
          </p:cNvSpPr>
          <p:nvPr>
            <p:ph type="sldNum" idx="12"/>
          </p:nvPr>
        </p:nvSpPr>
        <p:spPr>
          <a:xfrm>
            <a:off x="6482256" y="5296960"/>
            <a:ext cx="2133600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259" name="Google Shape;259;p83"/>
          <p:cNvSpPr txBox="1">
            <a:spLocks noGrp="1"/>
          </p:cNvSpPr>
          <p:nvPr>
            <p:ph type="title"/>
          </p:nvPr>
        </p:nvSpPr>
        <p:spPr>
          <a:xfrm>
            <a:off x="494813" y="470194"/>
            <a:ext cx="3591165" cy="1337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0" name="Google Shape;260;p83"/>
          <p:cNvSpPr txBox="1">
            <a:spLocks noGrp="1"/>
          </p:cNvSpPr>
          <p:nvPr>
            <p:ph type="body" idx="1"/>
          </p:nvPr>
        </p:nvSpPr>
        <p:spPr>
          <a:xfrm>
            <a:off x="494813" y="1957505"/>
            <a:ext cx="2916134" cy="2999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3_Пользовательский макет">
  <p:cSld name="23_Пользовательский макет"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4"/>
          <p:cNvSpPr>
            <a:spLocks noGrp="1"/>
          </p:cNvSpPr>
          <p:nvPr>
            <p:ph type="pic" idx="2"/>
          </p:nvPr>
        </p:nvSpPr>
        <p:spPr>
          <a:xfrm>
            <a:off x="494813" y="1687505"/>
            <a:ext cx="2142132" cy="233168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63" name="Google Shape;263;p84"/>
          <p:cNvSpPr txBox="1">
            <a:spLocks noGrp="1"/>
          </p:cNvSpPr>
          <p:nvPr>
            <p:ph type="sldNum" idx="12"/>
          </p:nvPr>
        </p:nvSpPr>
        <p:spPr>
          <a:xfrm>
            <a:off x="6482256" y="5296960"/>
            <a:ext cx="2133600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264" name="Google Shape;264;p84"/>
          <p:cNvSpPr txBox="1">
            <a:spLocks noGrp="1"/>
          </p:cNvSpPr>
          <p:nvPr>
            <p:ph type="title"/>
          </p:nvPr>
        </p:nvSpPr>
        <p:spPr>
          <a:xfrm>
            <a:off x="494814" y="470194"/>
            <a:ext cx="8121043" cy="857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5" name="Google Shape;265;p84"/>
          <p:cNvSpPr>
            <a:spLocks noGrp="1"/>
          </p:cNvSpPr>
          <p:nvPr>
            <p:ph type="pic" idx="3"/>
          </p:nvPr>
        </p:nvSpPr>
        <p:spPr>
          <a:xfrm>
            <a:off x="4724974" y="1687505"/>
            <a:ext cx="2142132" cy="233168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66" name="Google Shape;266;p84"/>
          <p:cNvSpPr txBox="1">
            <a:spLocks noGrp="1"/>
          </p:cNvSpPr>
          <p:nvPr>
            <p:ph type="body" idx="1"/>
          </p:nvPr>
        </p:nvSpPr>
        <p:spPr>
          <a:xfrm>
            <a:off x="2636945" y="3474696"/>
            <a:ext cx="1593073" cy="1088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7" name="Google Shape;267;p84"/>
          <p:cNvSpPr txBox="1">
            <a:spLocks noGrp="1"/>
          </p:cNvSpPr>
          <p:nvPr>
            <p:ph type="body" idx="4"/>
          </p:nvPr>
        </p:nvSpPr>
        <p:spPr>
          <a:xfrm>
            <a:off x="6867107" y="3474696"/>
            <a:ext cx="1593073" cy="1088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_Пользовательский макет">
  <p:cSld name="15_Пользовательский макет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85"/>
          <p:cNvSpPr txBox="1">
            <a:spLocks noGrp="1"/>
          </p:cNvSpPr>
          <p:nvPr>
            <p:ph type="sldNum" idx="12"/>
          </p:nvPr>
        </p:nvSpPr>
        <p:spPr>
          <a:xfrm>
            <a:off x="6482256" y="5296960"/>
            <a:ext cx="2133600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270" name="Google Shape;270;p85"/>
          <p:cNvSpPr txBox="1">
            <a:spLocks noGrp="1"/>
          </p:cNvSpPr>
          <p:nvPr>
            <p:ph type="title"/>
          </p:nvPr>
        </p:nvSpPr>
        <p:spPr>
          <a:xfrm>
            <a:off x="494814" y="470194"/>
            <a:ext cx="8121043" cy="857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71" name="Google Shape;271;p85"/>
          <p:cNvSpPr txBox="1">
            <a:spLocks noGrp="1"/>
          </p:cNvSpPr>
          <p:nvPr>
            <p:ph type="body" idx="1"/>
          </p:nvPr>
        </p:nvSpPr>
        <p:spPr>
          <a:xfrm>
            <a:off x="494814" y="1627506"/>
            <a:ext cx="8121043" cy="2720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Пользовательский макет">
  <p:cSld name="4_Пользовательский макет"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86"/>
          <p:cNvSpPr txBox="1">
            <a:spLocks noGrp="1"/>
          </p:cNvSpPr>
          <p:nvPr>
            <p:ph type="sldNum" idx="12"/>
          </p:nvPr>
        </p:nvSpPr>
        <p:spPr>
          <a:xfrm>
            <a:off x="6482256" y="5296960"/>
            <a:ext cx="2133600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274" name="Google Shape;274;p86"/>
          <p:cNvSpPr txBox="1">
            <a:spLocks noGrp="1"/>
          </p:cNvSpPr>
          <p:nvPr>
            <p:ph type="title"/>
          </p:nvPr>
        </p:nvSpPr>
        <p:spPr>
          <a:xfrm>
            <a:off x="494814" y="470194"/>
            <a:ext cx="8121043" cy="857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75" name="Google Shape;275;p86"/>
          <p:cNvSpPr txBox="1">
            <a:spLocks noGrp="1"/>
          </p:cNvSpPr>
          <p:nvPr>
            <p:ph type="body" idx="1"/>
          </p:nvPr>
        </p:nvSpPr>
        <p:spPr>
          <a:xfrm>
            <a:off x="494812" y="2546453"/>
            <a:ext cx="1998092" cy="180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6" name="Google Shape;276;p86"/>
          <p:cNvSpPr>
            <a:spLocks noGrp="1"/>
          </p:cNvSpPr>
          <p:nvPr>
            <p:ph type="pic" idx="2"/>
          </p:nvPr>
        </p:nvSpPr>
        <p:spPr>
          <a:xfrm>
            <a:off x="4039082" y="1996626"/>
            <a:ext cx="1836084" cy="360460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Пользовательский макет">
  <p:cSld name="5_Пользовательский макет"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87"/>
          <p:cNvSpPr txBox="1">
            <a:spLocks noGrp="1"/>
          </p:cNvSpPr>
          <p:nvPr>
            <p:ph type="sldNum" idx="12"/>
          </p:nvPr>
        </p:nvSpPr>
        <p:spPr>
          <a:xfrm>
            <a:off x="6482256" y="5296960"/>
            <a:ext cx="2133600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279" name="Google Shape;279;p87"/>
          <p:cNvSpPr txBox="1">
            <a:spLocks noGrp="1"/>
          </p:cNvSpPr>
          <p:nvPr>
            <p:ph type="title"/>
          </p:nvPr>
        </p:nvSpPr>
        <p:spPr>
          <a:xfrm>
            <a:off x="494814" y="470194"/>
            <a:ext cx="8121043" cy="857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80" name="Google Shape;280;p87"/>
          <p:cNvSpPr txBox="1">
            <a:spLocks noGrp="1"/>
          </p:cNvSpPr>
          <p:nvPr>
            <p:ph type="body" idx="1"/>
          </p:nvPr>
        </p:nvSpPr>
        <p:spPr>
          <a:xfrm>
            <a:off x="6617764" y="2417880"/>
            <a:ext cx="1998092" cy="180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1" name="Google Shape;281;p87"/>
          <p:cNvSpPr>
            <a:spLocks noGrp="1"/>
          </p:cNvSpPr>
          <p:nvPr>
            <p:ph type="pic" idx="2"/>
          </p:nvPr>
        </p:nvSpPr>
        <p:spPr>
          <a:xfrm>
            <a:off x="3491950" y="1687506"/>
            <a:ext cx="1566072" cy="305513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Пользовательский макет">
  <p:cSld name="6_Пользовательский макет"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88"/>
          <p:cNvSpPr txBox="1">
            <a:spLocks noGrp="1"/>
          </p:cNvSpPr>
          <p:nvPr>
            <p:ph type="sldNum" idx="12"/>
          </p:nvPr>
        </p:nvSpPr>
        <p:spPr>
          <a:xfrm>
            <a:off x="6482256" y="5296960"/>
            <a:ext cx="2133600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284" name="Google Shape;284;p88"/>
          <p:cNvSpPr txBox="1">
            <a:spLocks noGrp="1"/>
          </p:cNvSpPr>
          <p:nvPr>
            <p:ph type="title"/>
          </p:nvPr>
        </p:nvSpPr>
        <p:spPr>
          <a:xfrm>
            <a:off x="5247031" y="470194"/>
            <a:ext cx="3368825" cy="857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85" name="Google Shape;285;p88"/>
          <p:cNvSpPr txBox="1">
            <a:spLocks noGrp="1"/>
          </p:cNvSpPr>
          <p:nvPr>
            <p:ph type="body" idx="1"/>
          </p:nvPr>
        </p:nvSpPr>
        <p:spPr>
          <a:xfrm>
            <a:off x="6617764" y="2546453"/>
            <a:ext cx="1998092" cy="180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6" name="Google Shape;286;p88"/>
          <p:cNvSpPr>
            <a:spLocks noGrp="1"/>
          </p:cNvSpPr>
          <p:nvPr>
            <p:ph type="pic" idx="2"/>
          </p:nvPr>
        </p:nvSpPr>
        <p:spPr>
          <a:xfrm>
            <a:off x="1250847" y="1567507"/>
            <a:ext cx="2133098" cy="31199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Пользовательский макет">
  <p:cSld name="11_Пользовательский макет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89"/>
          <p:cNvSpPr txBox="1">
            <a:spLocks noGrp="1"/>
          </p:cNvSpPr>
          <p:nvPr>
            <p:ph type="sldNum" idx="12"/>
          </p:nvPr>
        </p:nvSpPr>
        <p:spPr>
          <a:xfrm>
            <a:off x="6482256" y="5296960"/>
            <a:ext cx="2133600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289" name="Google Shape;289;p89"/>
          <p:cNvSpPr txBox="1">
            <a:spLocks noGrp="1"/>
          </p:cNvSpPr>
          <p:nvPr>
            <p:ph type="title"/>
          </p:nvPr>
        </p:nvSpPr>
        <p:spPr>
          <a:xfrm>
            <a:off x="494814" y="470194"/>
            <a:ext cx="8121043" cy="857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0" name="Google Shape;290;p89"/>
          <p:cNvSpPr txBox="1">
            <a:spLocks noGrp="1"/>
          </p:cNvSpPr>
          <p:nvPr>
            <p:ph type="body" idx="1"/>
          </p:nvPr>
        </p:nvSpPr>
        <p:spPr>
          <a:xfrm>
            <a:off x="494812" y="2546453"/>
            <a:ext cx="1998092" cy="180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1" name="Google Shape;291;p89"/>
          <p:cNvSpPr>
            <a:spLocks noGrp="1"/>
          </p:cNvSpPr>
          <p:nvPr>
            <p:ph type="pic" idx="2"/>
          </p:nvPr>
        </p:nvSpPr>
        <p:spPr>
          <a:xfrm>
            <a:off x="4727175" y="2196858"/>
            <a:ext cx="3462991" cy="24668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Пользовательский макет">
  <p:cSld name="7_Пользовательский макет"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90"/>
          <p:cNvSpPr>
            <a:spLocks noGrp="1"/>
          </p:cNvSpPr>
          <p:nvPr>
            <p:ph type="pic" idx="2"/>
          </p:nvPr>
        </p:nvSpPr>
        <p:spPr>
          <a:xfrm>
            <a:off x="5598047" y="1699228"/>
            <a:ext cx="2427740" cy="297654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94" name="Google Shape;294;p90"/>
          <p:cNvSpPr txBox="1">
            <a:spLocks noGrp="1"/>
          </p:cNvSpPr>
          <p:nvPr>
            <p:ph type="sldNum" idx="12"/>
          </p:nvPr>
        </p:nvSpPr>
        <p:spPr>
          <a:xfrm>
            <a:off x="6482256" y="5296960"/>
            <a:ext cx="2133600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295" name="Google Shape;295;p90"/>
          <p:cNvSpPr txBox="1">
            <a:spLocks noGrp="1"/>
          </p:cNvSpPr>
          <p:nvPr>
            <p:ph type="title"/>
          </p:nvPr>
        </p:nvSpPr>
        <p:spPr>
          <a:xfrm>
            <a:off x="494814" y="470194"/>
            <a:ext cx="8121043" cy="857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6" name="Google Shape;296;p90"/>
          <p:cNvSpPr txBox="1">
            <a:spLocks noGrp="1"/>
          </p:cNvSpPr>
          <p:nvPr>
            <p:ph type="body" idx="1"/>
          </p:nvPr>
        </p:nvSpPr>
        <p:spPr>
          <a:xfrm>
            <a:off x="494813" y="1627506"/>
            <a:ext cx="3618166" cy="2720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Пользовательский макет">
  <p:cSld name="8_Пользовательский макет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91"/>
          <p:cNvSpPr>
            <a:spLocks noGrp="1"/>
          </p:cNvSpPr>
          <p:nvPr>
            <p:ph type="pic" idx="2"/>
          </p:nvPr>
        </p:nvSpPr>
        <p:spPr>
          <a:xfrm>
            <a:off x="5600419" y="1699228"/>
            <a:ext cx="2427740" cy="297654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99" name="Google Shape;299;p91"/>
          <p:cNvSpPr txBox="1">
            <a:spLocks noGrp="1"/>
          </p:cNvSpPr>
          <p:nvPr>
            <p:ph type="sldNum" idx="12"/>
          </p:nvPr>
        </p:nvSpPr>
        <p:spPr>
          <a:xfrm>
            <a:off x="6482256" y="5296960"/>
            <a:ext cx="2133600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300" name="Google Shape;300;p91"/>
          <p:cNvSpPr txBox="1">
            <a:spLocks noGrp="1"/>
          </p:cNvSpPr>
          <p:nvPr>
            <p:ph type="title"/>
          </p:nvPr>
        </p:nvSpPr>
        <p:spPr>
          <a:xfrm>
            <a:off x="494814" y="470194"/>
            <a:ext cx="8121043" cy="857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01" name="Google Shape;301;p91"/>
          <p:cNvSpPr txBox="1">
            <a:spLocks noGrp="1"/>
          </p:cNvSpPr>
          <p:nvPr>
            <p:ph type="body" idx="1"/>
          </p:nvPr>
        </p:nvSpPr>
        <p:spPr>
          <a:xfrm>
            <a:off x="494813" y="1627506"/>
            <a:ext cx="3618166" cy="2720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Пользовательский макет">
  <p:cSld name="10_Пользовательский макет"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92"/>
          <p:cNvSpPr>
            <a:spLocks noGrp="1"/>
          </p:cNvSpPr>
          <p:nvPr>
            <p:ph type="pic" idx="2"/>
          </p:nvPr>
        </p:nvSpPr>
        <p:spPr>
          <a:xfrm>
            <a:off x="5600419" y="1699228"/>
            <a:ext cx="2427740" cy="297654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04" name="Google Shape;304;p92"/>
          <p:cNvSpPr txBox="1">
            <a:spLocks noGrp="1"/>
          </p:cNvSpPr>
          <p:nvPr>
            <p:ph type="sldNum" idx="12"/>
          </p:nvPr>
        </p:nvSpPr>
        <p:spPr>
          <a:xfrm>
            <a:off x="6482256" y="5296960"/>
            <a:ext cx="2133600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305" name="Google Shape;305;p92"/>
          <p:cNvSpPr txBox="1">
            <a:spLocks noGrp="1"/>
          </p:cNvSpPr>
          <p:nvPr>
            <p:ph type="title"/>
          </p:nvPr>
        </p:nvSpPr>
        <p:spPr>
          <a:xfrm>
            <a:off x="494814" y="470194"/>
            <a:ext cx="8121043" cy="857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06" name="Google Shape;306;p92"/>
          <p:cNvSpPr txBox="1">
            <a:spLocks noGrp="1"/>
          </p:cNvSpPr>
          <p:nvPr>
            <p:ph type="body" idx="1"/>
          </p:nvPr>
        </p:nvSpPr>
        <p:spPr>
          <a:xfrm>
            <a:off x="494813" y="1627506"/>
            <a:ext cx="3618166" cy="2720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7_Пользовательский макет">
  <p:cSld name="27_Пользовательский макет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93"/>
          <p:cNvSpPr>
            <a:spLocks noGrp="1"/>
          </p:cNvSpPr>
          <p:nvPr>
            <p:ph type="pic" idx="2"/>
          </p:nvPr>
        </p:nvSpPr>
        <p:spPr>
          <a:xfrm>
            <a:off x="0" y="7513"/>
            <a:ext cx="9144000" cy="5707487"/>
          </a:xfrm>
          <a:prstGeom prst="rect">
            <a:avLst/>
          </a:prstGeom>
          <a:solidFill>
            <a:srgbClr val="55872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sp>
      <p:sp>
        <p:nvSpPr>
          <p:cNvPr id="309" name="Google Shape;309;p93"/>
          <p:cNvSpPr txBox="1">
            <a:spLocks noGrp="1"/>
          </p:cNvSpPr>
          <p:nvPr>
            <p:ph type="title"/>
          </p:nvPr>
        </p:nvSpPr>
        <p:spPr>
          <a:xfrm>
            <a:off x="4707208" y="470193"/>
            <a:ext cx="3914978" cy="1397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10" name="Google Shape;310;p93"/>
          <p:cNvSpPr txBox="1">
            <a:spLocks noGrp="1"/>
          </p:cNvSpPr>
          <p:nvPr>
            <p:ph type="body" idx="1"/>
          </p:nvPr>
        </p:nvSpPr>
        <p:spPr>
          <a:xfrm>
            <a:off x="4707208" y="2150444"/>
            <a:ext cx="3914978" cy="219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6_Пользовательский макет">
  <p:cSld name="36_Пользовательский макет"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94"/>
          <p:cNvSpPr>
            <a:spLocks noGrp="1"/>
          </p:cNvSpPr>
          <p:nvPr>
            <p:ph type="pic" idx="2"/>
          </p:nvPr>
        </p:nvSpPr>
        <p:spPr>
          <a:xfrm>
            <a:off x="4187817" y="2922724"/>
            <a:ext cx="2209193" cy="2454535"/>
          </a:xfrm>
          <a:prstGeom prst="rect">
            <a:avLst/>
          </a:prstGeom>
          <a:solidFill>
            <a:srgbClr val="55872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sp>
      <p:sp>
        <p:nvSpPr>
          <p:cNvPr id="313" name="Google Shape;313;p94"/>
          <p:cNvSpPr>
            <a:spLocks noGrp="1"/>
          </p:cNvSpPr>
          <p:nvPr>
            <p:ph type="pic" idx="3"/>
          </p:nvPr>
        </p:nvSpPr>
        <p:spPr>
          <a:xfrm>
            <a:off x="6520999" y="355796"/>
            <a:ext cx="2209193" cy="2454535"/>
          </a:xfrm>
          <a:prstGeom prst="rect">
            <a:avLst/>
          </a:prstGeom>
          <a:solidFill>
            <a:srgbClr val="55872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sp>
      <p:sp>
        <p:nvSpPr>
          <p:cNvPr id="314" name="Google Shape;314;p94"/>
          <p:cNvSpPr>
            <a:spLocks noGrp="1"/>
          </p:cNvSpPr>
          <p:nvPr>
            <p:ph type="pic" idx="4"/>
          </p:nvPr>
        </p:nvSpPr>
        <p:spPr>
          <a:xfrm>
            <a:off x="6520969" y="2922723"/>
            <a:ext cx="2208908" cy="2454765"/>
          </a:xfrm>
          <a:prstGeom prst="rect">
            <a:avLst/>
          </a:prstGeom>
          <a:solidFill>
            <a:srgbClr val="55872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sp>
      <p:sp>
        <p:nvSpPr>
          <p:cNvPr id="315" name="Google Shape;315;p94"/>
          <p:cNvSpPr>
            <a:spLocks noGrp="1"/>
          </p:cNvSpPr>
          <p:nvPr>
            <p:ph type="pic" idx="5"/>
          </p:nvPr>
        </p:nvSpPr>
        <p:spPr>
          <a:xfrm>
            <a:off x="4188131" y="355795"/>
            <a:ext cx="2208908" cy="2454765"/>
          </a:xfrm>
          <a:prstGeom prst="rect">
            <a:avLst/>
          </a:prstGeom>
          <a:solidFill>
            <a:srgbClr val="55872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sp>
      <p:sp>
        <p:nvSpPr>
          <p:cNvPr id="316" name="Google Shape;316;p94"/>
          <p:cNvSpPr txBox="1">
            <a:spLocks noGrp="1"/>
          </p:cNvSpPr>
          <p:nvPr>
            <p:ph type="title"/>
          </p:nvPr>
        </p:nvSpPr>
        <p:spPr>
          <a:xfrm>
            <a:off x="494813" y="470193"/>
            <a:ext cx="3618166" cy="1517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17" name="Google Shape;317;p94"/>
          <p:cNvSpPr txBox="1">
            <a:spLocks noGrp="1"/>
          </p:cNvSpPr>
          <p:nvPr>
            <p:ph type="body" idx="1"/>
          </p:nvPr>
        </p:nvSpPr>
        <p:spPr>
          <a:xfrm>
            <a:off x="494813" y="2150444"/>
            <a:ext cx="4698216" cy="2687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9_Пользовательский макет">
  <p:cSld name="39_Пользовательский макет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95"/>
          <p:cNvSpPr/>
          <p:nvPr/>
        </p:nvSpPr>
        <p:spPr>
          <a:xfrm>
            <a:off x="1412856" y="-442484"/>
            <a:ext cx="6129049" cy="6809708"/>
          </a:xfrm>
          <a:prstGeom prst="donut">
            <a:avLst>
              <a:gd name="adj" fmla="val 18969"/>
            </a:avLst>
          </a:prstGeom>
          <a:solidFill>
            <a:srgbClr val="609929">
              <a:alpha val="0"/>
            </a:srgbClr>
          </a:solidFill>
          <a:ln w="25400" cap="flat" cmpd="sng">
            <a:solidFill>
              <a:srgbClr val="609929">
                <a:alpha val="5294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675">
                <a:solidFill>
                  <a:srgbClr val="6CAB2E"/>
                </a:solidFill>
                <a:latin typeface="Arial"/>
                <a:ea typeface="Arial"/>
                <a:cs typeface="Arial"/>
                <a:sym typeface="Arial"/>
              </a:rPr>
              <a:t> v</a:t>
            </a:r>
            <a:endParaRPr sz="675">
              <a:solidFill>
                <a:srgbClr val="6CAB2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95"/>
          <p:cNvSpPr txBox="1">
            <a:spLocks noGrp="1"/>
          </p:cNvSpPr>
          <p:nvPr>
            <p:ph type="sldNum" idx="12"/>
          </p:nvPr>
        </p:nvSpPr>
        <p:spPr>
          <a:xfrm>
            <a:off x="6414696" y="5296960"/>
            <a:ext cx="2201161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321" name="Google Shape;321;p95"/>
          <p:cNvSpPr txBox="1">
            <a:spLocks noGrp="1"/>
          </p:cNvSpPr>
          <p:nvPr>
            <p:ph type="body" idx="1"/>
          </p:nvPr>
        </p:nvSpPr>
        <p:spPr>
          <a:xfrm>
            <a:off x="494813" y="1297509"/>
            <a:ext cx="1620074" cy="3569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2" name="Google Shape;322;p95"/>
          <p:cNvSpPr>
            <a:spLocks noGrp="1"/>
          </p:cNvSpPr>
          <p:nvPr>
            <p:ph type="pic" idx="2"/>
          </p:nvPr>
        </p:nvSpPr>
        <p:spPr>
          <a:xfrm>
            <a:off x="2735917" y="1027509"/>
            <a:ext cx="3456159" cy="3839982"/>
          </a:xfrm>
          <a:prstGeom prst="ellipse">
            <a:avLst/>
          </a:prstGeom>
          <a:solidFill>
            <a:srgbClr val="55872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6_Пользовательский макет">
  <p:cSld name="46_Пользовательский макет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96"/>
          <p:cNvSpPr txBox="1">
            <a:spLocks noGrp="1"/>
          </p:cNvSpPr>
          <p:nvPr>
            <p:ph type="sldNum" idx="12"/>
          </p:nvPr>
        </p:nvSpPr>
        <p:spPr>
          <a:xfrm>
            <a:off x="6414696" y="5296960"/>
            <a:ext cx="2201161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325" name="Google Shape;325;p96"/>
          <p:cNvSpPr txBox="1">
            <a:spLocks noGrp="1"/>
          </p:cNvSpPr>
          <p:nvPr>
            <p:ph type="title"/>
          </p:nvPr>
        </p:nvSpPr>
        <p:spPr>
          <a:xfrm>
            <a:off x="5733054" y="1370190"/>
            <a:ext cx="2862131" cy="1367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26" name="Google Shape;326;p96"/>
          <p:cNvSpPr txBox="1">
            <a:spLocks noGrp="1"/>
          </p:cNvSpPr>
          <p:nvPr>
            <p:ph type="body" idx="1"/>
          </p:nvPr>
        </p:nvSpPr>
        <p:spPr>
          <a:xfrm>
            <a:off x="5733054" y="2887500"/>
            <a:ext cx="2862131" cy="209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7" name="Google Shape;327;p96"/>
          <p:cNvSpPr>
            <a:spLocks noGrp="1"/>
          </p:cNvSpPr>
          <p:nvPr>
            <p:ph type="pic" idx="2"/>
          </p:nvPr>
        </p:nvSpPr>
        <p:spPr>
          <a:xfrm>
            <a:off x="1540718" y="1687506"/>
            <a:ext cx="1546214" cy="3089986"/>
          </a:xfrm>
          <a:prstGeom prst="rect">
            <a:avLst/>
          </a:prstGeom>
          <a:solidFill>
            <a:srgbClr val="55872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7_Пользовательский макет">
  <p:cSld name="47_Пользовательский макет"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97"/>
          <p:cNvSpPr txBox="1">
            <a:spLocks noGrp="1"/>
          </p:cNvSpPr>
          <p:nvPr>
            <p:ph type="sldNum" idx="12"/>
          </p:nvPr>
        </p:nvSpPr>
        <p:spPr>
          <a:xfrm>
            <a:off x="6414696" y="5296960"/>
            <a:ext cx="2201161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330" name="Google Shape;330;p97"/>
          <p:cNvSpPr>
            <a:spLocks noGrp="1"/>
          </p:cNvSpPr>
          <p:nvPr>
            <p:ph type="pic" idx="2"/>
          </p:nvPr>
        </p:nvSpPr>
        <p:spPr>
          <a:xfrm>
            <a:off x="4741984" y="2257502"/>
            <a:ext cx="3438659" cy="2399989"/>
          </a:xfrm>
          <a:prstGeom prst="rect">
            <a:avLst/>
          </a:prstGeom>
          <a:solidFill>
            <a:srgbClr val="55872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sp>
      <p:sp>
        <p:nvSpPr>
          <p:cNvPr id="331" name="Google Shape;331;p97"/>
          <p:cNvSpPr txBox="1">
            <a:spLocks noGrp="1"/>
          </p:cNvSpPr>
          <p:nvPr>
            <p:ph type="title"/>
          </p:nvPr>
        </p:nvSpPr>
        <p:spPr>
          <a:xfrm>
            <a:off x="494813" y="470194"/>
            <a:ext cx="3913035" cy="1487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32" name="Google Shape;332;p97"/>
          <p:cNvSpPr txBox="1">
            <a:spLocks noGrp="1"/>
          </p:cNvSpPr>
          <p:nvPr>
            <p:ph type="body" idx="1"/>
          </p:nvPr>
        </p:nvSpPr>
        <p:spPr>
          <a:xfrm>
            <a:off x="494813" y="2150444"/>
            <a:ext cx="3913035" cy="219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3_Пользовательский макет">
  <p:cSld name="43_Пользовательский макет"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98"/>
          <p:cNvSpPr txBox="1">
            <a:spLocks noGrp="1"/>
          </p:cNvSpPr>
          <p:nvPr>
            <p:ph type="sldNum" idx="12"/>
          </p:nvPr>
        </p:nvSpPr>
        <p:spPr>
          <a:xfrm>
            <a:off x="6414696" y="5296960"/>
            <a:ext cx="2201161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335" name="Google Shape;335;p98"/>
          <p:cNvSpPr txBox="1">
            <a:spLocks noGrp="1"/>
          </p:cNvSpPr>
          <p:nvPr>
            <p:ph type="title"/>
          </p:nvPr>
        </p:nvSpPr>
        <p:spPr>
          <a:xfrm>
            <a:off x="5733054" y="1370190"/>
            <a:ext cx="2862131" cy="1367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36" name="Google Shape;336;p98"/>
          <p:cNvSpPr txBox="1">
            <a:spLocks noGrp="1"/>
          </p:cNvSpPr>
          <p:nvPr>
            <p:ph type="body" idx="1"/>
          </p:nvPr>
        </p:nvSpPr>
        <p:spPr>
          <a:xfrm>
            <a:off x="5733054" y="2887500"/>
            <a:ext cx="2862131" cy="209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7" name="Google Shape;337;p98"/>
          <p:cNvSpPr>
            <a:spLocks noGrp="1"/>
          </p:cNvSpPr>
          <p:nvPr>
            <p:ph type="pic" idx="2"/>
          </p:nvPr>
        </p:nvSpPr>
        <p:spPr>
          <a:xfrm>
            <a:off x="1065838" y="1552508"/>
            <a:ext cx="2048095" cy="3029985"/>
          </a:xfrm>
          <a:prstGeom prst="rect">
            <a:avLst/>
          </a:prstGeom>
          <a:solidFill>
            <a:srgbClr val="55872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4_Пользовательский макет">
  <p:cSld name="44_Пользовательский макет"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99"/>
          <p:cNvSpPr>
            <a:spLocks noGrp="1"/>
          </p:cNvSpPr>
          <p:nvPr>
            <p:ph type="pic" idx="2"/>
          </p:nvPr>
        </p:nvSpPr>
        <p:spPr>
          <a:xfrm>
            <a:off x="0" y="7513"/>
            <a:ext cx="9144000" cy="5707487"/>
          </a:xfrm>
          <a:prstGeom prst="rect">
            <a:avLst/>
          </a:prstGeom>
          <a:solidFill>
            <a:srgbClr val="55872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sp>
      <p:sp>
        <p:nvSpPr>
          <p:cNvPr id="340" name="Google Shape;340;p99"/>
          <p:cNvSpPr txBox="1">
            <a:spLocks noGrp="1"/>
          </p:cNvSpPr>
          <p:nvPr>
            <p:ph type="title"/>
          </p:nvPr>
        </p:nvSpPr>
        <p:spPr>
          <a:xfrm>
            <a:off x="4707208" y="470193"/>
            <a:ext cx="3914978" cy="1397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41" name="Google Shape;341;p99"/>
          <p:cNvSpPr txBox="1">
            <a:spLocks noGrp="1"/>
          </p:cNvSpPr>
          <p:nvPr>
            <p:ph type="body" idx="1"/>
          </p:nvPr>
        </p:nvSpPr>
        <p:spPr>
          <a:xfrm>
            <a:off x="4707208" y="2150444"/>
            <a:ext cx="3914978" cy="219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5_Пользовательский макет">
  <p:cSld name="45_Пользовательский макет"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0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7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00"/>
          <p:cNvSpPr/>
          <p:nvPr/>
        </p:nvSpPr>
        <p:spPr>
          <a:xfrm rot="7200000">
            <a:off x="-3601312" y="-1653001"/>
            <a:ext cx="9483098" cy="853521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7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00"/>
          <p:cNvSpPr>
            <a:spLocks noGrp="1"/>
          </p:cNvSpPr>
          <p:nvPr>
            <p:ph type="pic" idx="2"/>
          </p:nvPr>
        </p:nvSpPr>
        <p:spPr>
          <a:xfrm>
            <a:off x="-1940509" y="-2122476"/>
            <a:ext cx="6332550" cy="7081002"/>
          </a:xfrm>
          <a:prstGeom prst="ellipse">
            <a:avLst/>
          </a:prstGeom>
          <a:solidFill>
            <a:srgbClr val="55872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sp>
      <p:sp>
        <p:nvSpPr>
          <p:cNvPr id="346" name="Google Shape;346;p100"/>
          <p:cNvSpPr txBox="1">
            <a:spLocks noGrp="1"/>
          </p:cNvSpPr>
          <p:nvPr>
            <p:ph type="body" idx="1"/>
          </p:nvPr>
        </p:nvSpPr>
        <p:spPr>
          <a:xfrm>
            <a:off x="6146363" y="866209"/>
            <a:ext cx="2403110" cy="398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8_Пользовательский макет">
  <p:cSld name="48_Пользовательский макет"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01"/>
          <p:cNvSpPr/>
          <p:nvPr/>
        </p:nvSpPr>
        <p:spPr>
          <a:xfrm>
            <a:off x="0" y="0"/>
            <a:ext cx="8163165" cy="571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7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01"/>
          <p:cNvSpPr/>
          <p:nvPr/>
        </p:nvSpPr>
        <p:spPr>
          <a:xfrm rot="7200000">
            <a:off x="2722189" y="-1773001"/>
            <a:ext cx="9483098" cy="853521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7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01"/>
          <p:cNvSpPr>
            <a:spLocks noGrp="1"/>
          </p:cNvSpPr>
          <p:nvPr>
            <p:ph type="pic" idx="2"/>
          </p:nvPr>
        </p:nvSpPr>
        <p:spPr>
          <a:xfrm>
            <a:off x="4004974" y="-2242476"/>
            <a:ext cx="6332550" cy="7081002"/>
          </a:xfrm>
          <a:prstGeom prst="ellipse">
            <a:avLst/>
          </a:prstGeom>
          <a:solidFill>
            <a:srgbClr val="55872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sp>
      <p:sp>
        <p:nvSpPr>
          <p:cNvPr id="351" name="Google Shape;351;p101"/>
          <p:cNvSpPr txBox="1">
            <a:spLocks noGrp="1"/>
          </p:cNvSpPr>
          <p:nvPr>
            <p:ph type="body" idx="1"/>
          </p:nvPr>
        </p:nvSpPr>
        <p:spPr>
          <a:xfrm>
            <a:off x="494813" y="996294"/>
            <a:ext cx="2403110" cy="398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5.xml"/><Relationship Id="rId15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7.xml"/><Relationship Id="rId17" Type="http://schemas.openxmlformats.org/officeDocument/2006/relationships/theme" Target="../theme/theme2.xml"/><Relationship Id="rId18" Type="http://schemas.openxmlformats.org/officeDocument/2006/relationships/image" Target="../media/image1.png"/><Relationship Id="rId19" Type="http://schemas.openxmlformats.org/officeDocument/2006/relationships/image" Target="../media/image2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theme" Target="../theme/them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theme" Target="../theme/them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7.xml"/><Relationship Id="rId9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35.xml"/><Relationship Id="rId17" Type="http://schemas.openxmlformats.org/officeDocument/2006/relationships/theme" Target="../theme/theme5.xml"/><Relationship Id="rId18" Type="http://schemas.openxmlformats.org/officeDocument/2006/relationships/image" Target="../media/image1.png"/><Relationship Id="rId19" Type="http://schemas.openxmlformats.org/officeDocument/2006/relationships/image" Target="../media/image2.png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49.xml"/><Relationship Id="rId15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51.xml"/><Relationship Id="rId17" Type="http://schemas.openxmlformats.org/officeDocument/2006/relationships/slideLayout" Target="../slideLayouts/slideLayout52.xml"/><Relationship Id="rId18" Type="http://schemas.openxmlformats.org/officeDocument/2006/relationships/slideLayout" Target="../slideLayouts/slideLayout53.xml"/><Relationship Id="rId19" Type="http://schemas.openxmlformats.org/officeDocument/2006/relationships/slideLayout" Target="../slideLayouts/slideLayout54.xml"/><Relationship Id="rId20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56.xml"/><Relationship Id="rId22" Type="http://schemas.openxmlformats.org/officeDocument/2006/relationships/slideLayout" Target="../slideLayouts/slideLayout57.xml"/><Relationship Id="rId23" Type="http://schemas.openxmlformats.org/officeDocument/2006/relationships/slideLayout" Target="../slideLayouts/slideLayout58.xml"/><Relationship Id="rId24" Type="http://schemas.openxmlformats.org/officeDocument/2006/relationships/slideLayout" Target="../slideLayouts/slideLayout59.xml"/><Relationship Id="rId25" Type="http://schemas.openxmlformats.org/officeDocument/2006/relationships/slideLayout" Target="../slideLayouts/slideLayout60.xml"/><Relationship Id="rId26" Type="http://schemas.openxmlformats.org/officeDocument/2006/relationships/slideLayout" Target="../slideLayouts/slideLayout61.xml"/><Relationship Id="rId27" Type="http://schemas.openxmlformats.org/officeDocument/2006/relationships/slideLayout" Target="../slideLayouts/slideLayout62.xml"/><Relationship Id="rId28" Type="http://schemas.openxmlformats.org/officeDocument/2006/relationships/slideLayout" Target="../slideLayouts/slideLayout63.xml"/><Relationship Id="rId29" Type="http://schemas.openxmlformats.org/officeDocument/2006/relationships/slideLayout" Target="../slideLayouts/slideLayout64.xml"/><Relationship Id="rId30" Type="http://schemas.openxmlformats.org/officeDocument/2006/relationships/slideLayout" Target="../slideLayouts/slideLayout65.xml"/><Relationship Id="rId31" Type="http://schemas.openxmlformats.org/officeDocument/2006/relationships/slideLayout" Target="../slideLayouts/slideLayout66.xml"/><Relationship Id="rId32" Type="http://schemas.openxmlformats.org/officeDocument/2006/relationships/slideLayout" Target="../slideLayouts/slideLayout67.xml"/><Relationship Id="rId33" Type="http://schemas.openxmlformats.org/officeDocument/2006/relationships/slideLayout" Target="../slideLayouts/slideLayout68.xml"/><Relationship Id="rId34" Type="http://schemas.openxmlformats.org/officeDocument/2006/relationships/theme" Target="../theme/theme6.xml"/><Relationship Id="rId35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accent6"/>
          </a:solidFill>
          <a:ln w="9525" cap="flat" cmpd="sng">
            <a:solidFill>
              <a:srgbClr val="76777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1;p28"/>
          <p:cNvPicPr preferRelativeResize="0"/>
          <p:nvPr/>
        </p:nvPicPr>
        <p:blipFill rotWithShape="1">
          <a:blip r:embed="rId3">
            <a:alphaModFix/>
          </a:blip>
          <a:srcRect l="8810" t="6952" r="8809"/>
          <a:stretch/>
        </p:blipFill>
        <p:spPr>
          <a:xfrm>
            <a:off x="0" y="-1"/>
            <a:ext cx="9144000" cy="3458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8" descr="/CLIENTI***/exprivia/exprivia 30 strumenti/Esecutivi coordinata/Presentazione_ppt/Marchio_Exprivia_Bianc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59400" y="285750"/>
            <a:ext cx="2654300" cy="6483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8" descr="/CLIENTI***/exprivia/exprivia 30 strumenti/Esecutivi coordinata/Presentazione_ppt/PayOff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965575" y="1885950"/>
            <a:ext cx="3997325" cy="87645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005A77"/>
          </a:solidFill>
          <a:ln w="9525" cap="flat" cmpd="sng">
            <a:solidFill>
              <a:srgbClr val="76777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" name="Google Shape;21;p30"/>
          <p:cNvPicPr preferRelativeResize="0"/>
          <p:nvPr/>
        </p:nvPicPr>
        <p:blipFill rotWithShape="1">
          <a:blip r:embed="rId18">
            <a:alphaModFix/>
          </a:blip>
          <a:srcRect l="41321" t="44727" r="31561" b="4400"/>
          <a:stretch/>
        </p:blipFill>
        <p:spPr>
          <a:xfrm>
            <a:off x="0" y="0"/>
            <a:ext cx="9144000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0" descr="/CLIENTI***/exprivia/exprivia 30 strumenti/Esecutivi coordinata/Presentazione_ppt/Marchio_Exprivia_Bianco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457200" y="5287448"/>
            <a:ext cx="953886" cy="23299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0"/>
          <p:cNvSpPr txBox="1">
            <a:spLocks noGrp="1"/>
          </p:cNvSpPr>
          <p:nvPr>
            <p:ph type="title"/>
          </p:nvPr>
        </p:nvSpPr>
        <p:spPr>
          <a:xfrm>
            <a:off x="457200" y="358775"/>
            <a:ext cx="8229600" cy="62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4" name="Google Shape;24;p30"/>
          <p:cNvSpPr txBox="1">
            <a:spLocks noGrp="1"/>
          </p:cNvSpPr>
          <p:nvPr>
            <p:ph type="sldNum" idx="12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25" name="Google Shape;25;p30"/>
          <p:cNvSpPr txBox="1">
            <a:spLocks noGrp="1"/>
          </p:cNvSpPr>
          <p:nvPr>
            <p:ph type="body" idx="1"/>
          </p:nvPr>
        </p:nvSpPr>
        <p:spPr>
          <a:xfrm>
            <a:off x="457200" y="1150938"/>
            <a:ext cx="8229600" cy="37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Arial"/>
              <a:buChar char="–"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Arial"/>
              <a:buChar char="»"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3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005A77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33"/>
          <p:cNvPicPr preferRelativeResize="0"/>
          <p:nvPr/>
        </p:nvPicPr>
        <p:blipFill rotWithShape="1">
          <a:blip r:embed="rId3">
            <a:alphaModFix/>
          </a:blip>
          <a:srcRect l="8810" t="6952" r="8809"/>
          <a:stretch/>
        </p:blipFill>
        <p:spPr>
          <a:xfrm>
            <a:off x="0" y="-1"/>
            <a:ext cx="9144000" cy="3458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33" descr="/CLIENTI***/exprivia/exprivia 30 strumenti/Esecutivi coordinata/Presentazione_ppt/Marchio_Exprivia_Bianc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59400" y="285750"/>
            <a:ext cx="2654300" cy="6483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33" descr="/CLIENTI***/exprivia/exprivia 30 strumenti/Esecutivi coordinata/Presentazione_ppt/PayOff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965575" y="1885950"/>
            <a:ext cx="3997325" cy="87645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9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005A77"/>
          </a:solidFill>
          <a:ln w="9525" cap="flat" cmpd="sng">
            <a:solidFill>
              <a:srgbClr val="76777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49"/>
          <p:cNvPicPr preferRelativeResize="0"/>
          <p:nvPr/>
        </p:nvPicPr>
        <p:blipFill rotWithShape="1">
          <a:blip r:embed="rId3">
            <a:alphaModFix/>
          </a:blip>
          <a:srcRect l="8810" r="8809"/>
          <a:stretch/>
        </p:blipFill>
        <p:spPr>
          <a:xfrm>
            <a:off x="0" y="607408"/>
            <a:ext cx="9144000" cy="37174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49" descr="/CLIENTI***/exprivia/exprivia 30 strumenti/Esecutivi coordinata/Presentazione_ppt/Marchio_Exprivia_Bianc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59400" y="751341"/>
            <a:ext cx="2654300" cy="6483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49" descr="/CLIENTI***/exprivia/exprivia 30 strumenti/Esecutivi coordinata/Presentazione_ppt/PayOff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965575" y="2751847"/>
            <a:ext cx="3997325" cy="87645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005A77"/>
          </a:solidFill>
          <a:ln w="9525" cap="flat" cmpd="sng">
            <a:solidFill>
              <a:srgbClr val="76777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15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51"/>
          <p:cNvPicPr preferRelativeResize="0"/>
          <p:nvPr/>
        </p:nvPicPr>
        <p:blipFill rotWithShape="1">
          <a:blip r:embed="rId18">
            <a:alphaModFix/>
          </a:blip>
          <a:srcRect l="41321" t="44727" r="31561" b="4400"/>
          <a:stretch/>
        </p:blipFill>
        <p:spPr>
          <a:xfrm>
            <a:off x="0" y="0"/>
            <a:ext cx="9144000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51" descr="/CLIENTI***/exprivia/exprivia 30 strumenti/Esecutivi coordinata/Presentazione_ppt/Marchio_Exprivia_Bianco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457200" y="5287448"/>
            <a:ext cx="953886" cy="232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51"/>
          <p:cNvSpPr txBox="1">
            <a:spLocks noGrp="1"/>
          </p:cNvSpPr>
          <p:nvPr>
            <p:ph type="title"/>
          </p:nvPr>
        </p:nvSpPr>
        <p:spPr>
          <a:xfrm>
            <a:off x="457200" y="358776"/>
            <a:ext cx="8229600" cy="62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520"/>
              <a:buFont typeface="Arial"/>
              <a:buNone/>
              <a:defRPr sz="2520" b="1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9" name="Google Shape;119;p51"/>
          <p:cNvSpPr txBox="1">
            <a:spLocks noGrp="1"/>
          </p:cNvSpPr>
          <p:nvPr>
            <p:ph type="sldNum" idx="12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120" name="Google Shape;120;p51"/>
          <p:cNvSpPr txBox="1">
            <a:spLocks noGrp="1"/>
          </p:cNvSpPr>
          <p:nvPr>
            <p:ph type="body" idx="1"/>
          </p:nvPr>
        </p:nvSpPr>
        <p:spPr>
          <a:xfrm>
            <a:off x="457200" y="1150938"/>
            <a:ext cx="8229600" cy="3724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marR="0" lvl="0" indent="-320040" algn="l" rtl="0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accent6"/>
              </a:buClr>
              <a:buSzPts val="1440"/>
              <a:buFont typeface="Arial"/>
              <a:buChar char="•"/>
              <a:defRPr sz="144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8610" algn="l" rtl="0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chemeClr val="accent6"/>
              </a:buClr>
              <a:buSzPts val="1260"/>
              <a:buFont typeface="Arial"/>
              <a:buChar char="–"/>
              <a:defRPr sz="126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8610" algn="l" rtl="0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chemeClr val="accent6"/>
              </a:buClr>
              <a:buSzPts val="1260"/>
              <a:buFont typeface="Arial"/>
              <a:buChar char="•"/>
              <a:defRPr sz="126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7180" algn="l" rtl="0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chemeClr val="accent6"/>
              </a:buClr>
              <a:buSzPts val="1080"/>
              <a:buFont typeface="Arial"/>
              <a:buChar char="–"/>
              <a:defRPr sz="108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7179" algn="l" rtl="0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chemeClr val="accent6"/>
              </a:buClr>
              <a:buSzPts val="1080"/>
              <a:buFont typeface="Arial"/>
              <a:buChar char="»"/>
              <a:defRPr sz="108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D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8"/>
          <p:cNvSpPr/>
          <p:nvPr/>
        </p:nvSpPr>
        <p:spPr>
          <a:xfrm>
            <a:off x="-4535" y="1"/>
            <a:ext cx="9143403" cy="57974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7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5" name="Google Shape;195;p68"/>
          <p:cNvPicPr preferRelativeResize="0"/>
          <p:nvPr/>
        </p:nvPicPr>
        <p:blipFill rotWithShape="1">
          <a:blip r:embed="rId35">
            <a:alphaModFix amt="20000"/>
          </a:blip>
          <a:srcRect/>
          <a:stretch/>
        </p:blipFill>
        <p:spPr>
          <a:xfrm>
            <a:off x="-18211" y="53149"/>
            <a:ext cx="9143403" cy="571433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6" r:id="rId18"/>
    <p:sldLayoutId id="2147483707" r:id="rId19"/>
    <p:sldLayoutId id="2147483708" r:id="rId20"/>
    <p:sldLayoutId id="2147483709" r:id="rId21"/>
    <p:sldLayoutId id="2147483710" r:id="rId22"/>
    <p:sldLayoutId id="2147483711" r:id="rId23"/>
    <p:sldLayoutId id="2147483712" r:id="rId24"/>
    <p:sldLayoutId id="2147483713" r:id="rId25"/>
    <p:sldLayoutId id="2147483714" r:id="rId26"/>
    <p:sldLayoutId id="2147483715" r:id="rId27"/>
    <p:sldLayoutId id="2147483716" r:id="rId28"/>
    <p:sldLayoutId id="2147483717" r:id="rId29"/>
    <p:sldLayoutId id="2147483718" r:id="rId30"/>
    <p:sldLayoutId id="2147483719" r:id="rId31"/>
    <p:sldLayoutId id="2147483720" r:id="rId32"/>
    <p:sldLayoutId id="2147483721" r:id="rId3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1">
          <p15:clr>
            <a:srgbClr val="F26B43"/>
          </p15:clr>
        </p15:guide>
        <p15:guide id="2" pos="7681">
          <p15:clr>
            <a:srgbClr val="F26B43"/>
          </p15:clr>
        </p15:guide>
        <p15:guide id="3" pos="423">
          <p15:clr>
            <a:srgbClr val="F26B43"/>
          </p15:clr>
        </p15:guide>
        <p15:guide id="4" pos="14938">
          <p15:clr>
            <a:srgbClr val="F26B43"/>
          </p15:clr>
        </p15:guide>
        <p15:guide id="5" orient="horz" pos="442">
          <p15:clr>
            <a:srgbClr val="F26B43"/>
          </p15:clr>
        </p15:guide>
        <p15:guide id="6" orient="horz" pos="8289">
          <p15:clr>
            <a:srgbClr val="F26B43"/>
          </p15:clr>
        </p15:guide>
        <p15:guide id="7" pos="877">
          <p15:clr>
            <a:srgbClr val="F26B43"/>
          </p15:clr>
        </p15:guide>
        <p15:guide id="8" pos="14484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"/>
          <p:cNvSpPr txBox="1">
            <a:spLocks noGrp="1"/>
          </p:cNvSpPr>
          <p:nvPr>
            <p:ph type="title"/>
          </p:nvPr>
        </p:nvSpPr>
        <p:spPr>
          <a:xfrm>
            <a:off x="3393990" y="3543515"/>
            <a:ext cx="4937212" cy="7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E"/>
              </a:buClr>
              <a:buSzPts val="2000"/>
              <a:buFont typeface="Arial"/>
              <a:buNone/>
            </a:pPr>
            <a:r>
              <a:rPr lang="it-IT" dirty="0"/>
              <a:t>LangGraph: laboratorio e project work</a:t>
            </a:r>
            <a:endParaRPr dirty="0"/>
          </a:p>
        </p:txBody>
      </p:sp>
      <p:sp>
        <p:nvSpPr>
          <p:cNvPr id="357" name="Google Shape;357;p1"/>
          <p:cNvSpPr txBox="1">
            <a:spLocks noGrp="1"/>
          </p:cNvSpPr>
          <p:nvPr>
            <p:ph type="body" idx="1"/>
          </p:nvPr>
        </p:nvSpPr>
        <p:spPr>
          <a:xfrm>
            <a:off x="3984624" y="4788067"/>
            <a:ext cx="4346575" cy="5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E"/>
              </a:buClr>
              <a:buSzPts val="1400"/>
              <a:buNone/>
            </a:pPr>
            <a:endParaRPr dirty="0"/>
          </a:p>
          <a:p>
            <a:pPr marL="0" lvl="0" indent="0" algn="l" rtl="0">
              <a:spcBef>
                <a:spcPts val="280"/>
              </a:spcBef>
              <a:spcAft>
                <a:spcPts val="0"/>
              </a:spcAft>
              <a:buClr>
                <a:srgbClr val="FFFFFE"/>
              </a:buClr>
              <a:buSzPts val="1400"/>
              <a:buNone/>
            </a:pPr>
            <a:r>
              <a:rPr lang="it-IT" dirty="0"/>
              <a:t>Bari 2026 – Corso ITS</a:t>
            </a:r>
            <a:endParaRPr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2893AAD3-6E5F-7786-CE50-5E7C4D0BAC49}"/>
              </a:ext>
            </a:extLst>
          </p:cNvPr>
          <p:cNvSpPr txBox="1"/>
          <p:nvPr/>
        </p:nvSpPr>
        <p:spPr>
          <a:xfrm>
            <a:off x="513806" y="5040985"/>
            <a:ext cx="22729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FFFFFF"/>
                </a:solidFill>
              </a:rPr>
              <a:t>Nicola Zecchillo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SETTIMANA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2</a:t>
            </a:fld>
          </a:p>
        </p:txBody>
      </p:sp>
      <p:sp>
        <p:nvSpPr>
          <p:cNvPr id="34" name="Oval 33"/>
          <p:cNvSpPr/>
          <p:nvPr/>
        </p:nvSpPr>
        <p:spPr>
          <a:xfrm>
            <a:off x="694944" y="1234440"/>
            <a:ext cx="548640" cy="548640"/>
          </a:xfrm>
          <a:prstGeom prst="ellipse">
            <a:avLst/>
          </a:prstGeom>
          <a:solidFill>
            <a:srgbClr val="005A77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300">
                <a:solidFill>
                  <a:srgbClr val="FFFFFF"/>
                </a:solidFill>
                <a:latin typeface="Arial"/>
              </a:rPr>
              <a:t>G1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1480" y="1965960"/>
            <a:ext cx="1115568" cy="868680"/>
          </a:xfrm>
          <a:prstGeom prst="roundRect">
            <a:avLst>
              <a:gd name="adj" fmla="val 30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0" sz="1050">
                <a:solidFill>
                  <a:srgbClr val="003548"/>
                </a:solidFill>
                <a:latin typeface="Arial"/>
              </a:rPr>
              <a:t>Esercizi</a:t>
            </a:r>
          </a:p>
          <a:p>
            <a:pPr algn="ctr"/>
            <a:r>
              <a:rPr b="0" sz="1050">
                <a:solidFill>
                  <a:srgbClr val="003548"/>
                </a:solidFill>
                <a:latin typeface="Arial"/>
              </a:rPr>
              <a:t>individuali</a:t>
            </a:r>
          </a:p>
        </p:txBody>
      </p:sp>
      <p:sp>
        <p:nvSpPr>
          <p:cNvPr id="36" name="Oval 35"/>
          <p:cNvSpPr/>
          <p:nvPr/>
        </p:nvSpPr>
        <p:spPr>
          <a:xfrm>
            <a:off x="1901952" y="1234440"/>
            <a:ext cx="548640" cy="548640"/>
          </a:xfrm>
          <a:prstGeom prst="ellipse">
            <a:avLst/>
          </a:prstGeom>
          <a:solidFill>
            <a:srgbClr val="005A77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300">
                <a:solidFill>
                  <a:srgbClr val="FFFFFF"/>
                </a:solidFill>
                <a:latin typeface="Arial"/>
              </a:rPr>
              <a:t>G2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243584" y="1508760"/>
            <a:ext cx="658368" cy="0"/>
          </a:xfrm>
          <a:prstGeom prst="line">
            <a:avLst/>
          </a:prstGeom>
          <a:ln w="22225">
            <a:solidFill>
              <a:srgbClr val="76777B"/>
            </a:solidFill>
            <a:tailEnd type="triangle" w="med" len="med"/>
          </a:ln>
        </p:spPr>
      </p:cxnSp>
      <p:sp>
        <p:nvSpPr>
          <p:cNvPr id="38" name="Rounded Rectangle 37"/>
          <p:cNvSpPr/>
          <p:nvPr/>
        </p:nvSpPr>
        <p:spPr>
          <a:xfrm>
            <a:off x="1618488" y="1965960"/>
            <a:ext cx="1115568" cy="868680"/>
          </a:xfrm>
          <a:prstGeom prst="roundRect">
            <a:avLst>
              <a:gd name="adj" fmla="val 30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0" sz="1050">
                <a:solidFill>
                  <a:srgbClr val="003548"/>
                </a:solidFill>
                <a:latin typeface="Arial"/>
              </a:rPr>
              <a:t>Esercizi +</a:t>
            </a:r>
          </a:p>
          <a:p>
            <a:pPr algn="ctr"/>
            <a:r>
              <a:rPr b="0" sz="1050">
                <a:solidFill>
                  <a:srgbClr val="003548"/>
                </a:solidFill>
                <a:latin typeface="Arial"/>
              </a:rPr>
              <a:t>check finale</a:t>
            </a:r>
          </a:p>
        </p:txBody>
      </p:sp>
      <p:sp>
        <p:nvSpPr>
          <p:cNvPr id="39" name="Oval 38"/>
          <p:cNvSpPr/>
          <p:nvPr/>
        </p:nvSpPr>
        <p:spPr>
          <a:xfrm>
            <a:off x="3108960" y="1234440"/>
            <a:ext cx="548640" cy="548640"/>
          </a:xfrm>
          <a:prstGeom prst="ellipse">
            <a:avLst/>
          </a:prstGeom>
          <a:solidFill>
            <a:srgbClr val="DF6426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300">
                <a:solidFill>
                  <a:srgbClr val="FFFFFF"/>
                </a:solidFill>
                <a:latin typeface="Arial"/>
              </a:rPr>
              <a:t>G3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450592" y="1508760"/>
            <a:ext cx="658368" cy="0"/>
          </a:xfrm>
          <a:prstGeom prst="line">
            <a:avLst/>
          </a:prstGeom>
          <a:ln w="22225">
            <a:solidFill>
              <a:srgbClr val="76777B"/>
            </a:solidFill>
            <a:tailEnd type="triangle" w="med" len="med"/>
          </a:ln>
        </p:spPr>
      </p:cxnSp>
      <p:sp>
        <p:nvSpPr>
          <p:cNvPr id="41" name="Rounded Rectangle 40"/>
          <p:cNvSpPr/>
          <p:nvPr/>
        </p:nvSpPr>
        <p:spPr>
          <a:xfrm>
            <a:off x="2825496" y="1965960"/>
            <a:ext cx="1115568" cy="868680"/>
          </a:xfrm>
          <a:prstGeom prst="roundRect">
            <a:avLst>
              <a:gd name="adj" fmla="val 30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0" sz="1050">
                <a:solidFill>
                  <a:srgbClr val="003548"/>
                </a:solidFill>
                <a:latin typeface="Arial"/>
              </a:rPr>
              <a:t>Gruppi, traccia</a:t>
            </a:r>
          </a:p>
          <a:p>
            <a:pPr algn="ctr"/>
            <a:r>
              <a:rPr b="0" sz="1050">
                <a:solidFill>
                  <a:srgbClr val="003548"/>
                </a:solidFill>
                <a:latin typeface="Arial"/>
              </a:rPr>
              <a:t>e design</a:t>
            </a:r>
          </a:p>
        </p:txBody>
      </p:sp>
      <p:sp>
        <p:nvSpPr>
          <p:cNvPr id="42" name="Oval 41"/>
          <p:cNvSpPr/>
          <p:nvPr/>
        </p:nvSpPr>
        <p:spPr>
          <a:xfrm>
            <a:off x="4315968" y="1234440"/>
            <a:ext cx="548640" cy="548640"/>
          </a:xfrm>
          <a:prstGeom prst="ellipse">
            <a:avLst/>
          </a:prstGeom>
          <a:solidFill>
            <a:srgbClr val="DF6426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300">
                <a:solidFill>
                  <a:srgbClr val="FFFFFF"/>
                </a:solidFill>
                <a:latin typeface="Arial"/>
              </a:rPr>
              <a:t>G4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3657600" y="1508760"/>
            <a:ext cx="658368" cy="0"/>
          </a:xfrm>
          <a:prstGeom prst="line">
            <a:avLst/>
          </a:prstGeom>
          <a:ln w="22225">
            <a:solidFill>
              <a:srgbClr val="76777B"/>
            </a:solidFill>
            <a:tailEnd type="triangle" w="med" len="med"/>
          </a:ln>
        </p:spPr>
      </p:cxnSp>
      <p:sp>
        <p:nvSpPr>
          <p:cNvPr id="44" name="Rounded Rectangle 43"/>
          <p:cNvSpPr/>
          <p:nvPr/>
        </p:nvSpPr>
        <p:spPr>
          <a:xfrm>
            <a:off x="4032504" y="1965960"/>
            <a:ext cx="1115568" cy="868680"/>
          </a:xfrm>
          <a:prstGeom prst="roundRect">
            <a:avLst>
              <a:gd name="adj" fmla="val 30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0" sz="1050">
                <a:solidFill>
                  <a:srgbClr val="003548"/>
                </a:solidFill>
                <a:latin typeface="Arial"/>
              </a:rPr>
              <a:t>DB + grafo</a:t>
            </a:r>
          </a:p>
          <a:p>
            <a:pPr algn="ctr"/>
            <a:r>
              <a:rPr b="0" sz="1050">
                <a:solidFill>
                  <a:srgbClr val="003548"/>
                </a:solidFill>
                <a:latin typeface="Arial"/>
              </a:rPr>
              <a:t>base</a:t>
            </a:r>
          </a:p>
        </p:txBody>
      </p:sp>
      <p:sp>
        <p:nvSpPr>
          <p:cNvPr id="45" name="Oval 44"/>
          <p:cNvSpPr/>
          <p:nvPr/>
        </p:nvSpPr>
        <p:spPr>
          <a:xfrm>
            <a:off x="5522976" y="1234440"/>
            <a:ext cx="548640" cy="548640"/>
          </a:xfrm>
          <a:prstGeom prst="ellipse">
            <a:avLst/>
          </a:prstGeom>
          <a:solidFill>
            <a:srgbClr val="DF6426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300">
                <a:solidFill>
                  <a:srgbClr val="FFFFFF"/>
                </a:solidFill>
                <a:latin typeface="Arial"/>
              </a:rPr>
              <a:t>G5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864608" y="1508760"/>
            <a:ext cx="658368" cy="0"/>
          </a:xfrm>
          <a:prstGeom prst="line">
            <a:avLst/>
          </a:prstGeom>
          <a:ln w="22225">
            <a:solidFill>
              <a:srgbClr val="76777B"/>
            </a:solidFill>
            <a:tailEnd type="triangle" w="med" len="med"/>
          </a:ln>
        </p:spPr>
      </p:cxnSp>
      <p:sp>
        <p:nvSpPr>
          <p:cNvPr id="47" name="Rounded Rectangle 46"/>
          <p:cNvSpPr/>
          <p:nvPr/>
        </p:nvSpPr>
        <p:spPr>
          <a:xfrm>
            <a:off x="5239512" y="1965960"/>
            <a:ext cx="1115568" cy="868680"/>
          </a:xfrm>
          <a:prstGeom prst="roundRect">
            <a:avLst>
              <a:gd name="adj" fmla="val 30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0" sz="1050">
                <a:solidFill>
                  <a:srgbClr val="003548"/>
                </a:solidFill>
                <a:latin typeface="Arial"/>
              </a:rPr>
              <a:t>RAG, HITL,</a:t>
            </a:r>
          </a:p>
          <a:p>
            <a:pPr algn="ctr"/>
            <a:r>
              <a:rPr b="0" sz="1050">
                <a:solidFill>
                  <a:srgbClr val="003548"/>
                </a:solidFill>
                <a:latin typeface="Arial"/>
              </a:rPr>
              <a:t>persistenza</a:t>
            </a:r>
          </a:p>
        </p:txBody>
      </p:sp>
      <p:sp>
        <p:nvSpPr>
          <p:cNvPr id="48" name="Oval 47"/>
          <p:cNvSpPr/>
          <p:nvPr/>
        </p:nvSpPr>
        <p:spPr>
          <a:xfrm>
            <a:off x="6729984" y="1234440"/>
            <a:ext cx="548640" cy="548640"/>
          </a:xfrm>
          <a:prstGeom prst="ellipse">
            <a:avLst/>
          </a:prstGeom>
          <a:solidFill>
            <a:srgbClr val="DF6426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300">
                <a:solidFill>
                  <a:srgbClr val="FFFFFF"/>
                </a:solidFill>
                <a:latin typeface="Arial"/>
              </a:rPr>
              <a:t>G6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071616" y="1508760"/>
            <a:ext cx="658368" cy="0"/>
          </a:xfrm>
          <a:prstGeom prst="line">
            <a:avLst/>
          </a:prstGeom>
          <a:ln w="22225">
            <a:solidFill>
              <a:srgbClr val="76777B"/>
            </a:solidFill>
            <a:tailEnd type="triangle" w="med" len="med"/>
          </a:ln>
        </p:spPr>
      </p:cxnSp>
      <p:sp>
        <p:nvSpPr>
          <p:cNvPr id="50" name="Rounded Rectangle 49"/>
          <p:cNvSpPr/>
          <p:nvPr/>
        </p:nvSpPr>
        <p:spPr>
          <a:xfrm>
            <a:off x="6446520" y="1965960"/>
            <a:ext cx="1115568" cy="868680"/>
          </a:xfrm>
          <a:prstGeom prst="roundRect">
            <a:avLst>
              <a:gd name="adj" fmla="val 30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0" sz="1050">
                <a:solidFill>
                  <a:srgbClr val="003548"/>
                </a:solidFill>
                <a:latin typeface="Arial"/>
              </a:rPr>
              <a:t>Facoltativi,</a:t>
            </a:r>
          </a:p>
          <a:p>
            <a:pPr algn="ctr"/>
            <a:r>
              <a:rPr b="0" sz="1050">
                <a:solidFill>
                  <a:srgbClr val="003548"/>
                </a:solidFill>
                <a:latin typeface="Arial"/>
              </a:rPr>
              <a:t>test, slide</a:t>
            </a:r>
          </a:p>
        </p:txBody>
      </p:sp>
      <p:sp>
        <p:nvSpPr>
          <p:cNvPr id="51" name="Oval 50"/>
          <p:cNvSpPr/>
          <p:nvPr/>
        </p:nvSpPr>
        <p:spPr>
          <a:xfrm>
            <a:off x="7936992" y="1234440"/>
            <a:ext cx="548640" cy="54864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300">
                <a:solidFill>
                  <a:srgbClr val="FFFFFF"/>
                </a:solidFill>
                <a:latin typeface="Arial"/>
              </a:rPr>
              <a:t>G7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7278624" y="1508760"/>
            <a:ext cx="658368" cy="0"/>
          </a:xfrm>
          <a:prstGeom prst="line">
            <a:avLst/>
          </a:prstGeom>
          <a:ln w="22225">
            <a:solidFill>
              <a:srgbClr val="76777B"/>
            </a:solidFill>
            <a:tailEnd type="triangle" w="med" len="med"/>
          </a:ln>
        </p:spPr>
      </p:cxnSp>
      <p:sp>
        <p:nvSpPr>
          <p:cNvPr id="53" name="Rounded Rectangle 52"/>
          <p:cNvSpPr/>
          <p:nvPr/>
        </p:nvSpPr>
        <p:spPr>
          <a:xfrm>
            <a:off x="7653527" y="1965960"/>
            <a:ext cx="1115568" cy="868680"/>
          </a:xfrm>
          <a:prstGeom prst="roundRect">
            <a:avLst>
              <a:gd name="adj" fmla="val 30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0" sz="1050">
                <a:solidFill>
                  <a:srgbClr val="003548"/>
                </a:solidFill>
                <a:latin typeface="Arial"/>
              </a:rPr>
              <a:t>Consegna e</a:t>
            </a:r>
          </a:p>
          <a:p>
            <a:pPr algn="ctr"/>
            <a:r>
              <a:rPr b="0" sz="1050">
                <a:solidFill>
                  <a:srgbClr val="003548"/>
                </a:solidFill>
                <a:latin typeface="Arial"/>
              </a:rPr>
              <a:t>presentazione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11480" y="3108960"/>
            <a:ext cx="3931920" cy="1645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521208" y="3182112"/>
            <a:ext cx="3712463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Giorni 1–2 · individuale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21208" y="3566160"/>
            <a:ext cx="3712463" cy="11430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200">
                <a:solidFill>
                  <a:srgbClr val="003548"/>
                </a:solidFill>
                <a:latin typeface="Arial"/>
              </a:rPr>
              <a:t>Esercizi a difficoltà crescente e un </a:t>
            </a:r>
            <a:r>
              <a:rPr b="1" sz="1200">
                <a:solidFill>
                  <a:srgbClr val="003548"/>
                </a:solidFill>
                <a:latin typeface="Arial"/>
              </a:rPr>
              <a:t>check finale</a:t>
            </a:r>
            <a:r>
              <a:rPr b="0" sz="1200">
                <a:solidFill>
                  <a:srgbClr val="003548"/>
                </a:solidFill>
                <a:latin typeface="Arial"/>
              </a:rPr>
              <a:t> per stimare il livello di ciascuno e formare gruppi equilibrati.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0" y="3108960"/>
            <a:ext cx="4160520" cy="1645920"/>
          </a:xfrm>
          <a:prstGeom prst="roundRect">
            <a:avLst>
              <a:gd name="adj" fmla="val 8000"/>
            </a:avLst>
          </a:prstGeom>
          <a:solidFill>
            <a:srgbClr val="FCEEE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4681728" y="3182112"/>
            <a:ext cx="3941063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Giorni 3–7 · a gruppi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81728" y="3566160"/>
            <a:ext cx="3941063" cy="11430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200">
                <a:solidFill>
                  <a:srgbClr val="003548"/>
                </a:solidFill>
                <a:latin typeface="Arial"/>
              </a:rPr>
              <a:t>Project work su </a:t>
            </a:r>
            <a:r>
              <a:rPr b="1" sz="1200">
                <a:solidFill>
                  <a:srgbClr val="003548"/>
                </a:solidFill>
                <a:latin typeface="Arial"/>
              </a:rPr>
              <a:t>4 tracce</a:t>
            </a:r>
            <a:r>
              <a:rPr b="0" sz="1200">
                <a:solidFill>
                  <a:srgbClr val="003548"/>
                </a:solidFill>
                <a:latin typeface="Arial"/>
              </a:rPr>
              <a:t> di difficoltà crescente: se ne possono svolgere più d'una e se ne presenta una all'orale.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SETUP DELL'AMBIENTE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3</a:t>
            </a:fld>
          </a:p>
        </p:txBody>
      </p:sp>
      <p:sp>
        <p:nvSpPr>
          <p:cNvPr id="34" name="Rounded Rectangle 33"/>
          <p:cNvSpPr/>
          <p:nvPr/>
        </p:nvSpPr>
        <p:spPr>
          <a:xfrm>
            <a:off x="457200" y="1051560"/>
            <a:ext cx="4846320" cy="2063495"/>
          </a:xfrm>
          <a:prstGeom prst="roundRect">
            <a:avLst>
              <a:gd name="adj" fmla="val 4000"/>
            </a:avLst>
          </a:prstGeom>
          <a:solidFill>
            <a:srgbClr val="0B2B38"/>
          </a:solidFill>
          <a:ln>
            <a:noFill/>
          </a:ln>
        </p:spPr>
        <p:txBody>
          <a:bodyPr rtlCol="0" anchor="t" wrap="square" lIns="128016" rIns="128016" tIns="91440" bIns="54864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python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-m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venv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.venv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.venv</a:t>
            </a:r>
            <a:r>
              <a:rPr sz="1200">
                <a:solidFill>
                  <a:srgbClr val="B5D98B"/>
                </a:solidFill>
                <a:latin typeface="Courier New"/>
              </a:rPr>
              <a:t>\S</a:t>
            </a:r>
            <a:r>
              <a:rPr sz="1200">
                <a:solidFill>
                  <a:srgbClr val="E8EEF1"/>
                </a:solidFill>
                <a:latin typeface="Courier New"/>
              </a:rPr>
              <a:t>cripts</a:t>
            </a:r>
            <a:r>
              <a:rPr sz="1200">
                <a:solidFill>
                  <a:srgbClr val="B5D98B"/>
                </a:solidFill>
                <a:latin typeface="Courier New"/>
              </a:rPr>
              <a:t>\a</a:t>
            </a:r>
            <a:r>
              <a:rPr sz="1200">
                <a:solidFill>
                  <a:srgbClr val="E8EEF1"/>
                </a:solidFill>
                <a:latin typeface="Courier New"/>
              </a:rPr>
              <a:t>ctivate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pip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install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-r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requirements.txt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ollama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pull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&lt;</a:t>
            </a:r>
            <a:r>
              <a:rPr sz="1200">
                <a:solidFill>
                  <a:srgbClr val="E8EEF1"/>
                </a:solidFill>
                <a:latin typeface="Courier New"/>
              </a:rPr>
              <a:t>modello-chat&gt;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ollama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pull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&lt;</a:t>
            </a:r>
            <a:r>
              <a:rPr sz="1200">
                <a:solidFill>
                  <a:srgbClr val="E8EEF1"/>
                </a:solidFill>
                <a:latin typeface="Courier New"/>
              </a:rPr>
              <a:t>modello-embedding&gt;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FCFF0"/>
                </a:solidFill>
                <a:latin typeface="Courier New"/>
              </a:rPr>
              <a:t>set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OLLAMA_MODEL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&lt;</a:t>
            </a:r>
            <a:r>
              <a:rPr sz="1200">
                <a:solidFill>
                  <a:srgbClr val="E8EEF1"/>
                </a:solidFill>
                <a:latin typeface="Courier New"/>
              </a:rPr>
              <a:t>modello-chat&gt;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FCFF0"/>
                </a:solidFill>
                <a:latin typeface="Courier New"/>
              </a:rPr>
              <a:t>set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OLLAMA_EMBED_MODEL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&lt;</a:t>
            </a:r>
            <a:r>
              <a:rPr sz="1200">
                <a:solidFill>
                  <a:srgbClr val="E8EEF1"/>
                </a:solidFill>
                <a:latin typeface="Courier New"/>
              </a:rPr>
              <a:t>modello-embedding&gt;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python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03_hello_world.py</a:t>
            </a:r>
            <a:r>
              <a:rPr sz="1200">
                <a:solidFill>
                  <a:srgbClr val="E8EEF1"/>
                </a:solidFill>
                <a:latin typeface="Courier New"/>
              </a:rPr>
              <a:t>      </a:t>
            </a:r>
            <a:r>
              <a:rPr sz="1200">
                <a:solidFill>
                  <a:srgbClr val="8AA4B0"/>
                </a:solidFill>
                <a:latin typeface="Courier New"/>
              </a:rPr>
              <a:t># verifica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0" y="1051560"/>
            <a:ext cx="3246120" cy="37033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596128" y="1124712"/>
            <a:ext cx="3026663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Checklist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96128" y="1508760"/>
            <a:ext cx="3026663" cy="3200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200">
                <a:solidFill>
                  <a:srgbClr val="003548"/>
                </a:solidFill>
                <a:latin typeface="Arial"/>
              </a:rPr>
              <a:t>Python 3.10–3.13 nel venv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200">
                <a:solidFill>
                  <a:srgbClr val="003548"/>
                </a:solidFill>
                <a:latin typeface="Arial"/>
              </a:rPr>
              <a:t>Ollama attivo (</a:t>
            </a:r>
            <a:r>
              <a:rPr b="1" sz="1200">
                <a:solidFill>
                  <a:srgbClr val="DF6426"/>
                </a:solidFill>
                <a:latin typeface="Courier New"/>
              </a:rPr>
              <a:t>ollama list</a:t>
            </a:r>
            <a:r>
              <a:rPr b="0" sz="1200">
                <a:solidFill>
                  <a:srgbClr val="003548"/>
                </a:solidFill>
                <a:latin typeface="Arial"/>
              </a:rPr>
              <a:t>)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200">
                <a:solidFill>
                  <a:srgbClr val="DF6426"/>
                </a:solidFill>
                <a:latin typeface="Courier New"/>
              </a:rPr>
              <a:t>requirements.txt</a:t>
            </a:r>
            <a:r>
              <a:rPr b="0" sz="1200">
                <a:solidFill>
                  <a:srgbClr val="003548"/>
                </a:solidFill>
                <a:latin typeface="Arial"/>
              </a:rPr>
              <a:t> della cartella </a:t>
            </a:r>
            <a:r>
              <a:rPr b="1" sz="1200">
                <a:solidFill>
                  <a:srgbClr val="DF6426"/>
                </a:solidFill>
                <a:latin typeface="Courier New"/>
              </a:rPr>
              <a:t>Esempi_Corso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200">
                <a:solidFill>
                  <a:srgbClr val="DF6426"/>
                </a:solidFill>
                <a:latin typeface="Courier New"/>
              </a:rPr>
              <a:t>config.py</a:t>
            </a:r>
            <a:r>
              <a:rPr b="0" sz="1200">
                <a:solidFill>
                  <a:srgbClr val="003548"/>
                </a:solidFill>
                <a:latin typeface="Arial"/>
              </a:rPr>
              <a:t> copiato nel progetto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200">
                <a:solidFill>
                  <a:srgbClr val="003548"/>
                </a:solidFill>
                <a:latin typeface="Arial"/>
              </a:rPr>
              <a:t>Tool calling testato con </a:t>
            </a:r>
            <a:r>
              <a:rPr b="1" sz="1200">
                <a:solidFill>
                  <a:srgbClr val="DF6426"/>
                </a:solidFill>
                <a:latin typeface="Courier New"/>
              </a:rPr>
              <a:t>02_tool_calling.py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200">
                <a:solidFill>
                  <a:srgbClr val="003548"/>
                </a:solidFill>
                <a:latin typeface="Arial"/>
              </a:rPr>
              <a:t>Cartella di lavoro: </a:t>
            </a:r>
            <a:r>
              <a:rPr b="1" sz="1200">
                <a:solidFill>
                  <a:srgbClr val="DF6426"/>
                </a:solidFill>
                <a:latin typeface="Courier New"/>
              </a:rPr>
              <a:t>COGNOME_esercizi/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3977639"/>
            <a:ext cx="484632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200">
                <a:solidFill>
                  <a:srgbClr val="005A77"/>
                </a:solidFill>
                <a:latin typeface="Arial"/>
              </a:rPr>
              <a:t>Tutti gli esercizi usano </a:t>
            </a:r>
            <a:r>
              <a:rPr b="1" sz="1200">
                <a:solidFill>
                  <a:srgbClr val="DF6426"/>
                </a:solidFill>
                <a:latin typeface="Courier New"/>
              </a:rPr>
              <a:t>get_llm()</a:t>
            </a:r>
            <a:r>
              <a:rPr b="0" sz="1200">
                <a:solidFill>
                  <a:srgbClr val="005A77"/>
                </a:solidFill>
                <a:latin typeface="Arial"/>
              </a:rPr>
              <a:t> da </a:t>
            </a:r>
            <a:r>
              <a:rPr b="1" sz="1200">
                <a:solidFill>
                  <a:srgbClr val="DF6426"/>
                </a:solidFill>
                <a:latin typeface="Courier New"/>
              </a:rPr>
              <a:t>config.py</a:t>
            </a:r>
            <a:r>
              <a:rPr b="0" sz="1200">
                <a:solidFill>
                  <a:srgbClr val="005A77"/>
                </a:solidFill>
                <a:latin typeface="Arial"/>
              </a:rPr>
              <a:t>: per cambiare modello si cambia </a:t>
            </a:r>
            <a:r>
              <a:rPr b="1" sz="1200">
                <a:solidFill>
                  <a:srgbClr val="005A77"/>
                </a:solidFill>
                <a:latin typeface="Arial"/>
              </a:rPr>
              <a:t>solo</a:t>
            </a:r>
            <a:r>
              <a:rPr b="0" sz="1200">
                <a:solidFill>
                  <a:srgbClr val="005A77"/>
                </a:solidFill>
                <a:latin typeface="Arial"/>
              </a:rPr>
              <a:t> la variabile d'ambiente.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MODELLI LOCALI CONSIGLIATI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4</a:t>
            </a:fld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457200" y="1051560"/>
          <a:ext cx="8229600" cy="22860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331720"/>
                <a:gridCol w="1143000"/>
                <a:gridCol w="1920240"/>
                <a:gridCol w="283464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Arial"/>
                        </a:rPr>
                        <a:t>Modello Ollama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005A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Arial"/>
                        </a:rPr>
                        <a:t>Download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005A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Arial"/>
                        </a:rPr>
                        <a:t>Memoria consigliata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005A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Arial"/>
                        </a:rPr>
                        <a:t>Perché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005A7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DF6426"/>
                          </a:solidFill>
                          <a:latin typeface="Courier New"/>
                        </a:rPr>
                        <a:t>qwen3.5:9b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003548"/>
                          </a:solidFill>
                          <a:latin typeface="Arial"/>
                        </a:rPr>
                        <a:t>≈ 6.6 GB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003548"/>
                          </a:solidFill>
                          <a:latin typeface="Arial"/>
                        </a:rPr>
                        <a:t>16 GB RAM o GPU 8–12 GB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003548"/>
                          </a:solidFill>
                          <a:latin typeface="Arial"/>
                        </a:rPr>
                        <a:t>scelta di riferimento: tools + thinking, contesto 256K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DF6426"/>
                          </a:solidFill>
                          <a:latin typeface="Courier New"/>
                        </a:rPr>
                        <a:t>granite4.2:8b</a:t>
                      </a:r>
                      <a:r>
                        <a:rPr b="0" sz="1100">
                          <a:solidFill>
                            <a:srgbClr val="003548"/>
                          </a:solidFill>
                          <a:latin typeface="Arial"/>
                        </a:rPr>
                        <a:t> / </a:t>
                      </a:r>
                      <a:r>
                        <a:rPr b="1" sz="1100">
                          <a:solidFill>
                            <a:srgbClr val="DF6426"/>
                          </a:solidFill>
                          <a:latin typeface="Courier New"/>
                        </a:rPr>
                        <a:t>granite4.2:3b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003548"/>
                          </a:solidFill>
                          <a:latin typeface="Arial"/>
                        </a:rPr>
                        <a:t>5.3 / 2.2 GB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003548"/>
                          </a:solidFill>
                          <a:latin typeface="Arial"/>
                        </a:rPr>
                        <a:t>PC modesti (8–16 GB)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003548"/>
                          </a:solidFill>
                          <a:latin typeface="Arial"/>
                        </a:rPr>
                        <a:t>function calling e JSON affidabili, leggero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DF6426"/>
                          </a:solidFill>
                          <a:latin typeface="Courier New"/>
                        </a:rPr>
                        <a:t>gemma4:e4b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003548"/>
                          </a:solidFill>
                          <a:latin typeface="Arial"/>
                        </a:rPr>
                        <a:t>≈ 6.6–9.5 GB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003548"/>
                          </a:solidFill>
                          <a:latin typeface="Arial"/>
                        </a:rPr>
                        <a:t>16 GB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003548"/>
                          </a:solidFill>
                          <a:latin typeface="Arial"/>
                        </a:rPr>
                        <a:t>function calling nativo, multimodale (immagini)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DF6426"/>
                          </a:solidFill>
                          <a:latin typeface="Courier New"/>
                        </a:rPr>
                        <a:t>gpt-oss:20b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003548"/>
                          </a:solidFill>
                          <a:latin typeface="Arial"/>
                        </a:rPr>
                        <a:t>≈ 14 GB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003548"/>
                          </a:solidFill>
                          <a:latin typeface="Arial"/>
                        </a:rPr>
                        <a:t>≥ 16 GB (meglio GPU)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003548"/>
                          </a:solidFill>
                          <a:latin typeface="Arial"/>
                        </a:rPr>
                        <a:t>il più capace in locale; reasoning regolabile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Rounded Rectangle 34"/>
          <p:cNvSpPr/>
          <p:nvPr/>
        </p:nvSpPr>
        <p:spPr>
          <a:xfrm>
            <a:off x="457200" y="3520440"/>
            <a:ext cx="4023360" cy="123444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66928" y="3593592"/>
            <a:ext cx="380390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Embedding (RAG)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3977640"/>
            <a:ext cx="3803904" cy="73151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150">
                <a:solidFill>
                  <a:srgbClr val="DF6426"/>
                </a:solidFill>
                <a:latin typeface="Courier New"/>
              </a:rPr>
              <a:t>bge-m3</a:t>
            </a:r>
            <a:r>
              <a:rPr b="0" sz="1150">
                <a:solidFill>
                  <a:srgbClr val="003548"/>
                </a:solidFill>
                <a:latin typeface="Arial"/>
              </a:rPr>
              <a:t> (multilingue, ≈1.2 GB) oppure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qwen3-embedding:0.6b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663440" y="3520440"/>
            <a:ext cx="4069080" cy="1234440"/>
          </a:xfrm>
          <a:prstGeom prst="roundRect">
            <a:avLst>
              <a:gd name="adj" fmla="val 8000"/>
            </a:avLst>
          </a:prstGeom>
          <a:solidFill>
            <a:srgbClr val="FCEEE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773168" y="3593592"/>
            <a:ext cx="38496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Consiglio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73168" y="3977640"/>
            <a:ext cx="3849624" cy="73151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50">
                <a:solidFill>
                  <a:srgbClr val="003548"/>
                </a:solidFill>
                <a:latin typeface="Arial"/>
              </a:rPr>
              <a:t>Provate </a:t>
            </a:r>
            <a:r>
              <a:rPr b="1" sz="1150">
                <a:solidFill>
                  <a:srgbClr val="003548"/>
                </a:solidFill>
                <a:latin typeface="Arial"/>
              </a:rPr>
              <a:t>almeno 2 modelli</a:t>
            </a:r>
            <a:r>
              <a:rPr b="0" sz="1150">
                <a:solidFill>
                  <a:srgbClr val="003548"/>
                </a:solidFill>
                <a:latin typeface="Arial"/>
              </a:rPr>
              <a:t> sugli stessi esercizi e annotate differenze di qualità e velocità.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OLLAMA CLOUD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5</a:t>
            </a:fld>
          </a:p>
        </p:txBody>
      </p:sp>
      <p:sp>
        <p:nvSpPr>
          <p:cNvPr id="34" name="TextBox 33"/>
          <p:cNvSpPr txBox="1"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300">
                <a:solidFill>
                  <a:srgbClr val="003548"/>
                </a:solidFill>
                <a:latin typeface="Arial"/>
              </a:rPr>
              <a:t>Se il PC non regge un modello abbastanza capace, Ollama ospita modelli più grandi </a:t>
            </a:r>
            <a:r>
              <a:rPr b="1" sz="1300">
                <a:solidFill>
                  <a:srgbClr val="003548"/>
                </a:solidFill>
                <a:latin typeface="Arial"/>
              </a:rPr>
              <a:t>con lo stesso client</a:t>
            </a:r>
            <a:r>
              <a:rPr b="0" sz="1300">
                <a:solidFill>
                  <a:srgbClr val="003548"/>
                </a:solidFill>
                <a:latin typeface="Arial"/>
              </a:rPr>
              <a:t>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1554480"/>
            <a:ext cx="4572000" cy="804672"/>
          </a:xfrm>
          <a:prstGeom prst="roundRect">
            <a:avLst>
              <a:gd name="adj" fmla="val 4000"/>
            </a:avLst>
          </a:prstGeom>
          <a:solidFill>
            <a:srgbClr val="0B2B38"/>
          </a:solidFill>
          <a:ln>
            <a:noFill/>
          </a:ln>
        </p:spPr>
        <p:txBody>
          <a:bodyPr rtlCol="0" anchor="t" wrap="square" lIns="128016" rIns="128016" tIns="91440" bIns="54864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ollama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signin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ollama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run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gpt-oss:120b-cloud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FCFF0"/>
                </a:solidFill>
                <a:latin typeface="Courier New"/>
              </a:rPr>
              <a:t>set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OLLAMA_MODEL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gpt-oss:120b-cloud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3108960"/>
            <a:ext cx="4572000" cy="977011"/>
          </a:xfrm>
          <a:prstGeom prst="roundRect">
            <a:avLst>
              <a:gd name="adj" fmla="val 4000"/>
            </a:avLst>
          </a:prstGeom>
          <a:solidFill>
            <a:srgbClr val="0B2B38"/>
          </a:solidFill>
          <a:ln>
            <a:noFill/>
          </a:ln>
        </p:spPr>
        <p:txBody>
          <a:bodyPr rtlCol="0" anchor="t" wrap="square" lIns="128016" rIns="128016" tIns="91440" bIns="54864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8AA4B0"/>
                </a:solidFill>
                <a:latin typeface="Courier New"/>
              </a:rPr>
              <a:t># accesso diretto alle API (senza client locale)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llm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=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ChatOllama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    </a:t>
            </a:r>
            <a:r>
              <a:rPr sz="950">
                <a:solidFill>
                  <a:srgbClr val="E8EEF1"/>
                </a:solidFill>
                <a:latin typeface="Courier New"/>
              </a:rPr>
              <a:t>model</a:t>
            </a:r>
            <a:r>
              <a:rPr sz="950">
                <a:solidFill>
                  <a:srgbClr val="E8EEF1"/>
                </a:solidFill>
                <a:latin typeface="Courier New"/>
              </a:rPr>
              <a:t>=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gpt-oss:120b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,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base_url</a:t>
            </a:r>
            <a:r>
              <a:rPr sz="950">
                <a:solidFill>
                  <a:srgbClr val="E8EEF1"/>
                </a:solidFill>
                <a:latin typeface="Courier New"/>
              </a:rPr>
              <a:t>=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https://ollama.com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    </a:t>
            </a:r>
            <a:r>
              <a:rPr sz="950">
                <a:solidFill>
                  <a:srgbClr val="E8EEF1"/>
                </a:solidFill>
                <a:latin typeface="Courier New"/>
              </a:rPr>
              <a:t>client_kwargs</a:t>
            </a:r>
            <a:r>
              <a:rPr sz="950">
                <a:solidFill>
                  <a:srgbClr val="E8EEF1"/>
                </a:solidFill>
                <a:latin typeface="Courier New"/>
              </a:rPr>
              <a:t>=</a:t>
            </a:r>
            <a:r>
              <a:rPr sz="950">
                <a:solidFill>
                  <a:srgbClr val="E8EEF1"/>
                </a:solidFill>
                <a:latin typeface="Courier New"/>
              </a:rPr>
              <a:t>{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headers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{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Authorization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        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Bearer 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+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os</a:t>
            </a:r>
            <a:r>
              <a:rPr sz="950">
                <a:solidFill>
                  <a:srgbClr val="E8EEF1"/>
                </a:solidFill>
                <a:latin typeface="Courier New"/>
              </a:rPr>
              <a:t>.</a:t>
            </a:r>
            <a:r>
              <a:rPr sz="950">
                <a:solidFill>
                  <a:srgbClr val="E8EEF1"/>
                </a:solidFill>
                <a:latin typeface="Courier New"/>
              </a:rPr>
              <a:t>environ</a:t>
            </a:r>
            <a:r>
              <a:rPr sz="950">
                <a:solidFill>
                  <a:srgbClr val="E8EEF1"/>
                </a:solidFill>
                <a:latin typeface="Courier New"/>
              </a:rPr>
              <a:t>[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OLLAMA_API_KEY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]</a:t>
            </a:r>
            <a:r>
              <a:rPr sz="950">
                <a:solidFill>
                  <a:srgbClr val="E8EEF1"/>
                </a:solidFill>
                <a:latin typeface="Courier New"/>
              </a:rPr>
              <a:t>}</a:t>
            </a:r>
            <a:r>
              <a:rPr sz="950">
                <a:solidFill>
                  <a:srgbClr val="E8EEF1"/>
                </a:solidFill>
                <a:latin typeface="Courier New"/>
              </a:rPr>
              <a:t>}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212080" y="1554480"/>
            <a:ext cx="3520440" cy="320040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5321808" y="1627632"/>
            <a:ext cx="330098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Da sapere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21808" y="2011680"/>
            <a:ext cx="3300984" cy="2697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50">
                <a:solidFill>
                  <a:srgbClr val="003548"/>
                </a:solidFill>
                <a:latin typeface="Arial"/>
              </a:rPr>
              <a:t>Account </a:t>
            </a:r>
            <a:r>
              <a:rPr b="1" sz="1150">
                <a:solidFill>
                  <a:srgbClr val="003548"/>
                </a:solidFill>
                <a:latin typeface="Arial"/>
              </a:rPr>
              <a:t>gratuito</a:t>
            </a:r>
            <a:r>
              <a:rPr b="0" sz="1150">
                <a:solidFill>
                  <a:srgbClr val="003548"/>
                </a:solidFill>
                <a:latin typeface="Arial"/>
              </a:rPr>
              <a:t> con crediti mensili limitati e </a:t>
            </a:r>
            <a:r>
              <a:rPr b="1" sz="1150">
                <a:solidFill>
                  <a:srgbClr val="003548"/>
                </a:solidFill>
                <a:latin typeface="Arial"/>
              </a:rPr>
              <a:t>1 richiesta alla volta</a:t>
            </a:r>
            <a:r>
              <a:rPr b="0" sz="1150">
                <a:solidFill>
                  <a:srgbClr val="003548"/>
                </a:solidFill>
                <a:latin typeface="Arial"/>
              </a:rPr>
              <a:t>; piani a pagamento a consumo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50">
                <a:solidFill>
                  <a:srgbClr val="003548"/>
                </a:solidFill>
                <a:latin typeface="Arial"/>
              </a:rPr>
              <a:t>Modelli con tag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cloud</a:t>
            </a:r>
            <a:r>
              <a:rPr b="0" sz="1150">
                <a:solidFill>
                  <a:srgbClr val="003548"/>
                </a:solidFill>
                <a:latin typeface="Arial"/>
              </a:rPr>
              <a:t> (es.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gpt-oss:120b-cloud</a:t>
            </a:r>
            <a:r>
              <a:rPr b="0" sz="1150">
                <a:solidFill>
                  <a:srgbClr val="003548"/>
                </a:solidFill>
                <a:latin typeface="Arial"/>
              </a:rPr>
              <a:t>,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gemma4:cloud</a:t>
            </a:r>
            <a:r>
              <a:rPr b="0" sz="1150">
                <a:solidFill>
                  <a:srgbClr val="003548"/>
                </a:solidFill>
                <a:latin typeface="Arial"/>
              </a:rPr>
              <a:t>)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50">
                <a:solidFill>
                  <a:srgbClr val="003548"/>
                </a:solidFill>
                <a:latin typeface="Arial"/>
              </a:rPr>
              <a:t>Chiave API da ollama.com/settings/keys: </a:t>
            </a:r>
            <a:r>
              <a:rPr b="1" sz="1150">
                <a:solidFill>
                  <a:srgbClr val="003548"/>
                </a:solidFill>
                <a:latin typeface="Arial"/>
              </a:rPr>
              <a:t>mai</a:t>
            </a:r>
            <a:r>
              <a:rPr b="0" sz="1150">
                <a:solidFill>
                  <a:srgbClr val="003548"/>
                </a:solidFill>
                <a:latin typeface="Arial"/>
              </a:rPr>
              <a:t> nel codice o su git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50">
                <a:solidFill>
                  <a:srgbClr val="003548"/>
                </a:solidFill>
                <a:latin typeface="Arial"/>
              </a:rPr>
              <a:t>Uso consigliato: modelli difficili da far girare in locale e demo finale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40280"/>
            <a:ext cx="8229600" cy="731520"/>
          </a:xfrm>
        </p:spPr>
        <p:txBody>
          <a:bodyPr/>
          <a:lstStyle/>
          <a:p>
            <a:r>
              <a:t>GIORNI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73152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b="0" sz="1600">
                <a:solidFill>
                  <a:srgbClr val="005A77"/>
                </a:solidFill>
                <a:latin typeface="Arial"/>
              </a:rPr>
              <a:t>Esercitazioni individuali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COME LAVORIAMO NEI GIORNI 1–2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7</a:t>
            </a:fld>
          </a:p>
        </p:txBody>
      </p:sp>
      <p:sp>
        <p:nvSpPr>
          <p:cNvPr id="34" name="Rounded Rectangle 33"/>
          <p:cNvSpPr/>
          <p:nvPr/>
        </p:nvSpPr>
        <p:spPr>
          <a:xfrm>
            <a:off x="457200" y="1051560"/>
            <a:ext cx="2651760" cy="37033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66928" y="1124712"/>
            <a:ext cx="243230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Regole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1508760"/>
            <a:ext cx="2432304" cy="3200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200">
                <a:solidFill>
                  <a:srgbClr val="003548"/>
                </a:solidFill>
                <a:latin typeface="Arial"/>
              </a:rPr>
              <a:t>Lavoro </a:t>
            </a:r>
            <a:r>
              <a:rPr b="1" sz="1200">
                <a:solidFill>
                  <a:srgbClr val="003548"/>
                </a:solidFill>
                <a:latin typeface="Arial"/>
              </a:rPr>
              <a:t>individuale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200">
                <a:solidFill>
                  <a:srgbClr val="003548"/>
                </a:solidFill>
                <a:latin typeface="Arial"/>
              </a:rPr>
              <a:t>Materiale del corso e documentazione ufficiale consentiti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200">
                <a:solidFill>
                  <a:srgbClr val="003548"/>
                </a:solidFill>
                <a:latin typeface="Arial"/>
              </a:rPr>
              <a:t>Un file </a:t>
            </a:r>
            <a:r>
              <a:rPr b="1" sz="1200">
                <a:solidFill>
                  <a:srgbClr val="DF6426"/>
                </a:solidFill>
                <a:latin typeface="Courier New"/>
              </a:rPr>
              <a:t>.py</a:t>
            </a:r>
            <a:r>
              <a:rPr b="0" sz="1200">
                <a:solidFill>
                  <a:srgbClr val="003548"/>
                </a:solidFill>
                <a:latin typeface="Arial"/>
              </a:rPr>
              <a:t> per esercizio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200">
                <a:solidFill>
                  <a:srgbClr val="003548"/>
                </a:solidFill>
                <a:latin typeface="Arial"/>
              </a:rPr>
              <a:t>Si procede in ordine: ★ prima di ★★★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46120" y="1051560"/>
            <a:ext cx="2651760" cy="3703320"/>
          </a:xfrm>
          <a:prstGeom prst="roundRect">
            <a:avLst>
              <a:gd name="adj" fmla="val 8000"/>
            </a:avLst>
          </a:prstGeom>
          <a:solidFill>
            <a:srgbClr val="FCEEE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3355848" y="1124712"/>
            <a:ext cx="243230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Consegna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55848" y="1508760"/>
            <a:ext cx="2432304" cy="3200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200">
                <a:solidFill>
                  <a:srgbClr val="003548"/>
                </a:solidFill>
                <a:latin typeface="Arial"/>
              </a:rPr>
              <a:t>Cartella </a:t>
            </a:r>
            <a:r>
              <a:rPr b="1" sz="1200">
                <a:solidFill>
                  <a:srgbClr val="DF6426"/>
                </a:solidFill>
                <a:latin typeface="Courier New"/>
              </a:rPr>
              <a:t>COGNOME_esercizi/</a:t>
            </a:r>
            <a:r>
              <a:rPr b="0" sz="1200">
                <a:solidFill>
                  <a:srgbClr val="003548"/>
                </a:solidFill>
                <a:latin typeface="Arial"/>
              </a:rPr>
              <a:t> con: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200">
                <a:solidFill>
                  <a:srgbClr val="DF6426"/>
                </a:solidFill>
                <a:latin typeface="Courier New"/>
              </a:rPr>
              <a:t>E01_...py</a:t>
            </a:r>
            <a:r>
              <a:rPr b="0" sz="1200">
                <a:solidFill>
                  <a:srgbClr val="003548"/>
                </a:solidFill>
                <a:latin typeface="Arial"/>
              </a:rPr>
              <a:t> … </a:t>
            </a:r>
            <a:r>
              <a:rPr b="1" sz="1200">
                <a:solidFill>
                  <a:srgbClr val="DF6426"/>
                </a:solidFill>
                <a:latin typeface="Courier New"/>
              </a:rPr>
              <a:t>E11_...py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200">
                <a:solidFill>
                  <a:srgbClr val="DF6426"/>
                </a:solidFill>
                <a:latin typeface="Courier New"/>
              </a:rPr>
              <a:t>autovalutazione.txt</a:t>
            </a:r>
            <a:r>
              <a:rPr b="0" sz="1200">
                <a:solidFill>
                  <a:srgbClr val="003548"/>
                </a:solidFill>
                <a:latin typeface="Arial"/>
              </a:rPr>
              <a:t>: per ogni esercizio *fatto / parziale / non fatto* e una riga sulle difficoltà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35040" y="1051560"/>
            <a:ext cx="2697480" cy="37033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144768" y="1124712"/>
            <a:ext cx="24780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Livelli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44768" y="1508760"/>
            <a:ext cx="2478024" cy="3200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200">
                <a:solidFill>
                  <a:srgbClr val="003548"/>
                </a:solidFill>
                <a:latin typeface="Arial"/>
              </a:rPr>
              <a:t>★ fondamenta</a:t>
            </a:r>
          </a:p>
          <a:p>
            <a:pPr algn="l">
              <a:spcAft>
                <a:spcPts val="400"/>
              </a:spcAft>
            </a:pPr>
            <a:r>
              <a:rPr b="0" sz="1200">
                <a:solidFill>
                  <a:srgbClr val="003548"/>
                </a:solidFill>
                <a:latin typeface="Arial"/>
              </a:rPr>
              <a:t>★★ pattern base</a:t>
            </a:r>
          </a:p>
          <a:p>
            <a:pPr algn="l">
              <a:spcAft>
                <a:spcPts val="400"/>
              </a:spcAft>
            </a:pPr>
            <a:r>
              <a:rPr b="0" sz="1200">
                <a:solidFill>
                  <a:srgbClr val="003548"/>
                </a:solidFill>
                <a:latin typeface="Arial"/>
              </a:rPr>
              <a:t>★★★ approfondimenti</a:t>
            </a:r>
          </a:p>
          <a:p>
            <a:pPr algn="l">
              <a:spcAft>
                <a:spcPts val="400"/>
              </a:spcAft>
            </a:pPr>
            <a:r>
              <a:rPr b="0" sz="1200">
                <a:solidFill>
                  <a:srgbClr val="003548"/>
                </a:solidFill>
                <a:latin typeface="Arial"/>
              </a:rPr>
              <a:t>★★★★ integrazione completa</a:t>
            </a:r>
          </a:p>
          <a:p>
            <a:pPr algn="l">
              <a:spcAft>
                <a:spcPts val="400"/>
              </a:spcAft>
            </a:pPr>
            <a:r>
              <a:rPr b="0" sz="1200">
                <a:solidFill>
                  <a:srgbClr val="003548"/>
                </a:solidFill>
                <a:latin typeface="Arial"/>
              </a:rPr>
              <a:t>Non è obbligatorio finire tutto: conta </a:t>
            </a:r>
            <a:r>
              <a:rPr b="1" sz="1200">
                <a:solidFill>
                  <a:srgbClr val="003548"/>
                </a:solidFill>
                <a:latin typeface="Arial"/>
              </a:rPr>
              <a:t>dove arrivate</a:t>
            </a:r>
            <a:r>
              <a:rPr b="0" sz="1200">
                <a:solidFill>
                  <a:srgbClr val="003548"/>
                </a:solidFill>
                <a:latin typeface="Arial"/>
              </a:rPr>
              <a:t> e </a:t>
            </a:r>
            <a:r>
              <a:rPr b="1" sz="1200">
                <a:solidFill>
                  <a:srgbClr val="003548"/>
                </a:solidFill>
                <a:latin typeface="Arial"/>
              </a:rPr>
              <a:t>come</a:t>
            </a:r>
            <a:r>
              <a:rPr b="0" sz="1200">
                <a:solidFill>
                  <a:srgbClr val="003548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MAPPA DEGLI ESERCIZI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8</a:t>
            </a:fld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457200" y="1024128"/>
          <a:ext cx="8229600" cy="3675888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457200"/>
                <a:gridCol w="2011680"/>
                <a:gridCol w="777240"/>
                <a:gridCol w="3291840"/>
                <a:gridCol w="777240"/>
                <a:gridCol w="914400"/>
              </a:tblGrid>
              <a:tr h="306324"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005A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FFFFFF"/>
                          </a:solidFill>
                          <a:latin typeface="Arial"/>
                        </a:rPr>
                        <a:t>Esercizio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005A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FFFFFF"/>
                          </a:solidFill>
                          <a:latin typeface="Arial"/>
                        </a:rPr>
                        <a:t>Livello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005A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FFFFFF"/>
                          </a:solidFill>
                          <a:latin typeface="Arial"/>
                        </a:rPr>
                        <a:t>Concetti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005A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FFFFFF"/>
                          </a:solidFill>
                          <a:latin typeface="Arial"/>
                        </a:rPr>
                        <a:t>Tempo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005A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FFFFFF"/>
                          </a:solidFill>
                          <a:latin typeface="Arial"/>
                        </a:rPr>
                        <a:t>Giorno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005A77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003548"/>
                          </a:solidFill>
                          <a:latin typeface="Arial"/>
                        </a:rPr>
                        <a:t>E1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003548"/>
                          </a:solidFill>
                          <a:latin typeface="Arial"/>
                        </a:rPr>
                        <a:t>Scheda personale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003548"/>
                          </a:solidFill>
                          <a:latin typeface="Arial"/>
                        </a:rPr>
                        <a:t>★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003548"/>
                          </a:solidFill>
                          <a:latin typeface="Arial"/>
                        </a:rPr>
                        <a:t>state, nodo, visualizzazione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003548"/>
                          </a:solidFill>
                          <a:latin typeface="Arial"/>
                        </a:rPr>
                        <a:t>30'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003548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003548"/>
                          </a:solidFill>
                          <a:latin typeface="Arial"/>
                        </a:rPr>
                        <a:t>E2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003548"/>
                          </a:solidFill>
                          <a:latin typeface="Arial"/>
                        </a:rPr>
                        <a:t>Pipeline di testo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003548"/>
                          </a:solidFill>
                          <a:latin typeface="Arial"/>
                        </a:rPr>
                        <a:t>★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003548"/>
                          </a:solidFill>
                          <a:latin typeface="Arial"/>
                        </a:rPr>
                        <a:t>sequenza, add_sequence, reducer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003548"/>
                          </a:solidFill>
                          <a:latin typeface="Arial"/>
                        </a:rPr>
                        <a:t>30'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003548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003548"/>
                          </a:solidFill>
                          <a:latin typeface="Arial"/>
                        </a:rPr>
                        <a:t>E3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003548"/>
                          </a:solidFill>
                          <a:latin typeface="Arial"/>
                        </a:rPr>
                        <a:t>Doppia calcolatrice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003548"/>
                          </a:solidFill>
                          <a:latin typeface="Arial"/>
                        </a:rPr>
                        <a:t>★★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003548"/>
                          </a:solidFill>
                          <a:latin typeface="Arial"/>
                        </a:rPr>
                        <a:t>conditional edges, errori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003548"/>
                          </a:solidFill>
                          <a:latin typeface="Arial"/>
                        </a:rPr>
                        <a:t>45'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003548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003548"/>
                          </a:solidFill>
                          <a:latin typeface="Arial"/>
                        </a:rPr>
                        <a:t>E4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003548"/>
                          </a:solidFill>
                          <a:latin typeface="Arial"/>
                        </a:rPr>
                        <a:t>Indovina il numero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003548"/>
                          </a:solidFill>
                          <a:latin typeface="Arial"/>
                        </a:rPr>
                        <a:t>★★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003548"/>
                          </a:solidFill>
                          <a:latin typeface="Arial"/>
                        </a:rPr>
                        <a:t>loop, recursion_limit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003548"/>
                          </a:solidFill>
                          <a:latin typeface="Arial"/>
                        </a:rPr>
                        <a:t>60'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003548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003548"/>
                          </a:solidFill>
                          <a:latin typeface="Arial"/>
                        </a:rPr>
                        <a:t>E5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003548"/>
                          </a:solidFill>
                          <a:latin typeface="Arial"/>
                        </a:rPr>
                        <a:t>Chatbot con memoria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003548"/>
                          </a:solidFill>
                          <a:latin typeface="Arial"/>
                        </a:rPr>
                        <a:t>★★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003548"/>
                          </a:solidFill>
                          <a:latin typeface="Arial"/>
                        </a:rPr>
                        <a:t>MessagesState, checkpointer, thread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003548"/>
                          </a:solidFill>
                          <a:latin typeface="Arial"/>
                        </a:rPr>
                        <a:t>60'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003548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003548"/>
                          </a:solidFill>
                          <a:latin typeface="Arial"/>
                        </a:rPr>
                        <a:t>E6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003548"/>
                          </a:solidFill>
                          <a:latin typeface="Arial"/>
                        </a:rPr>
                        <a:t>Assistente di viaggio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003548"/>
                          </a:solidFill>
                          <a:latin typeface="Arial"/>
                        </a:rPr>
                        <a:t>★★★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003548"/>
                          </a:solidFill>
                          <a:latin typeface="Arial"/>
                        </a:rPr>
                        <a:t>tool, ReAct, create_agent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003548"/>
                          </a:solidFill>
                          <a:latin typeface="Arial"/>
                        </a:rPr>
                        <a:t>90'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003548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003548"/>
                          </a:solidFill>
                          <a:latin typeface="Arial"/>
                        </a:rPr>
                        <a:t>E7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003548"/>
                          </a:solidFill>
                          <a:latin typeface="Arial"/>
                        </a:rPr>
                        <a:t>Smistatore email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003548"/>
                          </a:solidFill>
                          <a:latin typeface="Arial"/>
                        </a:rPr>
                        <a:t>★★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003548"/>
                          </a:solidFill>
                          <a:latin typeface="Arial"/>
                        </a:rPr>
                        <a:t>structured output, routing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003548"/>
                          </a:solidFill>
                          <a:latin typeface="Arial"/>
                        </a:rPr>
                        <a:t>60'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003548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003548"/>
                          </a:solidFill>
                          <a:latin typeface="Arial"/>
                        </a:rPr>
                        <a:t>E8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003548"/>
                          </a:solidFill>
                          <a:latin typeface="Arial"/>
                        </a:rPr>
                        <a:t>Recensioni in parallelo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003548"/>
                          </a:solidFill>
                          <a:latin typeface="Arial"/>
                        </a:rPr>
                        <a:t>★★★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003548"/>
                          </a:solidFill>
                          <a:latin typeface="Arial"/>
                        </a:rPr>
                        <a:t>Send, map-reduce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003548"/>
                          </a:solidFill>
                          <a:latin typeface="Arial"/>
                        </a:rPr>
                        <a:t>75'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003548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003548"/>
                          </a:solidFill>
                          <a:latin typeface="Arial"/>
                        </a:rPr>
                        <a:t>E9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003548"/>
                          </a:solidFill>
                          <a:latin typeface="Arial"/>
                        </a:rPr>
                        <a:t>Redattore con approvazione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003548"/>
                          </a:solidFill>
                          <a:latin typeface="Arial"/>
                        </a:rPr>
                        <a:t>★★★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003548"/>
                          </a:solidFill>
                          <a:latin typeface="Arial"/>
                        </a:rPr>
                        <a:t>interrupt, SqliteSaver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003548"/>
                          </a:solidFill>
                          <a:latin typeface="Arial"/>
                        </a:rPr>
                        <a:t>75'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003548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003548"/>
                          </a:solidFill>
                          <a:latin typeface="Arial"/>
                        </a:rPr>
                        <a:t>E10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003548"/>
                          </a:solidFill>
                          <a:latin typeface="Arial"/>
                        </a:rPr>
                        <a:t>RAG correttivo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003548"/>
                          </a:solidFill>
                          <a:latin typeface="Arial"/>
                        </a:rPr>
                        <a:t>★★★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003548"/>
                          </a:solidFill>
                          <a:latin typeface="Arial"/>
                        </a:rPr>
                        <a:t>Chroma, grader, loop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003548"/>
                          </a:solidFill>
                          <a:latin typeface="Arial"/>
                        </a:rPr>
                        <a:t>90'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003548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003548"/>
                          </a:solidFill>
                          <a:latin typeface="Arial"/>
                        </a:rPr>
                        <a:t>E11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003548"/>
                          </a:solidFill>
                          <a:latin typeface="Arial"/>
                        </a:rPr>
                        <a:t>Commesso su SQLite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003548"/>
                          </a:solidFill>
                          <a:latin typeface="Arial"/>
                        </a:rPr>
                        <a:t>★★★★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003548"/>
                          </a:solidFill>
                          <a:latin typeface="Arial"/>
                        </a:rPr>
                        <a:t>tool SQL, transazioni, HITL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003548"/>
                          </a:solidFill>
                          <a:latin typeface="Arial"/>
                        </a:rPr>
                        <a:t>bonus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003548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E1 – SCHEDA PERSONALE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9</a:t>
            </a:fld>
          </a:p>
        </p:txBody>
      </p:sp>
      <p:sp>
        <p:nvSpPr>
          <p:cNvPr id="34" name="TextBox 33"/>
          <p:cNvSpPr txBox="1"/>
          <p:nvPr/>
        </p:nvSpPr>
        <p:spPr>
          <a:xfrm>
            <a:off x="457200" y="960120"/>
            <a:ext cx="1645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600">
                <a:solidFill>
                  <a:srgbClr val="DF6426"/>
                </a:solidFill>
                <a:latin typeface="Arial"/>
              </a:rPr>
              <a:t>★☆☆☆☆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011680" y="1005840"/>
            <a:ext cx="1371600" cy="292608"/>
          </a:xfrm>
          <a:prstGeom prst="roundRect">
            <a:avLst>
              <a:gd name="adj" fmla="val 30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100">
                <a:solidFill>
                  <a:srgbClr val="003548"/>
                </a:solidFill>
                <a:latin typeface="Arial"/>
              </a:rPr>
              <a:t>⏱ 30 min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987552"/>
            <a:ext cx="512064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00">
                <a:solidFill>
                  <a:srgbClr val="005A77"/>
                </a:solidFill>
                <a:latin typeface="Arial"/>
              </a:rPr>
              <a:t>Concetti: StateGraph, START/END, compile, invoke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003548"/>
                </a:solidFill>
                <a:latin typeface="Arial"/>
              </a:rPr>
              <a:t>Obiettivo</a:t>
            </a:r>
            <a:r>
              <a:rPr b="0" sz="1300">
                <a:solidFill>
                  <a:srgbClr val="003548"/>
                </a:solidFill>
                <a:latin typeface="Arial"/>
              </a:rPr>
              <a:t> – costruire il primo grafo e capire state, nodo e invoke.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1965960"/>
            <a:ext cx="4983480" cy="2788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66928" y="2039112"/>
            <a:ext cx="47640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Requisiti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2423160"/>
            <a:ext cx="4764024" cy="22860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50">
                <a:solidFill>
                  <a:srgbClr val="003548"/>
                </a:solidFill>
                <a:latin typeface="Arial"/>
              </a:rPr>
              <a:t>State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TypedDict</a:t>
            </a:r>
            <a:r>
              <a:rPr b="0" sz="1150">
                <a:solidFill>
                  <a:srgbClr val="003548"/>
                </a:solidFill>
                <a:latin typeface="Arial"/>
              </a:rPr>
              <a:t>: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nome</a:t>
            </a:r>
            <a:r>
              <a:rPr b="0" sz="1150">
                <a:solidFill>
                  <a:srgbClr val="003548"/>
                </a:solidFill>
                <a:latin typeface="Arial"/>
              </a:rPr>
              <a:t>,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ruolo</a:t>
            </a:r>
            <a:r>
              <a:rPr b="0" sz="1150">
                <a:solidFill>
                  <a:srgbClr val="003548"/>
                </a:solidFill>
                <a:latin typeface="Arial"/>
              </a:rPr>
              <a:t>,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competenze: list[str]</a:t>
            </a:r>
            <a:r>
              <a:rPr b="0" sz="1150">
                <a:solidFill>
                  <a:srgbClr val="003548"/>
                </a:solidFill>
                <a:latin typeface="Arial"/>
              </a:rPr>
              <a:t>,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scheda: str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50">
                <a:solidFill>
                  <a:srgbClr val="003548"/>
                </a:solidFill>
                <a:latin typeface="Arial"/>
              </a:rPr>
              <a:t>Un solo nodo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componi_scheda</a:t>
            </a:r>
            <a:r>
              <a:rPr b="0" sz="1150">
                <a:solidFill>
                  <a:srgbClr val="003548"/>
                </a:solidFill>
                <a:latin typeface="Arial"/>
              </a:rPr>
              <a:t> che scrive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scheda</a:t>
            </a:r>
            <a:r>
              <a:rPr b="0" sz="1150">
                <a:solidFill>
                  <a:srgbClr val="003548"/>
                </a:solidFill>
                <a:latin typeface="Arial"/>
              </a:rPr>
              <a:t> (deve includere il numero di competenze)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50">
                <a:solidFill>
                  <a:srgbClr val="003548"/>
                </a:solidFill>
                <a:latin typeface="Arial"/>
              </a:rPr>
              <a:t>Stampare lo state finale e il diagramma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draw_mermaid()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50">
                <a:solidFill>
                  <a:srgbClr val="003548"/>
                </a:solidFill>
                <a:latin typeface="Arial"/>
              </a:rPr>
              <a:t>Bonus: testare il nodo come semplice funzione con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assert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577840" y="1965960"/>
            <a:ext cx="3154680" cy="1417320"/>
          </a:xfrm>
          <a:prstGeom prst="roundRect">
            <a:avLst>
              <a:gd name="adj" fmla="val 8000"/>
            </a:avLst>
          </a:prstGeom>
          <a:solidFill>
            <a:srgbClr val="FCEEE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5687568" y="20391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Output atteso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87568" y="2423160"/>
            <a:ext cx="2935224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00">
                <a:solidFill>
                  <a:srgbClr val="003548"/>
                </a:solidFill>
                <a:latin typeface="Arial"/>
              </a:rPr>
              <a:t>Una scheda testuale con nome, ruolo e "Competenze (3): Python, SQL, LangGraph".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577840" y="3474720"/>
            <a:ext cx="3154680" cy="128016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687568" y="354787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Suggerimento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87568" y="3931920"/>
            <a:ext cx="2935224" cy="7772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00">
                <a:solidFill>
                  <a:srgbClr val="003548"/>
                </a:solidFill>
                <a:latin typeface="Arial"/>
              </a:rPr>
              <a:t>Il nodo restituisce solo </a:t>
            </a:r>
            <a:r>
              <a:rPr b="1" sz="1100">
                <a:solidFill>
                  <a:srgbClr val="DF6426"/>
                </a:solidFill>
                <a:latin typeface="Courier New"/>
              </a:rPr>
              <a:t>{"scheda": ...}</a:t>
            </a:r>
            <a:r>
              <a:rPr b="0" sz="1100">
                <a:solidFill>
                  <a:srgbClr val="003548"/>
                </a:solidFill>
                <a:latin typeface="Arial"/>
              </a:rPr>
              <a:t>, non tutto lo state.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E2 – PIPELINE DI TESTO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10</a:t>
            </a:fld>
          </a:p>
        </p:txBody>
      </p:sp>
      <p:sp>
        <p:nvSpPr>
          <p:cNvPr id="34" name="TextBox 33"/>
          <p:cNvSpPr txBox="1"/>
          <p:nvPr/>
        </p:nvSpPr>
        <p:spPr>
          <a:xfrm>
            <a:off x="457200" y="960120"/>
            <a:ext cx="1645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600">
                <a:solidFill>
                  <a:srgbClr val="DF6426"/>
                </a:solidFill>
                <a:latin typeface="Arial"/>
              </a:rPr>
              <a:t>★☆☆☆☆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011680" y="1005840"/>
            <a:ext cx="1371600" cy="292608"/>
          </a:xfrm>
          <a:prstGeom prst="roundRect">
            <a:avLst>
              <a:gd name="adj" fmla="val 30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100">
                <a:solidFill>
                  <a:srgbClr val="003548"/>
                </a:solidFill>
                <a:latin typeface="Arial"/>
              </a:rPr>
              <a:t>⏱ 30 min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987552"/>
            <a:ext cx="512064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00">
                <a:solidFill>
                  <a:srgbClr val="005A77"/>
                </a:solidFill>
                <a:latin typeface="Arial"/>
              </a:rPr>
              <a:t>Concetti: sequenza, reducer operator.add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003548"/>
                </a:solidFill>
                <a:latin typeface="Arial"/>
              </a:rPr>
              <a:t>Obiettivo</a:t>
            </a:r>
            <a:r>
              <a:rPr b="0" sz="1300">
                <a:solidFill>
                  <a:srgbClr val="003548"/>
                </a:solidFill>
                <a:latin typeface="Arial"/>
              </a:rPr>
              <a:t> – concatenare nodi e osservare come lo state viene aggiornato passo dopo passo.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1965960"/>
            <a:ext cx="4983480" cy="2788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66928" y="2039112"/>
            <a:ext cx="47640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Requisiti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2423160"/>
            <a:ext cx="4764024" cy="22860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50">
                <a:solidFill>
                  <a:srgbClr val="003548"/>
                </a:solidFill>
                <a:latin typeface="Arial"/>
              </a:rPr>
              <a:t>Nodi: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normalizza</a:t>
            </a:r>
            <a:r>
              <a:rPr b="0" sz="1150">
                <a:solidFill>
                  <a:srgbClr val="003548"/>
                </a:solidFill>
                <a:latin typeface="Arial"/>
              </a:rPr>
              <a:t> (spazi multipli, minuscole) →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conta</a:t>
            </a:r>
            <a:r>
              <a:rPr b="0" sz="1150">
                <a:solidFill>
                  <a:srgbClr val="003548"/>
                </a:solidFill>
                <a:latin typeface="Arial"/>
              </a:rPr>
              <a:t> (parole, caratteri senza spazi) →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crea_report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50">
                <a:solidFill>
                  <a:srgbClr val="003548"/>
                </a:solidFill>
                <a:latin typeface="Arial"/>
              </a:rPr>
              <a:t>Costruire la sequenza con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add_sequence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50">
                <a:solidFill>
                  <a:srgbClr val="003548"/>
                </a:solidFill>
                <a:latin typeface="Arial"/>
              </a:rPr>
              <a:t>Chiave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log: Annotated[list[str], operator.add]</a:t>
            </a:r>
            <a:r>
              <a:rPr b="0" sz="1150">
                <a:solidFill>
                  <a:srgbClr val="003548"/>
                </a:solidFill>
                <a:latin typeface="Arial"/>
              </a:rPr>
              <a:t>: ogni nodo aggiunge il proprio nome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50">
                <a:solidFill>
                  <a:srgbClr val="003548"/>
                </a:solidFill>
                <a:latin typeface="Arial"/>
              </a:rPr>
              <a:t>Provare con almeno 3 testi diversi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577840" y="1965960"/>
            <a:ext cx="3154680" cy="1417320"/>
          </a:xfrm>
          <a:prstGeom prst="roundRect">
            <a:avLst>
              <a:gd name="adj" fmla="val 8000"/>
            </a:avLst>
          </a:prstGeom>
          <a:solidFill>
            <a:srgbClr val="FCEEE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5687568" y="20391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Output atteso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87568" y="2423160"/>
            <a:ext cx="2935224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00">
                <a:solidFill>
                  <a:srgbClr val="003548"/>
                </a:solidFill>
                <a:latin typeface="Arial"/>
              </a:rPr>
              <a:t>Report + </a:t>
            </a:r>
            <a:r>
              <a:rPr b="1" sz="1100">
                <a:solidFill>
                  <a:srgbClr val="DF6426"/>
                </a:solidFill>
                <a:latin typeface="Courier New"/>
              </a:rPr>
              <a:t>log == ['normalizza', 'conta', 'crea_report']</a:t>
            </a:r>
            <a:r>
              <a:rPr b="0" sz="1100">
                <a:solidFill>
                  <a:srgbClr val="003548"/>
                </a:solidFill>
                <a:latin typeface="Arial"/>
              </a:rPr>
              <a:t>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577840" y="3474720"/>
            <a:ext cx="3154680" cy="128016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687568" y="354787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Suggerimento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87568" y="3931920"/>
            <a:ext cx="2935224" cy="7772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00">
                <a:solidFill>
                  <a:srgbClr val="003548"/>
                </a:solidFill>
                <a:latin typeface="Arial"/>
              </a:rPr>
              <a:t>Senza reducer il log conterrebbe solo l'ultimo nodo: provate a toglierlo.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E3 – DOPPIA CALCOLATRICE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11</a:t>
            </a:fld>
          </a:p>
        </p:txBody>
      </p:sp>
      <p:sp>
        <p:nvSpPr>
          <p:cNvPr id="34" name="TextBox 33"/>
          <p:cNvSpPr txBox="1"/>
          <p:nvPr/>
        </p:nvSpPr>
        <p:spPr>
          <a:xfrm>
            <a:off x="457200" y="960120"/>
            <a:ext cx="1645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600">
                <a:solidFill>
                  <a:srgbClr val="DF6426"/>
                </a:solidFill>
                <a:latin typeface="Arial"/>
              </a:rPr>
              <a:t>★★☆☆☆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011680" y="1005840"/>
            <a:ext cx="1371600" cy="292608"/>
          </a:xfrm>
          <a:prstGeom prst="roundRect">
            <a:avLst>
              <a:gd name="adj" fmla="val 30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100">
                <a:solidFill>
                  <a:srgbClr val="003548"/>
                </a:solidFill>
                <a:latin typeface="Arial"/>
              </a:rPr>
              <a:t>⏱ 45 min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987552"/>
            <a:ext cx="512064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00">
                <a:solidFill>
                  <a:srgbClr val="005A77"/>
                </a:solidFill>
                <a:latin typeface="Arial"/>
              </a:rPr>
              <a:t>Concetti: add_conditional_edges, mapping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003548"/>
                </a:solidFill>
                <a:latin typeface="Arial"/>
              </a:rPr>
              <a:t>Obiettivo</a:t>
            </a:r>
            <a:r>
              <a:rPr b="0" sz="1300">
                <a:solidFill>
                  <a:srgbClr val="003548"/>
                </a:solidFill>
                <a:latin typeface="Arial"/>
              </a:rPr>
              <a:t> – usare due router in serie e gestire i casi di errore.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1965960"/>
            <a:ext cx="4983480" cy="2788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66928" y="2039112"/>
            <a:ext cx="47640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Requisiti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2423160"/>
            <a:ext cx="4764024" cy="22860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50">
                <a:solidFill>
                  <a:srgbClr val="003548"/>
                </a:solidFill>
                <a:latin typeface="Arial"/>
              </a:rPr>
              <a:t>Input: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a, b, op1</a:t>
            </a:r>
            <a:r>
              <a:rPr b="0" sz="1150">
                <a:solidFill>
                  <a:srgbClr val="003548"/>
                </a:solidFill>
                <a:latin typeface="Arial"/>
              </a:rPr>
              <a:t> e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c, d, op2</a:t>
            </a:r>
            <a:r>
              <a:rPr b="0" sz="1150">
                <a:solidFill>
                  <a:srgbClr val="003548"/>
                </a:solidFill>
                <a:latin typeface="Arial"/>
              </a:rPr>
              <a:t> (operatori + - * /)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50">
                <a:solidFill>
                  <a:srgbClr val="003548"/>
                </a:solidFill>
                <a:latin typeface="Arial"/>
              </a:rPr>
              <a:t>Router 1 da START: calcola su a,b oppure va al nodo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errore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50">
                <a:solidFill>
                  <a:srgbClr val="003548"/>
                </a:solidFill>
                <a:latin typeface="Arial"/>
              </a:rPr>
              <a:t>Router 2 dopo il primo calcolo: calcola su c,d oppure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errore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50">
                <a:solidFill>
                  <a:srgbClr val="003548"/>
                </a:solidFill>
                <a:latin typeface="Arial"/>
              </a:rPr>
              <a:t>Divisione per zero e operatore sconosciuto →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errore</a:t>
            </a:r>
            <a:r>
              <a:rPr b="0" sz="1150">
                <a:solidFill>
                  <a:srgbClr val="003548"/>
                </a:solidFill>
                <a:latin typeface="Arial"/>
              </a:rPr>
              <a:t> con messaggio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50">
                <a:solidFill>
                  <a:srgbClr val="003548"/>
                </a:solidFill>
                <a:latin typeface="Arial"/>
              </a:rPr>
              <a:t>Disegnare il grafo e verificare tutti i rami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577840" y="1965960"/>
            <a:ext cx="3154680" cy="1417320"/>
          </a:xfrm>
          <a:prstGeom prst="roundRect">
            <a:avLst>
              <a:gd name="adj" fmla="val 8000"/>
            </a:avLst>
          </a:prstGeom>
          <a:solidFill>
            <a:srgbClr val="FCEEE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5687568" y="20391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Output atteso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87568" y="2423160"/>
            <a:ext cx="2935224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100">
                <a:solidFill>
                  <a:srgbClr val="DF6426"/>
                </a:solidFill>
                <a:latin typeface="Courier New"/>
              </a:rPr>
              <a:t>risultato1</a:t>
            </a:r>
            <a:r>
              <a:rPr b="0" sz="1100">
                <a:solidFill>
                  <a:srgbClr val="003548"/>
                </a:solidFill>
                <a:latin typeface="Arial"/>
              </a:rPr>
              <a:t>, </a:t>
            </a:r>
            <a:r>
              <a:rPr b="1" sz="1100">
                <a:solidFill>
                  <a:srgbClr val="DF6426"/>
                </a:solidFill>
                <a:latin typeface="Courier New"/>
              </a:rPr>
              <a:t>risultato2</a:t>
            </a:r>
            <a:r>
              <a:rPr b="0" sz="1100">
                <a:solidFill>
                  <a:srgbClr val="003548"/>
                </a:solidFill>
                <a:latin typeface="Arial"/>
              </a:rPr>
              <a:t> oppure </a:t>
            </a:r>
            <a:r>
              <a:rPr b="1" sz="1100">
                <a:solidFill>
                  <a:srgbClr val="DF6426"/>
                </a:solidFill>
                <a:latin typeface="Courier New"/>
              </a:rPr>
              <a:t>errore</a:t>
            </a:r>
            <a:r>
              <a:rPr b="0" sz="1100">
                <a:solidFill>
                  <a:srgbClr val="003548"/>
                </a:solidFill>
                <a:latin typeface="Arial"/>
              </a:rPr>
              <a:t> valorizzato.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577840" y="3474720"/>
            <a:ext cx="3154680" cy="128016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687568" y="354787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Suggerimento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87568" y="3931920"/>
            <a:ext cx="2935224" cy="7772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00">
                <a:solidFill>
                  <a:srgbClr val="003548"/>
                </a:solidFill>
                <a:latin typeface="Arial"/>
              </a:rPr>
              <a:t>Un dizionario </a:t>
            </a:r>
            <a:r>
              <a:rPr b="1" sz="1100">
                <a:solidFill>
                  <a:srgbClr val="DF6426"/>
                </a:solidFill>
                <a:latin typeface="Courier New"/>
              </a:rPr>
              <a:t>{"+": lambda x, y: x + y, ...}</a:t>
            </a:r>
            <a:r>
              <a:rPr b="0" sz="1100">
                <a:solidFill>
                  <a:srgbClr val="003548"/>
                </a:solidFill>
                <a:latin typeface="Arial"/>
              </a:rPr>
              <a:t> evita una catena di if.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E4 – INDOVINA IL NUMERO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12</a:t>
            </a:fld>
          </a:p>
        </p:txBody>
      </p:sp>
      <p:sp>
        <p:nvSpPr>
          <p:cNvPr id="34" name="TextBox 33"/>
          <p:cNvSpPr txBox="1"/>
          <p:nvPr/>
        </p:nvSpPr>
        <p:spPr>
          <a:xfrm>
            <a:off x="457200" y="960120"/>
            <a:ext cx="1645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600">
                <a:solidFill>
                  <a:srgbClr val="DF6426"/>
                </a:solidFill>
                <a:latin typeface="Arial"/>
              </a:rPr>
              <a:t>★★☆☆☆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011680" y="1005840"/>
            <a:ext cx="1371600" cy="292608"/>
          </a:xfrm>
          <a:prstGeom prst="roundRect">
            <a:avLst>
              <a:gd name="adj" fmla="val 30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100">
                <a:solidFill>
                  <a:srgbClr val="003548"/>
                </a:solidFill>
                <a:latin typeface="Arial"/>
              </a:rPr>
              <a:t>⏱ 60 min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987552"/>
            <a:ext cx="512064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00">
                <a:solidFill>
                  <a:srgbClr val="005A77"/>
                </a:solidFill>
                <a:latin typeface="Arial"/>
              </a:rPr>
              <a:t>Concetti: loop, router, recursion_limit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003548"/>
                </a:solidFill>
                <a:latin typeface="Arial"/>
              </a:rPr>
              <a:t>Obiettivo</a:t>
            </a:r>
            <a:r>
              <a:rPr b="0" sz="1300">
                <a:solidFill>
                  <a:srgbClr val="003548"/>
                </a:solidFill>
                <a:latin typeface="Arial"/>
              </a:rPr>
              <a:t> – costruire un loop con condizione di uscita e limite di sicurezza.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1965960"/>
            <a:ext cx="4983480" cy="2788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66928" y="2039112"/>
            <a:ext cx="47640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Requisiti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2423160"/>
            <a:ext cx="4764024" cy="22860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150">
                <a:solidFill>
                  <a:srgbClr val="DF6426"/>
                </a:solidFill>
                <a:latin typeface="Courier New"/>
              </a:rPr>
              <a:t>setup</a:t>
            </a:r>
            <a:r>
              <a:rPr b="0" sz="1150">
                <a:solidFill>
                  <a:srgbClr val="003548"/>
                </a:solidFill>
                <a:latin typeface="Arial"/>
              </a:rPr>
              <a:t>: numero segreto 1–100, limiti min/max, contatori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150">
                <a:solidFill>
                  <a:srgbClr val="DF6426"/>
                </a:solidFill>
                <a:latin typeface="Courier New"/>
              </a:rPr>
              <a:t>indovina</a:t>
            </a:r>
            <a:r>
              <a:rPr b="0" sz="1150">
                <a:solidFill>
                  <a:srgbClr val="003548"/>
                </a:solidFill>
                <a:latin typeface="Arial"/>
              </a:rPr>
              <a:t>: propone il valore centrale tra min e max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150">
                <a:solidFill>
                  <a:srgbClr val="DF6426"/>
                </a:solidFill>
                <a:latin typeface="Courier New"/>
              </a:rPr>
              <a:t>suggerisci</a:t>
            </a:r>
            <a:r>
              <a:rPr b="0" sz="1150">
                <a:solidFill>
                  <a:srgbClr val="003548"/>
                </a:solidFill>
                <a:latin typeface="Arial"/>
              </a:rPr>
              <a:t>: "più alto" / "più basso" / "indovinato" e aggiorna i limiti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50">
                <a:solidFill>
                  <a:srgbClr val="003548"/>
                </a:solidFill>
                <a:latin typeface="Arial"/>
              </a:rPr>
              <a:t>Loop fino a indovinato </a:t>
            </a:r>
            <a:r>
              <a:rPr b="1" sz="1150">
                <a:solidFill>
                  <a:srgbClr val="003548"/>
                </a:solidFill>
                <a:latin typeface="Arial"/>
              </a:rPr>
              <a:t>o</a:t>
            </a:r>
            <a:r>
              <a:rPr b="0" sz="1150">
                <a:solidFill>
                  <a:srgbClr val="003548"/>
                </a:solidFill>
                <a:latin typeface="Arial"/>
              </a:rPr>
              <a:t> 7 tentativi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150">
                <a:solidFill>
                  <a:srgbClr val="DF6426"/>
                </a:solidFill>
                <a:latin typeface="Courier New"/>
              </a:rPr>
              <a:t>recursion_limit</a:t>
            </a:r>
            <a:r>
              <a:rPr b="0" sz="1150">
                <a:solidFill>
                  <a:srgbClr val="003548"/>
                </a:solidFill>
                <a:latin typeface="Arial"/>
              </a:rPr>
              <a:t> calcolato in base ai tentativi massimi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577840" y="1965960"/>
            <a:ext cx="3154680" cy="1417320"/>
          </a:xfrm>
          <a:prstGeom prst="roundRect">
            <a:avLst>
              <a:gd name="adj" fmla="val 8000"/>
            </a:avLst>
          </a:prstGeom>
          <a:solidFill>
            <a:srgbClr val="FCEEE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5687568" y="20391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Output atteso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87568" y="2423160"/>
            <a:ext cx="2935224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00">
                <a:solidFill>
                  <a:srgbClr val="003548"/>
                </a:solidFill>
                <a:latin typeface="Arial"/>
              </a:rPr>
              <a:t>"VINTO in 6 tentativi" con la lista delle ipotesi.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577840" y="3474720"/>
            <a:ext cx="3154680" cy="128016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687568" y="354787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Suggerimento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87568" y="3931920"/>
            <a:ext cx="2935224" cy="7772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00">
                <a:solidFill>
                  <a:srgbClr val="003548"/>
                </a:solidFill>
                <a:latin typeface="Arial"/>
              </a:rPr>
              <a:t>Con la ricerca binaria 7 tentativi bastano sempre: perché?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E5 – CHATBOT CON MEMORIA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13</a:t>
            </a:fld>
          </a:p>
        </p:txBody>
      </p:sp>
      <p:sp>
        <p:nvSpPr>
          <p:cNvPr id="34" name="TextBox 33"/>
          <p:cNvSpPr txBox="1"/>
          <p:nvPr/>
        </p:nvSpPr>
        <p:spPr>
          <a:xfrm>
            <a:off x="457200" y="960120"/>
            <a:ext cx="1645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600">
                <a:solidFill>
                  <a:srgbClr val="DF6426"/>
                </a:solidFill>
                <a:latin typeface="Arial"/>
              </a:rPr>
              <a:t>★★☆☆☆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011680" y="1005840"/>
            <a:ext cx="1371600" cy="292608"/>
          </a:xfrm>
          <a:prstGeom prst="roundRect">
            <a:avLst>
              <a:gd name="adj" fmla="val 30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100">
                <a:solidFill>
                  <a:srgbClr val="003548"/>
                </a:solidFill>
                <a:latin typeface="Arial"/>
              </a:rPr>
              <a:t>⏱ 60 min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987552"/>
            <a:ext cx="512064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00">
                <a:solidFill>
                  <a:srgbClr val="005A77"/>
                </a:solidFill>
                <a:latin typeface="Arial"/>
              </a:rPr>
              <a:t>Concetti: MessagesState, checkpointer, thread_id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003548"/>
                </a:solidFill>
                <a:latin typeface="Arial"/>
              </a:rPr>
              <a:t>Obiettivo</a:t>
            </a:r>
            <a:r>
              <a:rPr b="0" sz="1300">
                <a:solidFill>
                  <a:srgbClr val="003548"/>
                </a:solidFill>
                <a:latin typeface="Arial"/>
              </a:rPr>
              <a:t> – un chatbot da terminale che ricorda la conversazione per thread.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1965960"/>
            <a:ext cx="4983480" cy="2788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66928" y="2039112"/>
            <a:ext cx="47640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Requisiti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2423160"/>
            <a:ext cx="4764024" cy="22860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50">
                <a:solidFill>
                  <a:srgbClr val="003548"/>
                </a:solidFill>
                <a:latin typeface="Arial"/>
              </a:rPr>
              <a:t>State che estende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MessagesState</a:t>
            </a:r>
            <a:r>
              <a:rPr b="0" sz="1150">
                <a:solidFill>
                  <a:srgbClr val="003548"/>
                </a:solidFill>
                <a:latin typeface="Arial"/>
              </a:rPr>
              <a:t> con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personalita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150">
                <a:solidFill>
                  <a:srgbClr val="DF6426"/>
                </a:solidFill>
                <a:latin typeface="Courier New"/>
              </a:rPr>
              <a:t>SystemMessage</a:t>
            </a:r>
            <a:r>
              <a:rPr b="0" sz="1150">
                <a:solidFill>
                  <a:srgbClr val="003548"/>
                </a:solidFill>
                <a:latin typeface="Arial"/>
              </a:rPr>
              <a:t> dinamico +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trim_messages</a:t>
            </a:r>
            <a:r>
              <a:rPr b="0" sz="1150">
                <a:solidFill>
                  <a:srgbClr val="003548"/>
                </a:solidFill>
                <a:latin typeface="Arial"/>
              </a:rPr>
              <a:t> sugli ultimi 10 messaggi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150">
                <a:solidFill>
                  <a:srgbClr val="DF6426"/>
                </a:solidFill>
                <a:latin typeface="Courier New"/>
              </a:rPr>
              <a:t>InMemorySaver</a:t>
            </a:r>
            <a:r>
              <a:rPr b="0" sz="1150">
                <a:solidFill>
                  <a:srgbClr val="003548"/>
                </a:solidFill>
                <a:latin typeface="Arial"/>
              </a:rPr>
              <a:t> e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thread_id</a:t>
            </a:r>
            <a:r>
              <a:rPr b="0" sz="1150">
                <a:solidFill>
                  <a:srgbClr val="003548"/>
                </a:solidFill>
                <a:latin typeface="Arial"/>
              </a:rPr>
              <a:t> casuale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50">
                <a:solidFill>
                  <a:srgbClr val="003548"/>
                </a:solidFill>
                <a:latin typeface="Arial"/>
              </a:rPr>
              <a:t>Comandi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/nuova</a:t>
            </a:r>
            <a:r>
              <a:rPr b="0" sz="1150">
                <a:solidFill>
                  <a:srgbClr val="003548"/>
                </a:solidFill>
                <a:latin typeface="Arial"/>
              </a:rPr>
              <a:t>,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/storia</a:t>
            </a:r>
            <a:r>
              <a:rPr b="0" sz="1150">
                <a:solidFill>
                  <a:srgbClr val="003548"/>
                </a:solidFill>
                <a:latin typeface="Arial"/>
              </a:rPr>
              <a:t> (con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get_state</a:t>
            </a:r>
            <a:r>
              <a:rPr b="0" sz="1150">
                <a:solidFill>
                  <a:srgbClr val="003548"/>
                </a:solidFill>
                <a:latin typeface="Arial"/>
              </a:rPr>
              <a:t>),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/esci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50">
                <a:solidFill>
                  <a:srgbClr val="003548"/>
                </a:solidFill>
                <a:latin typeface="Arial"/>
              </a:rPr>
              <a:t>Test: dite il vostro nome, poi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/nuova</a:t>
            </a:r>
            <a:r>
              <a:rPr b="0" sz="1150">
                <a:solidFill>
                  <a:srgbClr val="003548"/>
                </a:solidFill>
                <a:latin typeface="Arial"/>
              </a:rPr>
              <a:t>: il bot non deve ricordarlo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577840" y="1965960"/>
            <a:ext cx="3154680" cy="1417320"/>
          </a:xfrm>
          <a:prstGeom prst="roundRect">
            <a:avLst>
              <a:gd name="adj" fmla="val 8000"/>
            </a:avLst>
          </a:prstGeom>
          <a:solidFill>
            <a:srgbClr val="FCEEE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5687568" y="20391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Output atteso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87568" y="2423160"/>
            <a:ext cx="2935224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00">
                <a:solidFill>
                  <a:srgbClr val="003548"/>
                </a:solidFill>
                <a:latin typeface="Arial"/>
              </a:rPr>
              <a:t>Conversazione coerente nello stesso thread, "amnesia" dopo </a:t>
            </a:r>
            <a:r>
              <a:rPr b="1" sz="1100">
                <a:solidFill>
                  <a:srgbClr val="DF6426"/>
                </a:solidFill>
                <a:latin typeface="Courier New"/>
              </a:rPr>
              <a:t>/nuova</a:t>
            </a:r>
            <a:r>
              <a:rPr b="0" sz="1100">
                <a:solidFill>
                  <a:srgbClr val="003548"/>
                </a:solidFill>
                <a:latin typeface="Arial"/>
              </a:rPr>
              <a:t>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577840" y="3474720"/>
            <a:ext cx="3154680" cy="128016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687568" y="354787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Suggerimento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87568" y="3931920"/>
            <a:ext cx="2935224" cy="7772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00">
                <a:solidFill>
                  <a:srgbClr val="003548"/>
                </a:solidFill>
                <a:latin typeface="Arial"/>
              </a:rPr>
              <a:t>La personalità può stare nello state: si passa a ogni invoke insieme al messaggio.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E6 – ASSISTENTE DI VIAGGIO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14</a:t>
            </a:fld>
          </a:p>
        </p:txBody>
      </p:sp>
      <p:sp>
        <p:nvSpPr>
          <p:cNvPr id="34" name="TextBox 33"/>
          <p:cNvSpPr txBox="1"/>
          <p:nvPr/>
        </p:nvSpPr>
        <p:spPr>
          <a:xfrm>
            <a:off x="457200" y="960120"/>
            <a:ext cx="1645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600">
                <a:solidFill>
                  <a:srgbClr val="DF6426"/>
                </a:solidFill>
                <a:latin typeface="Arial"/>
              </a:rPr>
              <a:t>★★★☆☆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011680" y="1005840"/>
            <a:ext cx="1371600" cy="292608"/>
          </a:xfrm>
          <a:prstGeom prst="roundRect">
            <a:avLst>
              <a:gd name="adj" fmla="val 30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100">
                <a:solidFill>
                  <a:srgbClr val="003548"/>
                </a:solidFill>
                <a:latin typeface="Arial"/>
              </a:rPr>
              <a:t>⏱ 90 min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987552"/>
            <a:ext cx="512064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00">
                <a:solidFill>
                  <a:srgbClr val="005A77"/>
                </a:solidFill>
                <a:latin typeface="Arial"/>
              </a:rPr>
              <a:t>Concetti: @tool, bind_tools, ToolNode, create_agent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003548"/>
                </a:solidFill>
                <a:latin typeface="Arial"/>
              </a:rPr>
              <a:t>Obiettivo</a:t>
            </a:r>
            <a:r>
              <a:rPr b="0" sz="1300">
                <a:solidFill>
                  <a:srgbClr val="003548"/>
                </a:solidFill>
                <a:latin typeface="Arial"/>
              </a:rPr>
              <a:t> – agente ReAct con più tool, costruito a mano e con create_agent.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1965960"/>
            <a:ext cx="4983480" cy="2788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66928" y="2039112"/>
            <a:ext cx="47640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Requisiti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2423160"/>
            <a:ext cx="4764024" cy="22860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50">
                <a:solidFill>
                  <a:srgbClr val="003548"/>
                </a:solidFill>
                <a:latin typeface="Arial"/>
              </a:rPr>
              <a:t>Tool: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converti_valuta</a:t>
            </a:r>
            <a:r>
              <a:rPr b="0" sz="1150">
                <a:solidFill>
                  <a:srgbClr val="003548"/>
                </a:solidFill>
                <a:latin typeface="Arial"/>
              </a:rPr>
              <a:t> (tassi fissi),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giorni_tra_date</a:t>
            </a:r>
            <a:r>
              <a:rPr b="0" sz="1150">
                <a:solidFill>
                  <a:srgbClr val="003548"/>
                </a:solidFill>
                <a:latin typeface="Arial"/>
              </a:rPr>
              <a:t> (AAAA-MM-GG),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meteo</a:t>
            </a:r>
            <a:r>
              <a:rPr b="0" sz="1150">
                <a:solidFill>
                  <a:srgbClr val="003548"/>
                </a:solidFill>
                <a:latin typeface="Arial"/>
              </a:rPr>
              <a:t> (dati simulati)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50">
                <a:solidFill>
                  <a:srgbClr val="003548"/>
                </a:solidFill>
                <a:latin typeface="Arial"/>
              </a:rPr>
              <a:t>Input non validi → il tool restituisce un messaggio d'errore, non un'eccezione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50">
                <a:solidFill>
                  <a:srgbClr val="003548"/>
                </a:solidFill>
                <a:latin typeface="Arial"/>
              </a:rPr>
              <a:t>Versione A: grafo con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ToolNode</a:t>
            </a:r>
            <a:r>
              <a:rPr b="0" sz="1150">
                <a:solidFill>
                  <a:srgbClr val="003548"/>
                </a:solidFill>
                <a:latin typeface="Arial"/>
              </a:rPr>
              <a:t> +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tools_condition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50">
                <a:solidFill>
                  <a:srgbClr val="003548"/>
                </a:solidFill>
                <a:latin typeface="Arial"/>
              </a:rPr>
              <a:t>Versione B: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create_agent</a:t>
            </a:r>
            <a:r>
              <a:rPr b="0" sz="1150">
                <a:solidFill>
                  <a:srgbClr val="003548"/>
                </a:solidFill>
                <a:latin typeface="Arial"/>
              </a:rPr>
              <a:t> con gli stessi tool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50">
                <a:solidFill>
                  <a:srgbClr val="003548"/>
                </a:solidFill>
                <a:latin typeface="Arial"/>
              </a:rPr>
              <a:t>3 domande di prova, una con </a:t>
            </a:r>
            <a:r>
              <a:rPr b="1" sz="1150">
                <a:solidFill>
                  <a:srgbClr val="003548"/>
                </a:solidFill>
                <a:latin typeface="Arial"/>
              </a:rPr>
              <a:t>due</a:t>
            </a:r>
            <a:r>
              <a:rPr b="0" sz="1150">
                <a:solidFill>
                  <a:srgbClr val="003548"/>
                </a:solidFill>
                <a:latin typeface="Arial"/>
              </a:rPr>
              <a:t> tool; contare i tool eseguiti via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stream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577840" y="1965960"/>
            <a:ext cx="3154680" cy="1417320"/>
          </a:xfrm>
          <a:prstGeom prst="roundRect">
            <a:avLst>
              <a:gd name="adj" fmla="val 8000"/>
            </a:avLst>
          </a:prstGeom>
          <a:solidFill>
            <a:srgbClr val="FCEEE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5687568" y="20391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Output atteso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87568" y="2423160"/>
            <a:ext cx="2935224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00">
                <a:solidFill>
                  <a:srgbClr val="003548"/>
                </a:solidFill>
                <a:latin typeface="Arial"/>
              </a:rPr>
              <a:t>Tabella domanda → n° tool → risposta, per entrambe le versioni.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577840" y="3474720"/>
            <a:ext cx="3154680" cy="128016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687568" y="354787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Suggerimento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87568" y="3931920"/>
            <a:ext cx="2935224" cy="7772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00">
                <a:solidFill>
                  <a:srgbClr val="003548"/>
                </a:solidFill>
                <a:latin typeface="Arial"/>
              </a:rPr>
              <a:t>Docstring chiare = tool scelti meglio, soprattutto con modelli piccoli.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E7 – SMISTATORE EMAIL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15</a:t>
            </a:fld>
          </a:p>
        </p:txBody>
      </p:sp>
      <p:sp>
        <p:nvSpPr>
          <p:cNvPr id="34" name="TextBox 33"/>
          <p:cNvSpPr txBox="1"/>
          <p:nvPr/>
        </p:nvSpPr>
        <p:spPr>
          <a:xfrm>
            <a:off x="457200" y="960120"/>
            <a:ext cx="1645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600">
                <a:solidFill>
                  <a:srgbClr val="DF6426"/>
                </a:solidFill>
                <a:latin typeface="Arial"/>
              </a:rPr>
              <a:t>★★☆☆☆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011680" y="1005840"/>
            <a:ext cx="1371600" cy="292608"/>
          </a:xfrm>
          <a:prstGeom prst="roundRect">
            <a:avLst>
              <a:gd name="adj" fmla="val 30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100">
                <a:solidFill>
                  <a:srgbClr val="003548"/>
                </a:solidFill>
                <a:latin typeface="Arial"/>
              </a:rPr>
              <a:t>⏱ 60 min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987552"/>
            <a:ext cx="512064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00">
                <a:solidFill>
                  <a:srgbClr val="005A77"/>
                </a:solidFill>
                <a:latin typeface="Arial"/>
              </a:rPr>
              <a:t>Concetti: Pydantic, structured output, routing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003548"/>
                </a:solidFill>
                <a:latin typeface="Arial"/>
              </a:rPr>
              <a:t>Obiettivo</a:t>
            </a:r>
            <a:r>
              <a:rPr b="0" sz="1300">
                <a:solidFill>
                  <a:srgbClr val="003548"/>
                </a:solidFill>
                <a:latin typeface="Arial"/>
              </a:rPr>
              <a:t> – usare l'output strutturato per prendere decisioni affidabili.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1965960"/>
            <a:ext cx="4983480" cy="2788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66928" y="2039112"/>
            <a:ext cx="47640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Requisiti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2423160"/>
            <a:ext cx="4764024" cy="22860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50">
                <a:solidFill>
                  <a:srgbClr val="003548"/>
                </a:solidFill>
                <a:latin typeface="Arial"/>
              </a:rPr>
              <a:t>Pydantic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AnalisiEmail</a:t>
            </a:r>
            <a:r>
              <a:rPr b="0" sz="1150">
                <a:solidFill>
                  <a:srgbClr val="003548"/>
                </a:solidFill>
                <a:latin typeface="Arial"/>
              </a:rPr>
              <a:t>: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categoria</a:t>
            </a:r>
            <a:r>
              <a:rPr b="0" sz="1150">
                <a:solidFill>
                  <a:srgbClr val="003548"/>
                </a:solidFill>
                <a:latin typeface="Arial"/>
              </a:rPr>
              <a:t> (reclamo / informazioni / ordine / spam),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urgenza</a:t>
            </a:r>
            <a:r>
              <a:rPr b="0" sz="1150">
                <a:solidFill>
                  <a:srgbClr val="003548"/>
                </a:solidFill>
                <a:latin typeface="Arial"/>
              </a:rPr>
              <a:t> 1–5,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sintesi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50">
                <a:solidFill>
                  <a:srgbClr val="003548"/>
                </a:solidFill>
                <a:latin typeface="Arial"/>
              </a:rPr>
              <a:t>Nodo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analizza</a:t>
            </a:r>
            <a:r>
              <a:rPr b="0" sz="1150">
                <a:solidFill>
                  <a:srgbClr val="003548"/>
                </a:solidFill>
                <a:latin typeface="Arial"/>
              </a:rPr>
              <a:t> con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with_structured_output</a:t>
            </a:r>
            <a:r>
              <a:rPr b="0" sz="1150">
                <a:solidFill>
                  <a:srgbClr val="003548"/>
                </a:solidFill>
                <a:latin typeface="Arial"/>
              </a:rPr>
              <a:t> e flag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escalation</a:t>
            </a:r>
            <a:r>
              <a:rPr b="0" sz="1150">
                <a:solidFill>
                  <a:srgbClr val="003548"/>
                </a:solidFill>
                <a:latin typeface="Arial"/>
              </a:rPr>
              <a:t> se urgenza ≥ 4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50">
                <a:solidFill>
                  <a:srgbClr val="003548"/>
                </a:solidFill>
                <a:latin typeface="Arial"/>
              </a:rPr>
              <a:t>Tre nodi di risposta con toni diversi; lo spam termina senza risposta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50">
                <a:solidFill>
                  <a:srgbClr val="003548"/>
                </a:solidFill>
                <a:latin typeface="Arial"/>
              </a:rPr>
              <a:t>5 email di prova → tabella riassuntiva stampata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50">
                <a:solidFill>
                  <a:srgbClr val="003548"/>
                </a:solidFill>
                <a:latin typeface="Arial"/>
              </a:rPr>
              <a:t>Bonus: nodo evaluator che controlla il tono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577840" y="1965960"/>
            <a:ext cx="3154680" cy="1417320"/>
          </a:xfrm>
          <a:prstGeom prst="roundRect">
            <a:avLst>
              <a:gd name="adj" fmla="val 8000"/>
            </a:avLst>
          </a:prstGeom>
          <a:solidFill>
            <a:srgbClr val="FCEEE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5687568" y="20391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Output atteso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87568" y="2423160"/>
            <a:ext cx="2935224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00">
                <a:solidFill>
                  <a:srgbClr val="003548"/>
                </a:solidFill>
                <a:latin typeface="Arial"/>
              </a:rPr>
              <a:t>Tabella categoria / urgenza / escalation / sintesi.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577840" y="3474720"/>
            <a:ext cx="3154680" cy="128016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687568" y="354787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Suggerimento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87568" y="3931920"/>
            <a:ext cx="2935224" cy="7772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100">
                <a:solidFill>
                  <a:srgbClr val="DF6426"/>
                </a:solidFill>
                <a:latin typeface="Courier New"/>
              </a:rPr>
              <a:t>Literal[...]</a:t>
            </a:r>
            <a:r>
              <a:rPr b="0" sz="1100">
                <a:solidFill>
                  <a:srgbClr val="003548"/>
                </a:solidFill>
                <a:latin typeface="Arial"/>
              </a:rPr>
              <a:t> riduce gli errori di classificazione dei modelli locali.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E8 – RECENSIONI IN PARALLELO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16</a:t>
            </a:fld>
          </a:p>
        </p:txBody>
      </p:sp>
      <p:sp>
        <p:nvSpPr>
          <p:cNvPr id="34" name="TextBox 33"/>
          <p:cNvSpPr txBox="1"/>
          <p:nvPr/>
        </p:nvSpPr>
        <p:spPr>
          <a:xfrm>
            <a:off x="457200" y="960120"/>
            <a:ext cx="1645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600">
                <a:solidFill>
                  <a:srgbClr val="DF6426"/>
                </a:solidFill>
                <a:latin typeface="Arial"/>
              </a:rPr>
              <a:t>★★★☆☆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011680" y="1005840"/>
            <a:ext cx="1371600" cy="292608"/>
          </a:xfrm>
          <a:prstGeom prst="roundRect">
            <a:avLst>
              <a:gd name="adj" fmla="val 30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100">
                <a:solidFill>
                  <a:srgbClr val="003548"/>
                </a:solidFill>
                <a:latin typeface="Arial"/>
              </a:rPr>
              <a:t>⏱ 75 min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987552"/>
            <a:ext cx="512064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00">
                <a:solidFill>
                  <a:srgbClr val="005A77"/>
                </a:solidFill>
                <a:latin typeface="Arial"/>
              </a:rPr>
              <a:t>Concetti: Send, map-reduce, reducer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003548"/>
                </a:solidFill>
                <a:latin typeface="Arial"/>
              </a:rPr>
              <a:t>Obiettivo</a:t>
            </a:r>
            <a:r>
              <a:rPr b="0" sz="1300">
                <a:solidFill>
                  <a:srgbClr val="003548"/>
                </a:solidFill>
                <a:latin typeface="Arial"/>
              </a:rPr>
              <a:t> – analizzare N elementi in parallelo con Send e aggregare i risultati.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1965960"/>
            <a:ext cx="4983480" cy="2788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66928" y="2039112"/>
            <a:ext cx="47640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Requisiti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2423160"/>
            <a:ext cx="4764024" cy="22860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50">
                <a:solidFill>
                  <a:srgbClr val="003548"/>
                </a:solidFill>
                <a:latin typeface="Arial"/>
              </a:rPr>
              <a:t>8 recensioni in input;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Send("analizza", ...)</a:t>
            </a:r>
            <a:r>
              <a:rPr b="0" sz="1150">
                <a:solidFill>
                  <a:srgbClr val="003548"/>
                </a:solidFill>
                <a:latin typeface="Arial"/>
              </a:rPr>
              <a:t> per ognuna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50">
                <a:solidFill>
                  <a:srgbClr val="003548"/>
                </a:solidFill>
                <a:latin typeface="Arial"/>
              </a:rPr>
              <a:t>Ogni worker: output strutturato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sentiment</a:t>
            </a:r>
            <a:r>
              <a:rPr b="0" sz="1150">
                <a:solidFill>
                  <a:srgbClr val="003548"/>
                </a:solidFill>
                <a:latin typeface="Arial"/>
              </a:rPr>
              <a:t>,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tema</a:t>
            </a:r>
            <a:r>
              <a:rPr b="0" sz="1150">
                <a:solidFill>
                  <a:srgbClr val="003548"/>
                </a:solidFill>
                <a:latin typeface="Arial"/>
              </a:rPr>
              <a:t>,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punteggio</a:t>
            </a:r>
            <a:r>
              <a:rPr b="0" sz="1150">
                <a:solidFill>
                  <a:srgbClr val="003548"/>
                </a:solidFill>
                <a:latin typeface="Arial"/>
              </a:rPr>
              <a:t> 1–5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50">
                <a:solidFill>
                  <a:srgbClr val="003548"/>
                </a:solidFill>
                <a:latin typeface="Arial"/>
              </a:rPr>
              <a:t>Reducer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operator.add</a:t>
            </a:r>
            <a:r>
              <a:rPr b="0" sz="1150">
                <a:solidFill>
                  <a:srgbClr val="003548"/>
                </a:solidFill>
                <a:latin typeface="Arial"/>
              </a:rPr>
              <a:t> per raccogliere le analisi (con indice)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50">
                <a:solidFill>
                  <a:srgbClr val="003548"/>
                </a:solidFill>
                <a:latin typeface="Arial"/>
              </a:rPr>
              <a:t>Nodo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aggrega</a:t>
            </a:r>
            <a:r>
              <a:rPr b="0" sz="1150">
                <a:solidFill>
                  <a:srgbClr val="003548"/>
                </a:solidFill>
                <a:latin typeface="Arial"/>
              </a:rPr>
              <a:t>: media, conteggi, temi critici </a:t>
            </a:r>
            <a:r>
              <a:rPr b="1" sz="1150">
                <a:solidFill>
                  <a:srgbClr val="003548"/>
                </a:solidFill>
                <a:latin typeface="Arial"/>
              </a:rPr>
              <a:t>calcolati nel codice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50">
                <a:solidFill>
                  <a:srgbClr val="003548"/>
                </a:solidFill>
                <a:latin typeface="Arial"/>
              </a:rPr>
              <a:t>Nodo finale: executive summary di 4 righe scritto dall'LLM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577840" y="1965960"/>
            <a:ext cx="3154680" cy="1417320"/>
          </a:xfrm>
          <a:prstGeom prst="roundRect">
            <a:avLst>
              <a:gd name="adj" fmla="val 8000"/>
            </a:avLst>
          </a:prstGeom>
          <a:solidFill>
            <a:srgbClr val="FCEEE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5687568" y="20391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Output atteso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87568" y="2423160"/>
            <a:ext cx="2935224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00">
                <a:solidFill>
                  <a:srgbClr val="003548"/>
                </a:solidFill>
                <a:latin typeface="Arial"/>
              </a:rPr>
              <a:t>Dizionario di statistiche + sintesi per il management.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577840" y="3474720"/>
            <a:ext cx="3154680" cy="128016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687568" y="354787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Suggerimento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87568" y="3931920"/>
            <a:ext cx="2935224" cy="7772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00">
                <a:solidFill>
                  <a:srgbClr val="003548"/>
                </a:solidFill>
                <a:latin typeface="Arial"/>
              </a:rPr>
              <a:t>L'ordine dei risultati paralleli non è garantito: ordinate per indice.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E9 – REDATTORE CON APPROVAZIONE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17</a:t>
            </a:fld>
          </a:p>
        </p:txBody>
      </p:sp>
      <p:sp>
        <p:nvSpPr>
          <p:cNvPr id="34" name="TextBox 33"/>
          <p:cNvSpPr txBox="1"/>
          <p:nvPr/>
        </p:nvSpPr>
        <p:spPr>
          <a:xfrm>
            <a:off x="457200" y="960120"/>
            <a:ext cx="1645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600">
                <a:solidFill>
                  <a:srgbClr val="DF6426"/>
                </a:solidFill>
                <a:latin typeface="Arial"/>
              </a:rPr>
              <a:t>★★★☆☆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011680" y="1005840"/>
            <a:ext cx="1371600" cy="292608"/>
          </a:xfrm>
          <a:prstGeom prst="roundRect">
            <a:avLst>
              <a:gd name="adj" fmla="val 30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100">
                <a:solidFill>
                  <a:srgbClr val="003548"/>
                </a:solidFill>
                <a:latin typeface="Arial"/>
              </a:rPr>
              <a:t>⏱ 75 min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987552"/>
            <a:ext cx="512064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00">
                <a:solidFill>
                  <a:srgbClr val="005A77"/>
                </a:solidFill>
                <a:latin typeface="Arial"/>
              </a:rPr>
              <a:t>Concetti: interrupt, Command(resume), SqliteSaver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003548"/>
                </a:solidFill>
                <a:latin typeface="Arial"/>
              </a:rPr>
              <a:t>Obiettivo</a:t>
            </a:r>
            <a:r>
              <a:rPr b="0" sz="1300">
                <a:solidFill>
                  <a:srgbClr val="003548"/>
                </a:solidFill>
                <a:latin typeface="Arial"/>
              </a:rPr>
              <a:t> – mettere un umano nel ciclo e sopravvivere al riavvio del programma.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1965960"/>
            <a:ext cx="4983480" cy="2788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66928" y="2039112"/>
            <a:ext cx="47640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Requisiti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2423160"/>
            <a:ext cx="4764024" cy="22860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50">
                <a:solidFill>
                  <a:srgbClr val="003548"/>
                </a:solidFill>
                <a:latin typeface="Arial"/>
              </a:rPr>
              <a:t>Grafo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scrivi</a:t>
            </a:r>
            <a:r>
              <a:rPr b="0" sz="1150">
                <a:solidFill>
                  <a:srgbClr val="003548"/>
                </a:solidFill>
                <a:latin typeface="Arial"/>
              </a:rPr>
              <a:t> →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revisione</a:t>
            </a:r>
            <a:r>
              <a:rPr b="0" sz="1150">
                <a:solidFill>
                  <a:srgbClr val="003548"/>
                </a:solidFill>
                <a:latin typeface="Arial"/>
              </a:rPr>
              <a:t> →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pubblica</a:t>
            </a:r>
            <a:r>
              <a:rPr b="0" sz="1150">
                <a:solidFill>
                  <a:srgbClr val="003548"/>
                </a:solidFill>
                <a:latin typeface="Arial"/>
              </a:rPr>
              <a:t> per un post LinkedIn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150">
                <a:solidFill>
                  <a:srgbClr val="DF6426"/>
                </a:solidFill>
                <a:latin typeface="Courier New"/>
              </a:rPr>
              <a:t>revisione</a:t>
            </a:r>
            <a:r>
              <a:rPr b="0" sz="1150">
                <a:solidFill>
                  <a:srgbClr val="003548"/>
                </a:solidFill>
                <a:latin typeface="Arial"/>
              </a:rPr>
              <a:t> con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interrupt</a:t>
            </a:r>
            <a:r>
              <a:rPr b="0" sz="1150">
                <a:solidFill>
                  <a:srgbClr val="003548"/>
                </a:solidFill>
                <a:latin typeface="Arial"/>
              </a:rPr>
              <a:t>: approva / modifica:&lt;testo&gt; / rigenera:&lt;feedback&gt; / annulla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50">
                <a:solidFill>
                  <a:srgbClr val="003548"/>
                </a:solidFill>
                <a:latin typeface="Arial"/>
              </a:rPr>
              <a:t>Il feedback torna a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scrivi</a:t>
            </a:r>
            <a:r>
              <a:rPr b="0" sz="1150">
                <a:solidFill>
                  <a:srgbClr val="003548"/>
                </a:solidFill>
                <a:latin typeface="Arial"/>
              </a:rPr>
              <a:t> (loop)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150">
                <a:solidFill>
                  <a:srgbClr val="DF6426"/>
                </a:solidFill>
                <a:latin typeface="Courier New"/>
              </a:rPr>
              <a:t>SqliteSaver</a:t>
            </a:r>
            <a:r>
              <a:rPr b="0" sz="1150">
                <a:solidFill>
                  <a:srgbClr val="003548"/>
                </a:solidFill>
                <a:latin typeface="Arial"/>
              </a:rPr>
              <a:t> su file: chiudete lo script in pausa, rilanciatelo e riprendete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50">
                <a:solidFill>
                  <a:srgbClr val="003548"/>
                </a:solidFill>
                <a:latin typeface="Arial"/>
              </a:rPr>
              <a:t>Il post approvato viene salvato in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post_approvato.md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577840" y="1965960"/>
            <a:ext cx="3154680" cy="1417320"/>
          </a:xfrm>
          <a:prstGeom prst="roundRect">
            <a:avLst>
              <a:gd name="adj" fmla="val 8000"/>
            </a:avLst>
          </a:prstGeom>
          <a:solidFill>
            <a:srgbClr val="FCEEE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5687568" y="20391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Output atteso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87568" y="2423160"/>
            <a:ext cx="2935224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00">
                <a:solidFill>
                  <a:srgbClr val="003548"/>
                </a:solidFill>
                <a:latin typeface="Arial"/>
              </a:rPr>
              <a:t>File .md con il post approvato dopo almeno una rigenerazione.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577840" y="3474720"/>
            <a:ext cx="3154680" cy="128016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687568" y="354787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Suggerimento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87568" y="3931920"/>
            <a:ext cx="2935224" cy="7772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00">
                <a:solidFill>
                  <a:srgbClr val="003548"/>
                </a:solidFill>
                <a:latin typeface="Arial"/>
              </a:rPr>
              <a:t>Alla ripresa controllate </a:t>
            </a:r>
            <a:r>
              <a:rPr b="1" sz="1100">
                <a:solidFill>
                  <a:srgbClr val="DF6426"/>
                </a:solidFill>
                <a:latin typeface="Courier New"/>
              </a:rPr>
              <a:t>graph.get_state(cfg).next</a:t>
            </a:r>
            <a:r>
              <a:rPr b="0" sz="1100">
                <a:solidFill>
                  <a:srgbClr val="003548"/>
                </a:solidFill>
                <a:latin typeface="Arial"/>
              </a:rPr>
              <a:t> per sapere se c'è una pausa.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E10 – RAG CORRETTIVO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18</a:t>
            </a:fld>
          </a:p>
        </p:txBody>
      </p:sp>
      <p:sp>
        <p:nvSpPr>
          <p:cNvPr id="34" name="TextBox 33"/>
          <p:cNvSpPr txBox="1"/>
          <p:nvPr/>
        </p:nvSpPr>
        <p:spPr>
          <a:xfrm>
            <a:off x="457200" y="960120"/>
            <a:ext cx="1645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600">
                <a:solidFill>
                  <a:srgbClr val="DF6426"/>
                </a:solidFill>
                <a:latin typeface="Arial"/>
              </a:rPr>
              <a:t>★★★☆☆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011680" y="1005840"/>
            <a:ext cx="1371600" cy="292608"/>
          </a:xfrm>
          <a:prstGeom prst="roundRect">
            <a:avLst>
              <a:gd name="adj" fmla="val 30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100">
                <a:solidFill>
                  <a:srgbClr val="003548"/>
                </a:solidFill>
                <a:latin typeface="Arial"/>
              </a:rPr>
              <a:t>⏱ 90 min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987552"/>
            <a:ext cx="512064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00">
                <a:solidFill>
                  <a:srgbClr val="005A77"/>
                </a:solidFill>
                <a:latin typeface="Arial"/>
              </a:rPr>
              <a:t>Concetti: retriever, grader, loop correttivo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003548"/>
                </a:solidFill>
                <a:latin typeface="Arial"/>
              </a:rPr>
              <a:t>Obiettivo</a:t>
            </a:r>
            <a:r>
              <a:rPr b="0" sz="1300">
                <a:solidFill>
                  <a:srgbClr val="003548"/>
                </a:solidFill>
                <a:latin typeface="Arial"/>
              </a:rPr>
              <a:t> – un RAG che valuta i documenti recuperati e sa dire "non lo so".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1965960"/>
            <a:ext cx="4983480" cy="2788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66928" y="2039112"/>
            <a:ext cx="47640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Requisiti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2423160"/>
            <a:ext cx="4764024" cy="22860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50">
                <a:solidFill>
                  <a:srgbClr val="003548"/>
                </a:solidFill>
                <a:latin typeface="Arial"/>
              </a:rPr>
              <a:t>Indicizzare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regolamento_coworking.pdf</a:t>
            </a:r>
            <a:r>
              <a:rPr b="0" sz="1150">
                <a:solidFill>
                  <a:srgbClr val="003548"/>
                </a:solidFill>
                <a:latin typeface="Arial"/>
              </a:rPr>
              <a:t> (fornito) con Chroma + embedding Ollama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50">
                <a:solidFill>
                  <a:srgbClr val="003548"/>
                </a:solidFill>
                <a:latin typeface="Arial"/>
              </a:rPr>
              <a:t>Grafo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recupera</a:t>
            </a:r>
            <a:r>
              <a:rPr b="0" sz="1150">
                <a:solidFill>
                  <a:srgbClr val="003548"/>
                </a:solidFill>
                <a:latin typeface="Arial"/>
              </a:rPr>
              <a:t> →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valuta</a:t>
            </a:r>
            <a:r>
              <a:rPr b="0" sz="1150">
                <a:solidFill>
                  <a:srgbClr val="003548"/>
                </a:solidFill>
                <a:latin typeface="Arial"/>
              </a:rPr>
              <a:t> (grader strutturato) →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genera</a:t>
            </a:r>
            <a:r>
              <a:rPr b="0" sz="1150">
                <a:solidFill>
                  <a:srgbClr val="003548"/>
                </a:solidFill>
                <a:latin typeface="Arial"/>
              </a:rPr>
              <a:t> /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riscrivi</a:t>
            </a:r>
            <a:r>
              <a:rPr b="0" sz="1150">
                <a:solidFill>
                  <a:srgbClr val="003548"/>
                </a:solidFill>
                <a:latin typeface="Arial"/>
              </a:rPr>
              <a:t> /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non_so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50">
                <a:solidFill>
                  <a:srgbClr val="003548"/>
                </a:solidFill>
                <a:latin typeface="Arial"/>
              </a:rPr>
              <a:t>Massimo 2 riscritture della query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50">
                <a:solidFill>
                  <a:srgbClr val="003548"/>
                </a:solidFill>
                <a:latin typeface="Arial"/>
              </a:rPr>
              <a:t>Risposte con citazione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[pag. N]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50">
                <a:solidFill>
                  <a:srgbClr val="003548"/>
                </a:solidFill>
                <a:latin typeface="Arial"/>
              </a:rPr>
              <a:t>5 domande di prova, almeno una fuori dominio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577840" y="1965960"/>
            <a:ext cx="3154680" cy="1417320"/>
          </a:xfrm>
          <a:prstGeom prst="roundRect">
            <a:avLst>
              <a:gd name="adj" fmla="val 8000"/>
            </a:avLst>
          </a:prstGeom>
          <a:solidFill>
            <a:srgbClr val="FCEEE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5687568" y="20391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Output atteso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87568" y="2423160"/>
            <a:ext cx="2935224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00">
                <a:solidFill>
                  <a:srgbClr val="003548"/>
                </a:solidFill>
                <a:latin typeface="Arial"/>
              </a:rPr>
              <a:t>Risposte con fonti; la domanda fuori dominio produce "non lo so".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577840" y="3474720"/>
            <a:ext cx="3154680" cy="128016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687568" y="354787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Suggerimento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87568" y="3931920"/>
            <a:ext cx="2935224" cy="7772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00">
                <a:solidFill>
                  <a:srgbClr val="003548"/>
                </a:solidFill>
                <a:latin typeface="Arial"/>
              </a:rPr>
              <a:t>Chunk piccoli (400–600 caratteri) e k=3 funzionano meglio con modelli locali.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E11 – COMMESSO SU SQLITE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19</a:t>
            </a:fld>
          </a:p>
        </p:txBody>
      </p:sp>
      <p:sp>
        <p:nvSpPr>
          <p:cNvPr id="34" name="TextBox 33"/>
          <p:cNvSpPr txBox="1"/>
          <p:nvPr/>
        </p:nvSpPr>
        <p:spPr>
          <a:xfrm>
            <a:off x="457200" y="960120"/>
            <a:ext cx="1645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600">
                <a:solidFill>
                  <a:srgbClr val="DF6426"/>
                </a:solidFill>
                <a:latin typeface="Arial"/>
              </a:rPr>
              <a:t>★★★★☆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011680" y="1005840"/>
            <a:ext cx="1371600" cy="292608"/>
          </a:xfrm>
          <a:prstGeom prst="roundRect">
            <a:avLst>
              <a:gd name="adj" fmla="val 30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100">
                <a:solidFill>
                  <a:srgbClr val="003548"/>
                </a:solidFill>
                <a:latin typeface="Arial"/>
              </a:rPr>
              <a:t>⏱ bonus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987552"/>
            <a:ext cx="512064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00">
                <a:solidFill>
                  <a:srgbClr val="005A77"/>
                </a:solidFill>
                <a:latin typeface="Arial"/>
              </a:rPr>
              <a:t>Concetti: SQLite, tool, transazioni, HITL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003548"/>
                </a:solidFill>
                <a:latin typeface="Arial"/>
              </a:rPr>
              <a:t>Obiettivo</a:t>
            </a:r>
            <a:r>
              <a:rPr b="0" sz="1300">
                <a:solidFill>
                  <a:srgbClr val="003548"/>
                </a:solidFill>
                <a:latin typeface="Arial"/>
              </a:rPr>
              <a:t> – un agente che legge e scrive su un database in modo sicuro.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1965960"/>
            <a:ext cx="4983480" cy="2788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66928" y="2039112"/>
            <a:ext cx="47640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Requisiti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2423160"/>
            <a:ext cx="4764024" cy="22860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50">
                <a:solidFill>
                  <a:srgbClr val="003548"/>
                </a:solidFill>
                <a:latin typeface="Arial"/>
              </a:rPr>
              <a:t>Schema: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clienti</a:t>
            </a:r>
            <a:r>
              <a:rPr b="0" sz="1150">
                <a:solidFill>
                  <a:srgbClr val="003548"/>
                </a:solidFill>
                <a:latin typeface="Arial"/>
              </a:rPr>
              <a:t>,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prodotti</a:t>
            </a:r>
            <a:r>
              <a:rPr b="0" sz="1150">
                <a:solidFill>
                  <a:srgbClr val="003548"/>
                </a:solidFill>
                <a:latin typeface="Arial"/>
              </a:rPr>
              <a:t>,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ordini</a:t>
            </a:r>
            <a:r>
              <a:rPr b="0" sz="1150">
                <a:solidFill>
                  <a:srgbClr val="003548"/>
                </a:solidFill>
                <a:latin typeface="Arial"/>
              </a:rPr>
              <a:t> con chiavi esterne e vincoli CHECK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50">
                <a:solidFill>
                  <a:srgbClr val="003548"/>
                </a:solidFill>
                <a:latin typeface="Arial"/>
              </a:rPr>
              <a:t>Tool: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cerca_prodotti</a:t>
            </a:r>
            <a:r>
              <a:rPr b="0" sz="1150">
                <a:solidFill>
                  <a:srgbClr val="003548"/>
                </a:solidFill>
                <a:latin typeface="Arial"/>
              </a:rPr>
              <a:t> (LIKE parametrico),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crea_ordine</a:t>
            </a:r>
            <a:r>
              <a:rPr b="0" sz="1150">
                <a:solidFill>
                  <a:srgbClr val="003548"/>
                </a:solidFill>
                <a:latin typeface="Arial"/>
              </a:rPr>
              <a:t>,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stato_ordine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150">
                <a:solidFill>
                  <a:srgbClr val="DF6426"/>
                </a:solidFill>
                <a:latin typeface="Courier New"/>
              </a:rPr>
              <a:t>crea_ordine</a:t>
            </a:r>
            <a:r>
              <a:rPr b="0" sz="1150">
                <a:solidFill>
                  <a:srgbClr val="003548"/>
                </a:solidFill>
                <a:latin typeface="Arial"/>
              </a:rPr>
              <a:t>: validazioni, totale calcolato nel codice,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interrupt</a:t>
            </a:r>
            <a:r>
              <a:rPr b="0" sz="1150">
                <a:solidFill>
                  <a:srgbClr val="003548"/>
                </a:solidFill>
                <a:latin typeface="Arial"/>
              </a:rPr>
              <a:t> di conferma, UPDATE + INSERT in </a:t>
            </a:r>
            <a:r>
              <a:rPr b="1" sz="1150">
                <a:solidFill>
                  <a:srgbClr val="003548"/>
                </a:solidFill>
                <a:latin typeface="Arial"/>
              </a:rPr>
              <a:t>un'unica transazione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50">
                <a:solidFill>
                  <a:srgbClr val="003548"/>
                </a:solidFill>
                <a:latin typeface="Arial"/>
              </a:rPr>
              <a:t>Ricevuta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ricevuta_&lt;id&gt;.json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50">
                <a:solidFill>
                  <a:srgbClr val="003548"/>
                </a:solidFill>
                <a:latin typeface="Arial"/>
              </a:rPr>
              <a:t>Memoria di conversazione con checkpointer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577840" y="1965960"/>
            <a:ext cx="3154680" cy="1417320"/>
          </a:xfrm>
          <a:prstGeom prst="roundRect">
            <a:avLst>
              <a:gd name="adj" fmla="val 8000"/>
            </a:avLst>
          </a:prstGeom>
          <a:solidFill>
            <a:srgbClr val="FCEEE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5687568" y="20391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Output atteso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87568" y="2423160"/>
            <a:ext cx="2935224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00">
                <a:solidFill>
                  <a:srgbClr val="003548"/>
                </a:solidFill>
                <a:latin typeface="Arial"/>
              </a:rPr>
              <a:t>Ordine registrato, giacenza aggiornata, ricevuta JSON.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577840" y="3474720"/>
            <a:ext cx="3154680" cy="128016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687568" y="354787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Suggerimento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87568" y="3931920"/>
            <a:ext cx="2935224" cy="7772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00">
                <a:solidFill>
                  <a:srgbClr val="003548"/>
                </a:solidFill>
                <a:latin typeface="Arial"/>
              </a:rPr>
              <a:t>Screenshot della tabella ordini prima/dopo: vi servirà anche nel PW.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 FINALE – BIBLIOTECA AGENTICA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20</a:t>
            </a:fld>
          </a:p>
        </p:txBody>
      </p:sp>
      <p:sp>
        <p:nvSpPr>
          <p:cNvPr id="34" name="Rounded Rectangle 33"/>
          <p:cNvSpPr/>
          <p:nvPr/>
        </p:nvSpPr>
        <p:spPr>
          <a:xfrm>
            <a:off x="457200" y="1005840"/>
            <a:ext cx="2011680" cy="329184"/>
          </a:xfrm>
          <a:prstGeom prst="roundRect">
            <a:avLst>
              <a:gd name="adj" fmla="val 30000"/>
            </a:avLst>
          </a:prstGeom>
          <a:solidFill>
            <a:srgbClr val="DF6426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⏱ 2 ore · individuale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1417320"/>
            <a:ext cx="82296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300">
                <a:solidFill>
                  <a:srgbClr val="003548"/>
                </a:solidFill>
                <a:latin typeface="Arial"/>
              </a:rPr>
              <a:t>Costruire un assistente per la </a:t>
            </a:r>
            <a:r>
              <a:rPr b="1" sz="1300">
                <a:solidFill>
                  <a:srgbClr val="003548"/>
                </a:solidFill>
                <a:latin typeface="Arial"/>
              </a:rPr>
              <a:t>Biblioteca Civica</a:t>
            </a:r>
            <a:r>
              <a:rPr b="0" sz="1300">
                <a:solidFill>
                  <a:srgbClr val="003548"/>
                </a:solidFill>
                <a:latin typeface="Arial"/>
              </a:rPr>
              <a:t> che risponde sul regolamento, cerca libri nel catalogo e registra prestiti.</a:t>
            </a:r>
          </a:p>
          <a:p>
            <a:pPr algn="l">
              <a:spcAft>
                <a:spcPts val="400"/>
              </a:spcAft>
            </a:pPr>
            <a:r>
              <a:rPr b="0" sz="1300">
                <a:solidFill>
                  <a:srgbClr val="003548"/>
                </a:solidFill>
                <a:latin typeface="Arial"/>
              </a:rPr>
              <a:t>Materiale fornito: </a:t>
            </a:r>
            <a:r>
              <a:rPr b="1" sz="1300">
                <a:solidFill>
                  <a:srgbClr val="DF6426"/>
                </a:solidFill>
                <a:latin typeface="Courier New"/>
              </a:rPr>
              <a:t>regolamento_biblioteca.pdf</a:t>
            </a:r>
            <a:r>
              <a:rPr b="0" sz="1300">
                <a:solidFill>
                  <a:srgbClr val="003548"/>
                </a:solidFill>
                <a:latin typeface="Arial"/>
              </a:rPr>
              <a:t>. Il database lo create voi.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2423160"/>
            <a:ext cx="4206240" cy="954532"/>
          </a:xfrm>
          <a:prstGeom prst="roundRect">
            <a:avLst>
              <a:gd name="adj" fmla="val 4000"/>
            </a:avLst>
          </a:prstGeom>
          <a:solidFill>
            <a:srgbClr val="0B2B38"/>
          </a:solidFill>
          <a:ln>
            <a:noFill/>
          </a:ln>
        </p:spPr>
        <p:txBody>
          <a:bodyPr rtlCol="0" anchor="t" wrap="square" lIns="128016" rIns="128016" tIns="91440" bIns="54864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libri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id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titolo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autore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genere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  </a:t>
            </a:r>
            <a:r>
              <a:rPr sz="1150">
                <a:solidFill>
                  <a:srgbClr val="E8EEF1"/>
                </a:solidFill>
                <a:latin typeface="Courier New"/>
              </a:rPr>
              <a:t>copie_disponibili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prestiti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id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libro_id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→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libri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id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utente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     </a:t>
            </a:r>
            <a:r>
              <a:rPr sz="1150">
                <a:solidFill>
                  <a:srgbClr val="E8EEF1"/>
                </a:solidFill>
                <a:latin typeface="Courier New"/>
              </a:rPr>
              <a:t>data_prestito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data_restituzione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46320" y="2423160"/>
            <a:ext cx="3886200" cy="23317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956048" y="2496312"/>
            <a:ext cx="366674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Intenti da gestire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56048" y="2880360"/>
            <a:ext cx="3666744" cy="18287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200">
                <a:solidFill>
                  <a:srgbClr val="003548"/>
                </a:solidFill>
                <a:latin typeface="Arial"/>
              </a:rPr>
              <a:t>regolamento</a:t>
            </a:r>
            <a:r>
              <a:rPr b="0" sz="1200">
                <a:solidFill>
                  <a:srgbClr val="003548"/>
                </a:solidFill>
                <a:latin typeface="Arial"/>
              </a:rPr>
              <a:t> → RAG sul PDF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200">
                <a:solidFill>
                  <a:srgbClr val="003548"/>
                </a:solidFill>
                <a:latin typeface="Arial"/>
              </a:rPr>
              <a:t>catalogo</a:t>
            </a:r>
            <a:r>
              <a:rPr b="0" sz="1200">
                <a:solidFill>
                  <a:srgbClr val="003548"/>
                </a:solidFill>
                <a:latin typeface="Arial"/>
              </a:rPr>
              <a:t> → ricerca SQL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200">
                <a:solidFill>
                  <a:srgbClr val="003548"/>
                </a:solidFill>
                <a:latin typeface="Arial"/>
              </a:rPr>
              <a:t>prestito</a:t>
            </a:r>
            <a:r>
              <a:rPr b="0" sz="1200">
                <a:solidFill>
                  <a:srgbClr val="003548"/>
                </a:solidFill>
                <a:latin typeface="Arial"/>
              </a:rPr>
              <a:t> → conferma + scrittura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200">
                <a:solidFill>
                  <a:srgbClr val="003548"/>
                </a:solidFill>
                <a:latin typeface="Arial"/>
              </a:rPr>
              <a:t>altro</a:t>
            </a:r>
            <a:r>
              <a:rPr b="0" sz="1200">
                <a:solidFill>
                  <a:srgbClr val="003548"/>
                </a:solidFill>
                <a:latin typeface="Arial"/>
              </a:rPr>
              <a:t> → risposta di cortesia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3931920"/>
            <a:ext cx="420624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200">
                <a:solidFill>
                  <a:srgbClr val="005A77"/>
                </a:solidFill>
                <a:latin typeface="Arial"/>
              </a:rPr>
              <a:t>Seed di almeno </a:t>
            </a:r>
            <a:r>
              <a:rPr b="1" sz="1200">
                <a:solidFill>
                  <a:srgbClr val="005A77"/>
                </a:solidFill>
                <a:latin typeface="Arial"/>
              </a:rPr>
              <a:t>10 libri</a:t>
            </a:r>
            <a:r>
              <a:rPr b="0" sz="1200">
                <a:solidFill>
                  <a:srgbClr val="005A77"/>
                </a:solidFill>
                <a:latin typeface="Arial"/>
              </a:rPr>
              <a:t>, di cui almeno uno con 0 copie disponibili.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 FINALE – MILESTONE E PUNTI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21</a:t>
            </a:fld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457200" y="1051560"/>
          <a:ext cx="8229600" cy="3438144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548640"/>
                <a:gridCol w="6675120"/>
                <a:gridCol w="1005840"/>
              </a:tblGrid>
              <a:tr h="429768"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M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005A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Milestone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005A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Punti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005A77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003548"/>
                          </a:solidFill>
                          <a:latin typeface="Arial"/>
                        </a:rPr>
                        <a:t>M1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003548"/>
                          </a:solidFill>
                          <a:latin typeface="Arial"/>
                        </a:rPr>
                        <a:t>Database creato con FK e seed di ≥ 10 libri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003548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003548"/>
                          </a:solidFill>
                          <a:latin typeface="Arial"/>
                        </a:rPr>
                        <a:t>M2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003548"/>
                          </a:solidFill>
                          <a:latin typeface="Arial"/>
                        </a:rPr>
                        <a:t>Router con output strutturato sui 4 intenti (+ Command o conditional edges)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003548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003548"/>
                          </a:solidFill>
                          <a:latin typeface="Arial"/>
                        </a:rPr>
                        <a:t>M3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003548"/>
                          </a:solidFill>
                          <a:latin typeface="Arial"/>
                        </a:rPr>
                        <a:t>Ramo regolamento: RAG sul PDF con citazione delle fonti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003548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003548"/>
                          </a:solidFill>
                          <a:latin typeface="Arial"/>
                        </a:rPr>
                        <a:t>M4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003548"/>
                          </a:solidFill>
                          <a:latin typeface="Arial"/>
                        </a:rPr>
                        <a:t>Ramo catalogo: ricerca SQL parametrica (titolo/autore/genere)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003548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003548"/>
                          </a:solidFill>
                          <a:latin typeface="Arial"/>
                        </a:rPr>
                        <a:t>M5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003548"/>
                          </a:solidFill>
                          <a:latin typeface="Arial"/>
                        </a:rPr>
                        <a:t>Ramo prestito: interrupt di conferma, UPDATE + INSERT in transazione, ricevuta JSON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003548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003548"/>
                          </a:solidFill>
                          <a:latin typeface="Arial"/>
                        </a:rPr>
                        <a:t>M6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003548"/>
                          </a:solidFill>
                          <a:latin typeface="Arial"/>
                        </a:rPr>
                        <a:t>Checkpointer + chat da terminale multi-turno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003548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/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003548"/>
                          </a:solidFill>
                          <a:latin typeface="Arial"/>
                        </a:rPr>
                        <a:t>Totale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003548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00">
                <a:solidFill>
                  <a:srgbClr val="76777B"/>
                </a:solidFill>
                <a:latin typeface="Arial"/>
              </a:rPr>
              <a:t>Le milestone sono indipendenti: un ramo incompleto non blocca gli altri.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DAL CHECK AI GRUPPI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22</a:t>
            </a:fld>
          </a:p>
        </p:txBody>
      </p:sp>
      <p:sp>
        <p:nvSpPr>
          <p:cNvPr id="34" name="Rounded Rectangle 33"/>
          <p:cNvSpPr/>
          <p:nvPr/>
        </p:nvSpPr>
        <p:spPr>
          <a:xfrm>
            <a:off x="457200" y="1097280"/>
            <a:ext cx="2651760" cy="548640"/>
          </a:xfrm>
          <a:prstGeom prst="roundRect">
            <a:avLst>
              <a:gd name="adj" fmla="val 30000"/>
            </a:avLst>
          </a:prstGeom>
          <a:solidFill>
            <a:srgbClr val="005A77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Base · 0–12 pt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1737360"/>
            <a:ext cx="265176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b="0" sz="1200">
                <a:solidFill>
                  <a:srgbClr val="003548"/>
                </a:solidFill>
                <a:latin typeface="Arial"/>
              </a:rPr>
              <a:t>consolidare i concetti core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46120" y="1097280"/>
            <a:ext cx="2651760" cy="548640"/>
          </a:xfrm>
          <a:prstGeom prst="roundRect">
            <a:avLst>
              <a:gd name="adj" fmla="val 30000"/>
            </a:avLst>
          </a:prstGeom>
          <a:solidFill>
            <a:srgbClr val="DF6426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Intermedio · 13–22 pt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46120" y="1737360"/>
            <a:ext cx="265176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b="0" sz="1200">
                <a:solidFill>
                  <a:srgbClr val="003548"/>
                </a:solidFill>
                <a:latin typeface="Arial"/>
              </a:rPr>
              <a:t>pattern, tool, memoria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35040" y="1097280"/>
            <a:ext cx="2651760" cy="548640"/>
          </a:xfrm>
          <a:prstGeom prst="roundRect">
            <a:avLst>
              <a:gd name="adj" fmla="val 30000"/>
            </a:avLst>
          </a:prstGeom>
          <a:solidFill>
            <a:srgbClr val="8E44AD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Avanzato · 23–30 pt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0" y="1737360"/>
            <a:ext cx="265176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b="0" sz="1200">
                <a:solidFill>
                  <a:srgbClr val="003548"/>
                </a:solidFill>
                <a:latin typeface="Arial"/>
              </a:rPr>
              <a:t>HITL, RAG, DB, integrazione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2468880"/>
            <a:ext cx="8229600" cy="228600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66928" y="2542032"/>
            <a:ext cx="801014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Composizione dei gruppi (3–4 persone)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2926080"/>
            <a:ext cx="8010144" cy="1783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250">
                <a:solidFill>
                  <a:srgbClr val="003548"/>
                </a:solidFill>
                <a:latin typeface="Arial"/>
              </a:rPr>
              <a:t>Ogni gruppo ha </a:t>
            </a:r>
            <a:r>
              <a:rPr b="1" sz="1250">
                <a:solidFill>
                  <a:srgbClr val="003548"/>
                </a:solidFill>
                <a:latin typeface="Arial"/>
              </a:rPr>
              <a:t>almeno un profilo avanzato o intermedio alto</a:t>
            </a:r>
            <a:r>
              <a:rPr b="0" sz="1250">
                <a:solidFill>
                  <a:srgbClr val="003548"/>
                </a:solidFill>
                <a:latin typeface="Arial"/>
              </a:rPr>
              <a:t> e non più di un profilo base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250">
                <a:solidFill>
                  <a:srgbClr val="003548"/>
                </a:solidFill>
                <a:latin typeface="Arial"/>
              </a:rPr>
              <a:t>Il punteggio dell'autovalutazione E1–E11 serve da spareggio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250">
                <a:solidFill>
                  <a:srgbClr val="003548"/>
                </a:solidFill>
                <a:latin typeface="Arial"/>
              </a:rPr>
              <a:t>I gruppi scelgono la traccia di partenza; il docente può suggerire di iniziare da una traccia più semplice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250">
                <a:solidFill>
                  <a:srgbClr val="003548"/>
                </a:solidFill>
                <a:latin typeface="Arial"/>
              </a:rPr>
              <a:t>Ruoli consigliati a rotazione: </a:t>
            </a:r>
            <a:r>
              <a:rPr b="1" sz="1250">
                <a:solidFill>
                  <a:srgbClr val="003548"/>
                </a:solidFill>
                <a:latin typeface="Arial"/>
              </a:rPr>
              <a:t>architetto del grafo</a:t>
            </a:r>
            <a:r>
              <a:rPr b="0" sz="1250">
                <a:solidFill>
                  <a:srgbClr val="003548"/>
                </a:solidFill>
                <a:latin typeface="Arial"/>
              </a:rPr>
              <a:t>, </a:t>
            </a:r>
            <a:r>
              <a:rPr b="1" sz="1250">
                <a:solidFill>
                  <a:srgbClr val="003548"/>
                </a:solidFill>
                <a:latin typeface="Arial"/>
              </a:rPr>
              <a:t>DB &amp; tool</a:t>
            </a:r>
            <a:r>
              <a:rPr b="0" sz="1250">
                <a:solidFill>
                  <a:srgbClr val="003548"/>
                </a:solidFill>
                <a:latin typeface="Arial"/>
              </a:rPr>
              <a:t>, </a:t>
            </a:r>
            <a:r>
              <a:rPr b="1" sz="1250">
                <a:solidFill>
                  <a:srgbClr val="003548"/>
                </a:solidFill>
                <a:latin typeface="Arial"/>
              </a:rPr>
              <a:t>RAG &amp; prompt</a:t>
            </a:r>
            <a:r>
              <a:rPr b="0" sz="1250">
                <a:solidFill>
                  <a:srgbClr val="003548"/>
                </a:solidFill>
                <a:latin typeface="Arial"/>
              </a:rPr>
              <a:t>, </a:t>
            </a:r>
            <a:r>
              <a:rPr b="1" sz="1250">
                <a:solidFill>
                  <a:srgbClr val="003548"/>
                </a:solidFill>
                <a:latin typeface="Arial"/>
              </a:rPr>
              <a:t>test &amp; presentazione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40280"/>
            <a:ext cx="8229600" cy="731520"/>
          </a:xfrm>
        </p:spPr>
        <p:txBody>
          <a:bodyPr/>
          <a:lstStyle/>
          <a:p>
            <a:r>
              <a:t>PROJECT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73152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b="0" sz="1600">
                <a:solidFill>
                  <a:srgbClr val="005A77"/>
                </a:solidFill>
                <a:latin typeface="Arial"/>
              </a:rPr>
              <a:t>Giorni 3–7 · lavoro a gruppi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COME FUNZIONA IL PROJECT WORK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24</a:t>
            </a:fld>
          </a:p>
        </p:txBody>
      </p:sp>
      <p:sp>
        <p:nvSpPr>
          <p:cNvPr id="34" name="TextBox 33"/>
          <p:cNvSpPr txBox="1"/>
          <p:nvPr/>
        </p:nvSpPr>
        <p:spPr>
          <a:xfrm>
            <a:off x="457200" y="1051560"/>
            <a:ext cx="4114800" cy="3657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300">
                <a:solidFill>
                  <a:srgbClr val="003548"/>
                </a:solidFill>
                <a:latin typeface="Arial"/>
              </a:rPr>
              <a:t>4 tracce</a:t>
            </a:r>
            <a:r>
              <a:rPr b="0" sz="1300">
                <a:solidFill>
                  <a:srgbClr val="003548"/>
                </a:solidFill>
                <a:latin typeface="Arial"/>
              </a:rPr>
              <a:t> di difficoltà crescente (A → D), tutte su LangGraph + SQLite + RAG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300">
                <a:solidFill>
                  <a:srgbClr val="003548"/>
                </a:solidFill>
                <a:latin typeface="Arial"/>
              </a:rPr>
              <a:t>Il gruppo sceglie da quale partire e, finita una traccia, può affrontarne </a:t>
            </a:r>
            <a:r>
              <a:rPr b="1" sz="1300">
                <a:solidFill>
                  <a:srgbClr val="003548"/>
                </a:solidFill>
                <a:latin typeface="Arial"/>
              </a:rPr>
              <a:t>un'altra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300">
                <a:solidFill>
                  <a:srgbClr val="003548"/>
                </a:solidFill>
                <a:latin typeface="Arial"/>
              </a:rPr>
              <a:t>All'orale del giorno 7 si </a:t>
            </a:r>
            <a:r>
              <a:rPr b="1" sz="1300">
                <a:solidFill>
                  <a:srgbClr val="003548"/>
                </a:solidFill>
                <a:latin typeface="Arial"/>
              </a:rPr>
              <a:t>presenta una sola traccia</a:t>
            </a:r>
            <a:r>
              <a:rPr b="0" sz="1300">
                <a:solidFill>
                  <a:srgbClr val="003548"/>
                </a:solidFill>
                <a:latin typeface="Arial"/>
              </a:rPr>
              <a:t>, scelta dal gruppo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300">
                <a:solidFill>
                  <a:srgbClr val="003548"/>
                </a:solidFill>
                <a:latin typeface="Arial"/>
              </a:rPr>
              <a:t>Le tracce aggiuntive completate danno </a:t>
            </a:r>
            <a:r>
              <a:rPr b="1" sz="1300">
                <a:solidFill>
                  <a:srgbClr val="003548"/>
                </a:solidFill>
                <a:latin typeface="Arial"/>
              </a:rPr>
              <a:t>bonus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300">
                <a:solidFill>
                  <a:srgbClr val="003548"/>
                </a:solidFill>
                <a:latin typeface="Arial"/>
              </a:rPr>
              <a:t>Modello: locale, oppure Ollama Cloud per la demo (indicarlo nel README)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846320" y="1097280"/>
            <a:ext cx="640080" cy="731520"/>
          </a:xfrm>
          <a:prstGeom prst="roundRect">
            <a:avLst>
              <a:gd name="adj" fmla="val 30000"/>
            </a:avLst>
          </a:prstGeom>
          <a:solidFill>
            <a:srgbClr val="005A77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2000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23560" y="1097280"/>
            <a:ext cx="20116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003548"/>
                </a:solidFill>
                <a:latin typeface="Arial"/>
              </a:rPr>
              <a:t>TicketBot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23560" y="1444752"/>
            <a:ext cx="1828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300">
                <a:solidFill>
                  <a:srgbClr val="DF6426"/>
                </a:solidFill>
                <a:latin typeface="Arial"/>
              </a:rPr>
              <a:t>★★☆☆☆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1234439"/>
            <a:ext cx="12344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b="0" sz="1200">
                <a:solidFill>
                  <a:srgbClr val="005A77"/>
                </a:solidFill>
                <a:latin typeface="Arial"/>
              </a:rPr>
              <a:t>base 40 pt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46320" y="2011680"/>
            <a:ext cx="640080" cy="731520"/>
          </a:xfrm>
          <a:prstGeom prst="roundRect">
            <a:avLst>
              <a:gd name="adj" fmla="val 30000"/>
            </a:avLst>
          </a:prstGeom>
          <a:solidFill>
            <a:srgbClr val="DF6426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2000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23560" y="2011680"/>
            <a:ext cx="20116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003548"/>
                </a:solidFill>
                <a:latin typeface="Arial"/>
              </a:rPr>
              <a:t>Trattoria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23560" y="2359152"/>
            <a:ext cx="1828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300">
                <a:solidFill>
                  <a:srgbClr val="DF6426"/>
                </a:solidFill>
                <a:latin typeface="Arial"/>
              </a:rPr>
              <a:t>★★★☆☆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79" y="2148840"/>
            <a:ext cx="12344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b="0" sz="1200">
                <a:solidFill>
                  <a:srgbClr val="005A77"/>
                </a:solidFill>
                <a:latin typeface="Arial"/>
              </a:rPr>
              <a:t>base 50 pt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846320" y="2926080"/>
            <a:ext cx="640080" cy="731520"/>
          </a:xfrm>
          <a:prstGeom prst="roundRect">
            <a:avLst>
              <a:gd name="adj" fmla="val 30000"/>
            </a:avLst>
          </a:prstGeom>
          <a:solidFill>
            <a:srgbClr val="2E7D5B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2000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23560" y="2926080"/>
            <a:ext cx="20116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003548"/>
                </a:solidFill>
                <a:latin typeface="Arial"/>
              </a:rPr>
              <a:t>MediBook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23560" y="3273552"/>
            <a:ext cx="1828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300">
                <a:solidFill>
                  <a:srgbClr val="DF6426"/>
                </a:solidFill>
                <a:latin typeface="Arial"/>
              </a:rPr>
              <a:t>★★★★☆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79" y="3063240"/>
            <a:ext cx="12344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b="0" sz="1200">
                <a:solidFill>
                  <a:srgbClr val="005A77"/>
                </a:solidFill>
                <a:latin typeface="Arial"/>
              </a:rPr>
              <a:t>base 60 pt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846320" y="3840480"/>
            <a:ext cx="640080" cy="731520"/>
          </a:xfrm>
          <a:prstGeom prst="roundRect">
            <a:avLst>
              <a:gd name="adj" fmla="val 30000"/>
            </a:avLst>
          </a:prstGeom>
          <a:solidFill>
            <a:srgbClr val="8E44AD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2000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23560" y="3840480"/>
            <a:ext cx="20116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003548"/>
                </a:solidFill>
                <a:latin typeface="Arial"/>
              </a:rPr>
              <a:t>ShopCare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23560" y="4187952"/>
            <a:ext cx="1828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300">
                <a:solidFill>
                  <a:srgbClr val="DF6426"/>
                </a:solidFill>
                <a:latin typeface="Arial"/>
              </a:rPr>
              <a:t>★★★★★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98079" y="3977640"/>
            <a:ext cx="12344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b="0" sz="1200">
                <a:solidFill>
                  <a:srgbClr val="005A77"/>
                </a:solidFill>
                <a:latin typeface="Arial"/>
              </a:rPr>
              <a:t>base 70 pt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CALENDARIO E MILESTONE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25</a:t>
            </a:fld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457200" y="1051560"/>
          <a:ext cx="8229600" cy="3401568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822960"/>
                <a:gridCol w="4480560"/>
                <a:gridCol w="292608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  <a:latin typeface="Arial"/>
                        </a:rPr>
                        <a:t>Giorno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005A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  <a:latin typeface="Arial"/>
                        </a:rPr>
                        <a:t>Attività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005A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  <a:latin typeface="Arial"/>
                        </a:rPr>
                        <a:t>Milestone (verifica docente)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005A7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b="0" sz="1150">
                          <a:solidFill>
                            <a:srgbClr val="003548"/>
                          </a:solidFill>
                          <a:latin typeface="Arial"/>
                        </a:rPr>
                        <a:t>G3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50">
                          <a:solidFill>
                            <a:srgbClr val="003548"/>
                          </a:solidFill>
                          <a:latin typeface="Arial"/>
                        </a:rPr>
                        <a:t>Gruppi, scelta traccia, diagramma del grafo, schema DB, divisione compiti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50">
                          <a:solidFill>
                            <a:srgbClr val="003548"/>
                          </a:solidFill>
                          <a:latin typeface="Arial"/>
                        </a:rPr>
                        <a:t>Design review: grafo + schema approvati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b="0" sz="1150">
                          <a:solidFill>
                            <a:srgbClr val="003548"/>
                          </a:solidFill>
                          <a:latin typeface="Arial"/>
                        </a:rPr>
                        <a:t>G4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50">
                          <a:solidFill>
                            <a:srgbClr val="003548"/>
                          </a:solidFill>
                          <a:latin typeface="Arial"/>
                        </a:rPr>
                        <a:t>Database con seed, grafo base funzionante con LLM locale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50">
                          <a:solidFill>
                            <a:srgbClr val="003548"/>
                          </a:solidFill>
                          <a:latin typeface="Arial"/>
                        </a:rPr>
                        <a:t>Demo: una richiesta end-to-end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b="0" sz="1150">
                          <a:solidFill>
                            <a:srgbClr val="003548"/>
                          </a:solidFill>
                          <a:latin typeface="Arial"/>
                        </a:rPr>
                        <a:t>G5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50">
                          <a:solidFill>
                            <a:srgbClr val="003548"/>
                          </a:solidFill>
                          <a:latin typeface="Arial"/>
                        </a:rPr>
                        <a:t>RAG, human-in-the-loop, persistenza, ricevuta JSON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50">
                          <a:solidFill>
                            <a:srgbClr val="003548"/>
                          </a:solidFill>
                          <a:latin typeface="Arial"/>
                        </a:rPr>
                        <a:t>Demo intermedia: requisiti obbligatori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b="0" sz="1150">
                          <a:solidFill>
                            <a:srgbClr val="003548"/>
                          </a:solidFill>
                          <a:latin typeface="Arial"/>
                        </a:rPr>
                        <a:t>G6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50">
                          <a:solidFill>
                            <a:srgbClr val="003548"/>
                          </a:solidFill>
                          <a:latin typeface="Arial"/>
                        </a:rPr>
                        <a:t>Facoltativi, test, README, traccia aggiuntiva, slide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50">
                          <a:solidFill>
                            <a:srgbClr val="003548"/>
                          </a:solidFill>
                          <a:latin typeface="Arial"/>
                        </a:rPr>
                        <a:t>Feature freeze ore 16:00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b="0" sz="1150">
                          <a:solidFill>
                            <a:srgbClr val="003548"/>
                          </a:solidFill>
                          <a:latin typeface="Arial"/>
                        </a:rPr>
                        <a:t>G7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50">
                          <a:solidFill>
                            <a:srgbClr val="003548"/>
                          </a:solidFill>
                          <a:latin typeface="Arial"/>
                        </a:rPr>
                        <a:t>Consegna entro le 10:00, presentazioni orali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50">
                          <a:solidFill>
                            <a:srgbClr val="003548"/>
                          </a:solidFill>
                          <a:latin typeface="Arial"/>
                        </a:rPr>
                        <a:t>15' + 5' di domande per gruppo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REQUISITI COMUNI A TUTTE LE TRACCE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26</a:t>
            </a:fld>
          </a:p>
        </p:txBody>
      </p:sp>
      <p:sp>
        <p:nvSpPr>
          <p:cNvPr id="34" name="Rounded Rectangle 33"/>
          <p:cNvSpPr/>
          <p:nvPr/>
        </p:nvSpPr>
        <p:spPr>
          <a:xfrm>
            <a:off x="457200" y="1051560"/>
            <a:ext cx="4023360" cy="1115568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66928" y="1124712"/>
            <a:ext cx="380390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Grafo LangGraph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1508760"/>
            <a:ext cx="3803904" cy="612647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150">
                <a:solidFill>
                  <a:srgbClr val="DF6426"/>
                </a:solidFill>
                <a:latin typeface="Courier New"/>
              </a:rPr>
              <a:t>StateGraph</a:t>
            </a:r>
            <a:r>
              <a:rPr b="0" sz="1150">
                <a:solidFill>
                  <a:srgbClr val="003548"/>
                </a:solidFill>
                <a:latin typeface="Arial"/>
              </a:rPr>
              <a:t> progettato da voi (non solo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create_agent</a:t>
            </a:r>
            <a:r>
              <a:rPr b="0" sz="1150">
                <a:solidFill>
                  <a:srgbClr val="003548"/>
                </a:solidFill>
                <a:latin typeface="Arial"/>
              </a:rPr>
              <a:t>), diagramma Mermaid nel README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63440" y="1051560"/>
            <a:ext cx="4023360" cy="1115568"/>
          </a:xfrm>
          <a:prstGeom prst="roundRect">
            <a:avLst>
              <a:gd name="adj" fmla="val 8000"/>
            </a:avLst>
          </a:prstGeom>
          <a:solidFill>
            <a:srgbClr val="FCEEE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773168" y="1124712"/>
            <a:ext cx="380390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Database SQLite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73168" y="1508760"/>
            <a:ext cx="3803904" cy="612647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50">
                <a:solidFill>
                  <a:srgbClr val="003548"/>
                </a:solidFill>
                <a:latin typeface="Arial"/>
              </a:rPr>
              <a:t>schema pulito, chiavi primarie ed esterne, vincoli, seed; script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schema.sql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2286000"/>
            <a:ext cx="4023360" cy="1115568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66928" y="2359152"/>
            <a:ext cx="380390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Operazioni sicure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2743200"/>
            <a:ext cx="3803904" cy="612647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50">
                <a:solidFill>
                  <a:srgbClr val="003548"/>
                </a:solidFill>
                <a:latin typeface="Arial"/>
              </a:rPr>
              <a:t>query parametriche, calcoli nel codice, scritture in transazione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663440" y="2286000"/>
            <a:ext cx="4023360" cy="1115568"/>
          </a:xfrm>
          <a:prstGeom prst="roundRect">
            <a:avLst>
              <a:gd name="adj" fmla="val 8000"/>
            </a:avLst>
          </a:prstGeom>
          <a:solidFill>
            <a:srgbClr val="FCEEE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4773168" y="2359152"/>
            <a:ext cx="380390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RAG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73168" y="2743200"/>
            <a:ext cx="3803904" cy="612647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50">
                <a:solidFill>
                  <a:srgbClr val="003548"/>
                </a:solidFill>
                <a:latin typeface="Arial"/>
              </a:rPr>
              <a:t>sul PDF fornito, con citazione delle fonti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3520440"/>
            <a:ext cx="4023360" cy="1115568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566928" y="3593592"/>
            <a:ext cx="380390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Output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3977640"/>
            <a:ext cx="3803904" cy="612647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50">
                <a:solidFill>
                  <a:srgbClr val="003548"/>
                </a:solidFill>
                <a:latin typeface="Arial"/>
              </a:rPr>
              <a:t>ricevuta / record finale in formato </a:t>
            </a:r>
            <a:r>
              <a:rPr b="1" sz="1150">
                <a:solidFill>
                  <a:srgbClr val="003548"/>
                </a:solidFill>
                <a:latin typeface="Arial"/>
              </a:rPr>
              <a:t>JSON</a:t>
            </a:r>
            <a:r>
              <a:rPr b="0" sz="1150">
                <a:solidFill>
                  <a:srgbClr val="003548"/>
                </a:solidFill>
                <a:latin typeface="Arial"/>
              </a:rPr>
              <a:t> salvato su file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663440" y="3520440"/>
            <a:ext cx="4023360" cy="1115568"/>
          </a:xfrm>
          <a:prstGeom prst="roundRect">
            <a:avLst>
              <a:gd name="adj" fmla="val 8000"/>
            </a:avLst>
          </a:prstGeom>
          <a:solidFill>
            <a:srgbClr val="FCEEE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773168" y="3593592"/>
            <a:ext cx="380390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Progetto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73168" y="3977640"/>
            <a:ext cx="3803904" cy="612647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150">
                <a:solidFill>
                  <a:srgbClr val="DF6426"/>
                </a:solidFill>
                <a:latin typeface="Courier New"/>
              </a:rPr>
              <a:t>config.py</a:t>
            </a:r>
            <a:r>
              <a:rPr b="0" sz="1150">
                <a:solidFill>
                  <a:srgbClr val="003548"/>
                </a:solidFill>
                <a:latin typeface="Arial"/>
              </a:rPr>
              <a:t> unico,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requirements.txt</a:t>
            </a:r>
            <a:r>
              <a:rPr b="0" sz="1150">
                <a:solidFill>
                  <a:srgbClr val="003548"/>
                </a:solidFill>
                <a:latin typeface="Arial"/>
              </a:rPr>
              <a:t>, README con istruzioni e modello usato; nessuna chiave nel codice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TRACCIA A – TICKETBOT HELP DESK IT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27</a:t>
            </a:fld>
          </a:p>
        </p:txBody>
      </p:sp>
      <p:sp>
        <p:nvSpPr>
          <p:cNvPr id="34" name="TextBox 33"/>
          <p:cNvSpPr txBox="1"/>
          <p:nvPr/>
        </p:nvSpPr>
        <p:spPr>
          <a:xfrm>
            <a:off x="457200" y="960120"/>
            <a:ext cx="1645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600">
                <a:solidFill>
                  <a:srgbClr val="DF6426"/>
                </a:solidFill>
                <a:latin typeface="Arial"/>
              </a:rPr>
              <a:t>★★☆☆☆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1325880"/>
            <a:ext cx="822960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300">
                <a:solidFill>
                  <a:srgbClr val="003548"/>
                </a:solidFill>
                <a:latin typeface="Arial"/>
              </a:rPr>
              <a:t>NovaTech vuole un assistente che riceve le richieste dei dipendenti, le </a:t>
            </a:r>
            <a:r>
              <a:rPr b="1" sz="1300">
                <a:solidFill>
                  <a:srgbClr val="003548"/>
                </a:solidFill>
                <a:latin typeface="Arial"/>
              </a:rPr>
              <a:t>classifica</a:t>
            </a:r>
            <a:r>
              <a:rPr b="0" sz="1300">
                <a:solidFill>
                  <a:srgbClr val="003548"/>
                </a:solidFill>
                <a:latin typeface="Arial"/>
              </a:rPr>
              <a:t>, propone una soluzione dalla knowledge base e </a:t>
            </a:r>
            <a:r>
              <a:rPr b="1" sz="1300">
                <a:solidFill>
                  <a:srgbClr val="003548"/>
                </a:solidFill>
                <a:latin typeface="Arial"/>
              </a:rPr>
              <a:t>apre un ticket</a:t>
            </a:r>
            <a:r>
              <a:rPr b="0" sz="1300">
                <a:solidFill>
                  <a:srgbClr val="003548"/>
                </a:solidFill>
                <a:latin typeface="Arial"/>
              </a:rPr>
              <a:t> con priorità e scadenza calcolata dagli SLA.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2514600"/>
            <a:ext cx="3657600" cy="224028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66928" y="2587752"/>
            <a:ext cx="343814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Materiale fornito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2971800"/>
            <a:ext cx="3438144" cy="1737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150">
                <a:solidFill>
                  <a:srgbClr val="DF6426"/>
                </a:solidFill>
                <a:latin typeface="Courier New"/>
              </a:rPr>
              <a:t>A_kb_helpdesk_novatech.pdf</a:t>
            </a:r>
          </a:p>
          <a:p>
            <a:pPr algn="l">
              <a:spcAft>
                <a:spcPts val="400"/>
              </a:spcAft>
            </a:pPr>
            <a:r>
              <a:rPr b="0" sz="1150">
                <a:solidFill>
                  <a:srgbClr val="003548"/>
                </a:solidFill>
                <a:latin typeface="Arial"/>
              </a:rPr>
              <a:t>Da usare come base di conoscenza per il RAG.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97680" y="2514600"/>
            <a:ext cx="4434840" cy="1523999"/>
          </a:xfrm>
          <a:prstGeom prst="roundRect">
            <a:avLst>
              <a:gd name="adj" fmla="val 4000"/>
            </a:avLst>
          </a:prstGeom>
          <a:solidFill>
            <a:srgbClr val="0B2B38"/>
          </a:solidFill>
          <a:ln>
            <a:noFill/>
          </a:ln>
        </p:spPr>
        <p:txBody>
          <a:bodyPr rtlCol="0" anchor="t" wrap="square" lIns="128016" rIns="128016" tIns="91440" bIns="54864"/>
          <a:lstStyle/>
          <a:p>
            <a:pPr algn="l"/>
            <a:r>
              <a:rPr sz="1150" b="1">
                <a:solidFill>
                  <a:srgbClr val="F5C96A"/>
                </a:solidFill>
                <a:latin typeface="Arial"/>
              </a:rPr>
              <a:t>Schema minimo (estendibile)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dipendenti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id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nome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email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 b="1">
                <a:solidFill>
                  <a:srgbClr val="F28C4F"/>
                </a:solidFill>
                <a:latin typeface="Courier New"/>
              </a:rPr>
              <a:t>UNIQUE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reparto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categorie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id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nome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sla_ore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tickets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id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dipendente_id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→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dipendenti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        </a:t>
            </a:r>
            <a:r>
              <a:rPr sz="1200">
                <a:solidFill>
                  <a:srgbClr val="E8EEF1"/>
                </a:solidFill>
                <a:latin typeface="Courier New"/>
              </a:rPr>
              <a:t>categoria_id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→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categorie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priorita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        </a:t>
            </a:r>
            <a:r>
              <a:rPr sz="1200">
                <a:solidFill>
                  <a:srgbClr val="E8EEF1"/>
                </a:solidFill>
                <a:latin typeface="Courier New"/>
              </a:rPr>
              <a:t>descrizione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soluzione_proposta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        </a:t>
            </a:r>
            <a:r>
              <a:rPr sz="1200">
                <a:solidFill>
                  <a:srgbClr val="E8EEF1"/>
                </a:solidFill>
                <a:latin typeface="Courier New"/>
              </a:rPr>
              <a:t>stato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creato_il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scadenza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TRACCIA A – REQUISITI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28</a:t>
            </a:fld>
          </a:p>
        </p:txBody>
      </p:sp>
      <p:sp>
        <p:nvSpPr>
          <p:cNvPr id="34" name="Rounded Rectangle 33"/>
          <p:cNvSpPr/>
          <p:nvPr/>
        </p:nvSpPr>
        <p:spPr>
          <a:xfrm>
            <a:off x="457200" y="1051560"/>
            <a:ext cx="5029200" cy="37033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66928" y="1124712"/>
            <a:ext cx="480974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Obbligatori · 40 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1508760"/>
            <a:ext cx="4809744" cy="3200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00">
                <a:solidFill>
                  <a:srgbClr val="003548"/>
                </a:solidFill>
                <a:latin typeface="Arial"/>
              </a:rPr>
              <a:t>Identificazione del dipendente via email (SELECT); se non esiste, il flusso si interrompe con un messaggio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00">
                <a:solidFill>
                  <a:srgbClr val="003548"/>
                </a:solidFill>
                <a:latin typeface="Arial"/>
              </a:rPr>
              <a:t>Nodo di classificazione con output strutturato: categoria, priorità 1–4, sintesi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00">
                <a:solidFill>
                  <a:srgbClr val="003548"/>
                </a:solidFill>
                <a:latin typeface="Arial"/>
              </a:rPr>
              <a:t>Routing condizionale per categoria verso nodi specializzati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00">
                <a:solidFill>
                  <a:srgbClr val="003548"/>
                </a:solidFill>
                <a:latin typeface="Arial"/>
              </a:rPr>
              <a:t>Soluzione proposta con RAG sulla KB, con citazione della sezione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00">
                <a:solidFill>
                  <a:srgbClr val="003548"/>
                </a:solidFill>
                <a:latin typeface="Arial"/>
              </a:rPr>
              <a:t>INSERT del ticket con scadenza calcolata </a:t>
            </a:r>
            <a:r>
              <a:rPr b="1" sz="1100">
                <a:solidFill>
                  <a:srgbClr val="003548"/>
                </a:solidFill>
                <a:latin typeface="Arial"/>
              </a:rPr>
              <a:t>nel codice</a:t>
            </a:r>
            <a:r>
              <a:rPr b="0" sz="1100">
                <a:solidFill>
                  <a:srgbClr val="003548"/>
                </a:solidFill>
                <a:latin typeface="Arial"/>
              </a:rPr>
              <a:t> dagli SLA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00">
                <a:solidFill>
                  <a:srgbClr val="003548"/>
                </a:solidFill>
                <a:latin typeface="Arial"/>
              </a:rPr>
              <a:t>Ricevuta JSON del ticket; almeno 3 richieste di prova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23560" y="1051560"/>
            <a:ext cx="3108960" cy="3703320"/>
          </a:xfrm>
          <a:prstGeom prst="roundRect">
            <a:avLst>
              <a:gd name="adj" fmla="val 8000"/>
            </a:avLst>
          </a:prstGeom>
          <a:solidFill>
            <a:srgbClr val="FCEEE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5733288" y="1124712"/>
            <a:ext cx="288950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Facoltativi · +5 pt ciascuno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33288" y="1508760"/>
            <a:ext cx="2889504" cy="3200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00">
                <a:solidFill>
                  <a:srgbClr val="003548"/>
                </a:solidFill>
                <a:latin typeface="Arial"/>
              </a:rPr>
              <a:t>Priorità 4: conferma escalation con </a:t>
            </a:r>
            <a:r>
              <a:rPr b="1" sz="1100">
                <a:solidFill>
                  <a:srgbClr val="DF6426"/>
                </a:solidFill>
                <a:latin typeface="Courier New"/>
              </a:rPr>
              <a:t>interrupt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00">
                <a:solidFill>
                  <a:srgbClr val="003548"/>
                </a:solidFill>
                <a:latin typeface="Arial"/>
              </a:rPr>
              <a:t>Chat multi-turno con checkpointer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00">
                <a:solidFill>
                  <a:srgbClr val="003548"/>
                </a:solidFill>
                <a:latin typeface="Arial"/>
              </a:rPr>
              <a:t>"Problema risolto?" → stato chiuso_autonomamente / aperto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00">
                <a:solidFill>
                  <a:srgbClr val="003548"/>
                </a:solidFill>
                <a:latin typeface="Arial"/>
              </a:rPr>
              <a:t>Report riepilogativo ticket per categoria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00">
                <a:solidFill>
                  <a:srgbClr val="003548"/>
                </a:solidFill>
                <a:latin typeface="Arial"/>
              </a:rPr>
              <a:t>Test pytest dei nodi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TRACCIA B – TRATTORIA AGENTICA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29</a:t>
            </a:fld>
          </a:p>
        </p:txBody>
      </p:sp>
      <p:sp>
        <p:nvSpPr>
          <p:cNvPr id="34" name="TextBox 33"/>
          <p:cNvSpPr txBox="1"/>
          <p:nvPr/>
        </p:nvSpPr>
        <p:spPr>
          <a:xfrm>
            <a:off x="457200" y="960120"/>
            <a:ext cx="1645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600">
                <a:solidFill>
                  <a:srgbClr val="DF6426"/>
                </a:solidFill>
                <a:latin typeface="Arial"/>
              </a:rPr>
              <a:t>★★★☆☆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1325880"/>
            <a:ext cx="822960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300">
                <a:solidFill>
                  <a:srgbClr val="003548"/>
                </a:solidFill>
                <a:latin typeface="Arial"/>
              </a:rPr>
              <a:t>La trattoria "Da Nonna Rosa" vuole un chatbot che risponda su </a:t>
            </a:r>
            <a:r>
              <a:rPr b="1" sz="1300">
                <a:solidFill>
                  <a:srgbClr val="003548"/>
                </a:solidFill>
                <a:latin typeface="Arial"/>
              </a:rPr>
              <a:t>menù, allergeni e regole</a:t>
            </a:r>
            <a:r>
              <a:rPr b="0" sz="1300">
                <a:solidFill>
                  <a:srgbClr val="003548"/>
                </a:solidFill>
                <a:latin typeface="Arial"/>
              </a:rPr>
              <a:t> e gestisca le </a:t>
            </a:r>
            <a:r>
              <a:rPr b="1" sz="1300">
                <a:solidFill>
                  <a:srgbClr val="003548"/>
                </a:solidFill>
                <a:latin typeface="Arial"/>
              </a:rPr>
              <a:t>prenotazioni</a:t>
            </a:r>
            <a:r>
              <a:rPr b="0" sz="1300">
                <a:solidFill>
                  <a:srgbClr val="003548"/>
                </a:solidFill>
                <a:latin typeface="Arial"/>
              </a:rPr>
              <a:t> dei tavoli in conversazione, verificando la disponibilità reale.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2514600"/>
            <a:ext cx="3657600" cy="224028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66928" y="2587752"/>
            <a:ext cx="343814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Materiale fornito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2971800"/>
            <a:ext cx="3438144" cy="1737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150">
                <a:solidFill>
                  <a:srgbClr val="DF6426"/>
                </a:solidFill>
                <a:latin typeface="Courier New"/>
              </a:rPr>
              <a:t>B_menu_trattoria_nonna_rosa.pdf</a:t>
            </a:r>
          </a:p>
          <a:p>
            <a:pPr algn="l">
              <a:spcAft>
                <a:spcPts val="400"/>
              </a:spcAft>
            </a:pPr>
            <a:r>
              <a:rPr b="0" sz="1150">
                <a:solidFill>
                  <a:srgbClr val="003548"/>
                </a:solidFill>
                <a:latin typeface="Arial"/>
              </a:rPr>
              <a:t>Da usare come base di conoscenza per il RAG.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97680" y="2514600"/>
            <a:ext cx="4434840" cy="1523999"/>
          </a:xfrm>
          <a:prstGeom prst="roundRect">
            <a:avLst>
              <a:gd name="adj" fmla="val 4000"/>
            </a:avLst>
          </a:prstGeom>
          <a:solidFill>
            <a:srgbClr val="0B2B38"/>
          </a:solidFill>
          <a:ln>
            <a:noFill/>
          </a:ln>
        </p:spPr>
        <p:txBody>
          <a:bodyPr rtlCol="0" anchor="t" wrap="square" lIns="128016" rIns="128016" tIns="91440" bIns="54864"/>
          <a:lstStyle/>
          <a:p>
            <a:pPr algn="l"/>
            <a:r>
              <a:rPr sz="1150" b="1">
                <a:solidFill>
                  <a:srgbClr val="F5C96A"/>
                </a:solidFill>
                <a:latin typeface="Arial"/>
              </a:rPr>
              <a:t>Schema minimo (estendibile)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tavoli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id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posti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zona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turni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id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nome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orario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clienti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id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nome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telefono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 b="1">
                <a:solidFill>
                  <a:srgbClr val="F28C4F"/>
                </a:solidFill>
                <a:latin typeface="Courier New"/>
              </a:rPr>
              <a:t>UNIQUE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prenotazioni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id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cliente_id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→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clienti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   </a:t>
            </a:r>
            <a:r>
              <a:rPr sz="1200">
                <a:solidFill>
                  <a:srgbClr val="E8EEF1"/>
                </a:solidFill>
                <a:latin typeface="Courier New"/>
              </a:rPr>
              <a:t>tavolo_id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→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tavoli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turno_id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→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turni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   </a:t>
            </a:r>
            <a:r>
              <a:rPr sz="1200" b="1">
                <a:solidFill>
                  <a:srgbClr val="F28C4F"/>
                </a:solidFill>
                <a:latin typeface="Courier New"/>
              </a:rPr>
              <a:t>data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persone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note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stato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TRACCIA B – REQUISITI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30</a:t>
            </a:fld>
          </a:p>
        </p:txBody>
      </p:sp>
      <p:sp>
        <p:nvSpPr>
          <p:cNvPr id="34" name="Rounded Rectangle 33"/>
          <p:cNvSpPr/>
          <p:nvPr/>
        </p:nvSpPr>
        <p:spPr>
          <a:xfrm>
            <a:off x="457200" y="1051560"/>
            <a:ext cx="5029200" cy="37033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66928" y="1124712"/>
            <a:ext cx="480974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Obbligatori · 50 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1508760"/>
            <a:ext cx="4809744" cy="3200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00">
                <a:solidFill>
                  <a:srgbClr val="003548"/>
                </a:solidFill>
                <a:latin typeface="Arial"/>
              </a:rPr>
              <a:t>Agente conversazionale con memoria (checkpointer + thread_id)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00">
                <a:solidFill>
                  <a:srgbClr val="003548"/>
                </a:solidFill>
                <a:latin typeface="Arial"/>
              </a:rPr>
              <a:t>Almeno 4 tool: </a:t>
            </a:r>
            <a:r>
              <a:rPr b="1" sz="1100">
                <a:solidFill>
                  <a:srgbClr val="DF6426"/>
                </a:solidFill>
                <a:latin typeface="Courier New"/>
              </a:rPr>
              <a:t>cerca_menu</a:t>
            </a:r>
            <a:r>
              <a:rPr b="0" sz="1100">
                <a:solidFill>
                  <a:srgbClr val="003548"/>
                </a:solidFill>
                <a:latin typeface="Arial"/>
              </a:rPr>
              <a:t> (RAG), </a:t>
            </a:r>
            <a:r>
              <a:rPr b="1" sz="1100">
                <a:solidFill>
                  <a:srgbClr val="DF6426"/>
                </a:solidFill>
                <a:latin typeface="Courier New"/>
              </a:rPr>
              <a:t>verifica_disponibilita</a:t>
            </a:r>
            <a:r>
              <a:rPr b="0" sz="1100">
                <a:solidFill>
                  <a:srgbClr val="003548"/>
                </a:solidFill>
                <a:latin typeface="Arial"/>
              </a:rPr>
              <a:t>, </a:t>
            </a:r>
            <a:r>
              <a:rPr b="1" sz="1100">
                <a:solidFill>
                  <a:srgbClr val="DF6426"/>
                </a:solidFill>
                <a:latin typeface="Courier New"/>
              </a:rPr>
              <a:t>crea_prenotazione</a:t>
            </a:r>
            <a:r>
              <a:rPr b="0" sz="1100">
                <a:solidFill>
                  <a:srgbClr val="003548"/>
                </a:solidFill>
                <a:latin typeface="Arial"/>
              </a:rPr>
              <a:t>, </a:t>
            </a:r>
            <a:r>
              <a:rPr b="1" sz="1100">
                <a:solidFill>
                  <a:srgbClr val="DF6426"/>
                </a:solidFill>
                <a:latin typeface="Courier New"/>
              </a:rPr>
              <a:t>annulla_o_consulta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00">
                <a:solidFill>
                  <a:srgbClr val="003548"/>
                </a:solidFill>
                <a:latin typeface="Arial"/>
              </a:rPr>
              <a:t>Disponibilità calcolata nel codice: tavolo libero con posti ≥ persone nel turno richiesto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00">
                <a:solidFill>
                  <a:srgbClr val="003548"/>
                </a:solidFill>
                <a:latin typeface="Arial"/>
              </a:rPr>
              <a:t>Validazioni: data non passata, lunedì chiuso, 1–12 persone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100">
                <a:solidFill>
                  <a:srgbClr val="DF6426"/>
                </a:solidFill>
                <a:latin typeface="Courier New"/>
              </a:rPr>
              <a:t>interrupt</a:t>
            </a:r>
            <a:r>
              <a:rPr b="0" sz="1100">
                <a:solidFill>
                  <a:srgbClr val="003548"/>
                </a:solidFill>
                <a:latin typeface="Arial"/>
              </a:rPr>
              <a:t> di conferma prima dell'INSERT; ricevuta JSON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00">
                <a:solidFill>
                  <a:srgbClr val="003548"/>
                </a:solidFill>
                <a:latin typeface="Arial"/>
              </a:rPr>
              <a:t>Risposte sugli allergeni solo dal PDF (niente invenzioni)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23560" y="1051560"/>
            <a:ext cx="3108960" cy="3703320"/>
          </a:xfrm>
          <a:prstGeom prst="roundRect">
            <a:avLst>
              <a:gd name="adj" fmla="val 8000"/>
            </a:avLst>
          </a:prstGeom>
          <a:solidFill>
            <a:srgbClr val="FCEEE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5733288" y="1124712"/>
            <a:ext cx="288950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Facoltativi · +5 pt ciascuno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33288" y="1508760"/>
            <a:ext cx="2889504" cy="3200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100">
                <a:solidFill>
                  <a:srgbClr val="DF6426"/>
                </a:solidFill>
                <a:latin typeface="Courier New"/>
              </a:rPr>
              <a:t>SqliteSaver</a:t>
            </a:r>
            <a:r>
              <a:rPr b="0" sz="1100">
                <a:solidFill>
                  <a:srgbClr val="003548"/>
                </a:solidFill>
                <a:latin typeface="Arial"/>
              </a:rPr>
              <a:t>: la chat riprende dopo il riavvio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00">
                <a:solidFill>
                  <a:srgbClr val="003548"/>
                </a:solidFill>
                <a:latin typeface="Arial"/>
              </a:rPr>
              <a:t>Store: allergie del cliente ricordate tra conversazioni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00">
                <a:solidFill>
                  <a:srgbClr val="003548"/>
                </a:solidFill>
                <a:latin typeface="Arial"/>
              </a:rPr>
              <a:t>Gruppi &gt; 8: regola acconto dal PDF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00">
                <a:solidFill>
                  <a:srgbClr val="003548"/>
                </a:solidFill>
                <a:latin typeface="Arial"/>
              </a:rPr>
              <a:t>Streaming dei token in output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00">
                <a:solidFill>
                  <a:srgbClr val="003548"/>
                </a:solidFill>
                <a:latin typeface="Arial"/>
              </a:rPr>
              <a:t>Grafo custom al posto di </a:t>
            </a:r>
            <a:r>
              <a:rPr b="1" sz="1100">
                <a:solidFill>
                  <a:srgbClr val="DF6426"/>
                </a:solidFill>
                <a:latin typeface="Courier New"/>
              </a:rPr>
              <a:t>create_agent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TRACCIA C – MEDIBOOK POLIAMBULATORIO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31</a:t>
            </a:fld>
          </a:p>
        </p:txBody>
      </p:sp>
      <p:sp>
        <p:nvSpPr>
          <p:cNvPr id="34" name="TextBox 33"/>
          <p:cNvSpPr txBox="1"/>
          <p:nvPr/>
        </p:nvSpPr>
        <p:spPr>
          <a:xfrm>
            <a:off x="457200" y="960120"/>
            <a:ext cx="1645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600">
                <a:solidFill>
                  <a:srgbClr val="DF6426"/>
                </a:solidFill>
                <a:latin typeface="Arial"/>
              </a:rPr>
              <a:t>★★★★☆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1325880"/>
            <a:ext cx="822960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300">
                <a:solidFill>
                  <a:srgbClr val="003548"/>
                </a:solidFill>
                <a:latin typeface="Arial"/>
              </a:rPr>
              <a:t>Il poliambulatorio Salus Levante vuole un sistema </a:t>
            </a:r>
            <a:r>
              <a:rPr b="1" sz="1300">
                <a:solidFill>
                  <a:srgbClr val="003548"/>
                </a:solidFill>
                <a:latin typeface="Arial"/>
              </a:rPr>
              <a:t>multi-agente</a:t>
            </a:r>
            <a:r>
              <a:rPr b="0" sz="1300">
                <a:solidFill>
                  <a:srgbClr val="003548"/>
                </a:solidFill>
                <a:latin typeface="Arial"/>
              </a:rPr>
              <a:t>: un agente informativo sulla carta dei servizi e un agente di prenotazione visite, coordinati da un router, con un </a:t>
            </a:r>
            <a:r>
              <a:rPr b="1" sz="1300">
                <a:solidFill>
                  <a:srgbClr val="003548"/>
                </a:solidFill>
                <a:latin typeface="Arial"/>
              </a:rPr>
              <a:t>guardrail sanitario</a:t>
            </a:r>
            <a:r>
              <a:rPr b="0" sz="1300">
                <a:solidFill>
                  <a:srgbClr val="003548"/>
                </a:solidFill>
                <a:latin typeface="Arial"/>
              </a:rPr>
              <a:t>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2514600"/>
            <a:ext cx="3657600" cy="224028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66928" y="2587752"/>
            <a:ext cx="343814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Materiale fornito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2971800"/>
            <a:ext cx="3438144" cy="1737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150">
                <a:solidFill>
                  <a:srgbClr val="DF6426"/>
                </a:solidFill>
                <a:latin typeface="Courier New"/>
              </a:rPr>
              <a:t>C_carta_servizi_poliambulatorio.pdf</a:t>
            </a:r>
          </a:p>
          <a:p>
            <a:pPr algn="l">
              <a:spcAft>
                <a:spcPts val="400"/>
              </a:spcAft>
            </a:pPr>
            <a:r>
              <a:rPr b="0" sz="1150">
                <a:solidFill>
                  <a:srgbClr val="003548"/>
                </a:solidFill>
                <a:latin typeface="Arial"/>
              </a:rPr>
              <a:t>Da usare come base di conoscenza per il RAG.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97680" y="2514600"/>
            <a:ext cx="4434840" cy="1419098"/>
          </a:xfrm>
          <a:prstGeom prst="roundRect">
            <a:avLst>
              <a:gd name="adj" fmla="val 4000"/>
            </a:avLst>
          </a:prstGeom>
          <a:solidFill>
            <a:srgbClr val="0B2B38"/>
          </a:solidFill>
          <a:ln>
            <a:noFill/>
          </a:ln>
        </p:spPr>
        <p:txBody>
          <a:bodyPr rtlCol="0" anchor="t" wrap="square" lIns="128016" rIns="128016" tIns="91440" bIns="54864"/>
          <a:lstStyle/>
          <a:p>
            <a:pPr algn="l"/>
            <a:r>
              <a:rPr sz="1050" b="1">
                <a:solidFill>
                  <a:srgbClr val="F5C96A"/>
                </a:solidFill>
                <a:latin typeface="Arial"/>
              </a:rPr>
              <a:t>Schema minimo (estendibile)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8EEF1"/>
                </a:solidFill>
                <a:latin typeface="Courier New"/>
              </a:rPr>
              <a:t>specialita</a:t>
            </a:r>
            <a:r>
              <a:rPr sz="1100">
                <a:solidFill>
                  <a:srgbClr val="E8EEF1"/>
                </a:solidFill>
                <a:latin typeface="Courier New"/>
              </a:rPr>
              <a:t>(</a:t>
            </a:r>
            <a:r>
              <a:rPr sz="1100">
                <a:solidFill>
                  <a:srgbClr val="E8EEF1"/>
                </a:solidFill>
                <a:latin typeface="Courier New"/>
              </a:rPr>
              <a:t>id</a:t>
            </a:r>
            <a:r>
              <a:rPr sz="1100">
                <a:solidFill>
                  <a:srgbClr val="E8EEF1"/>
                </a:solidFill>
                <a:latin typeface="Courier New"/>
              </a:rPr>
              <a:t>,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nome</a:t>
            </a:r>
            <a:r>
              <a:rPr sz="1100">
                <a:solidFill>
                  <a:srgbClr val="E8EEF1"/>
                </a:solidFill>
                <a:latin typeface="Courier New"/>
              </a:rPr>
              <a:t>,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costo_visita</a:t>
            </a:r>
            <a:r>
              <a:rPr sz="11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8EEF1"/>
                </a:solidFill>
                <a:latin typeface="Courier New"/>
              </a:rPr>
              <a:t>medici</a:t>
            </a:r>
            <a:r>
              <a:rPr sz="1100">
                <a:solidFill>
                  <a:srgbClr val="E8EEF1"/>
                </a:solidFill>
                <a:latin typeface="Courier New"/>
              </a:rPr>
              <a:t>(</a:t>
            </a:r>
            <a:r>
              <a:rPr sz="1100">
                <a:solidFill>
                  <a:srgbClr val="E8EEF1"/>
                </a:solidFill>
                <a:latin typeface="Courier New"/>
              </a:rPr>
              <a:t>id</a:t>
            </a:r>
            <a:r>
              <a:rPr sz="1100">
                <a:solidFill>
                  <a:srgbClr val="E8EEF1"/>
                </a:solidFill>
                <a:latin typeface="Courier New"/>
              </a:rPr>
              <a:t>,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nome</a:t>
            </a:r>
            <a:r>
              <a:rPr sz="1100">
                <a:solidFill>
                  <a:srgbClr val="E8EEF1"/>
                </a:solidFill>
                <a:latin typeface="Courier New"/>
              </a:rPr>
              <a:t>,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specialita_id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→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specialita</a:t>
            </a:r>
            <a:r>
              <a:rPr sz="11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8EEF1"/>
                </a:solidFill>
                <a:latin typeface="Courier New"/>
              </a:rPr>
              <a:t>slot</a:t>
            </a:r>
            <a:r>
              <a:rPr sz="1100">
                <a:solidFill>
                  <a:srgbClr val="E8EEF1"/>
                </a:solidFill>
                <a:latin typeface="Courier New"/>
              </a:rPr>
              <a:t>(</a:t>
            </a:r>
            <a:r>
              <a:rPr sz="1100">
                <a:solidFill>
                  <a:srgbClr val="E8EEF1"/>
                </a:solidFill>
                <a:latin typeface="Courier New"/>
              </a:rPr>
              <a:t>id</a:t>
            </a:r>
            <a:r>
              <a:rPr sz="1100">
                <a:solidFill>
                  <a:srgbClr val="E8EEF1"/>
                </a:solidFill>
                <a:latin typeface="Courier New"/>
              </a:rPr>
              <a:t>,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medico_id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→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medici</a:t>
            </a:r>
            <a:r>
              <a:rPr sz="1100">
                <a:solidFill>
                  <a:srgbClr val="E8EEF1"/>
                </a:solidFill>
                <a:latin typeface="Courier New"/>
              </a:rPr>
              <a:t>,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data_ora</a:t>
            </a:r>
            <a:r>
              <a:rPr sz="1100">
                <a:solidFill>
                  <a:srgbClr val="E8EEF1"/>
                </a:solidFill>
                <a:latin typeface="Courier New"/>
              </a:rPr>
              <a:t>,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libero</a:t>
            </a:r>
            <a:r>
              <a:rPr sz="11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8EEF1"/>
                </a:solidFill>
                <a:latin typeface="Courier New"/>
              </a:rPr>
              <a:t>pazienti</a:t>
            </a:r>
            <a:r>
              <a:rPr sz="1100">
                <a:solidFill>
                  <a:srgbClr val="E8EEF1"/>
                </a:solidFill>
                <a:latin typeface="Courier New"/>
              </a:rPr>
              <a:t>(</a:t>
            </a:r>
            <a:r>
              <a:rPr sz="1100">
                <a:solidFill>
                  <a:srgbClr val="E8EEF1"/>
                </a:solidFill>
                <a:latin typeface="Courier New"/>
              </a:rPr>
              <a:t>id</a:t>
            </a:r>
            <a:r>
              <a:rPr sz="1100">
                <a:solidFill>
                  <a:srgbClr val="E8EEF1"/>
                </a:solidFill>
                <a:latin typeface="Courier New"/>
              </a:rPr>
              <a:t>,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nome</a:t>
            </a:r>
            <a:r>
              <a:rPr sz="1100">
                <a:solidFill>
                  <a:srgbClr val="E8EEF1"/>
                </a:solidFill>
                <a:latin typeface="Courier New"/>
              </a:rPr>
              <a:t>,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codice_fiscale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 b="1">
                <a:solidFill>
                  <a:srgbClr val="F28C4F"/>
                </a:solidFill>
                <a:latin typeface="Courier New"/>
              </a:rPr>
              <a:t>UNIQUE</a:t>
            </a:r>
            <a:r>
              <a:rPr sz="11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8EEF1"/>
                </a:solidFill>
                <a:latin typeface="Courier New"/>
              </a:rPr>
              <a:t>prenotazioni</a:t>
            </a:r>
            <a:r>
              <a:rPr sz="1100">
                <a:solidFill>
                  <a:srgbClr val="E8EEF1"/>
                </a:solidFill>
                <a:latin typeface="Courier New"/>
              </a:rPr>
              <a:t>(</a:t>
            </a:r>
            <a:r>
              <a:rPr sz="1100">
                <a:solidFill>
                  <a:srgbClr val="E8EEF1"/>
                </a:solidFill>
                <a:latin typeface="Courier New"/>
              </a:rPr>
              <a:t>id</a:t>
            </a:r>
            <a:r>
              <a:rPr sz="1100">
                <a:solidFill>
                  <a:srgbClr val="E8EEF1"/>
                </a:solidFill>
                <a:latin typeface="Courier New"/>
              </a:rPr>
              <a:t>,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paziente_id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→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pazienti</a:t>
            </a:r>
            <a:r>
              <a:rPr sz="1100">
                <a:solidFill>
                  <a:srgbClr val="E8EEF1"/>
                </a:solidFill>
                <a:latin typeface="Courier New"/>
              </a:rPr>
              <a:t>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8EEF1"/>
                </a:solidFill>
                <a:latin typeface="Courier New"/>
              </a:rPr>
              <a:t>   </a:t>
            </a:r>
            <a:r>
              <a:rPr sz="1100">
                <a:solidFill>
                  <a:srgbClr val="E8EEF1"/>
                </a:solidFill>
                <a:latin typeface="Courier New"/>
              </a:rPr>
              <a:t>slot_id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→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slot</a:t>
            </a:r>
            <a:r>
              <a:rPr sz="1100">
                <a:solidFill>
                  <a:srgbClr val="E8EEF1"/>
                </a:solidFill>
                <a:latin typeface="Courier New"/>
              </a:rPr>
              <a:t>,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stato</a:t>
            </a:r>
            <a:r>
              <a:rPr sz="1100">
                <a:solidFill>
                  <a:srgbClr val="E8EEF1"/>
                </a:solidFill>
                <a:latin typeface="Courier New"/>
              </a:rPr>
              <a:t>,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creato_il</a:t>
            </a:r>
            <a:r>
              <a:rPr sz="1100">
                <a:solidFill>
                  <a:srgbClr val="E8EEF1"/>
                </a:solidFill>
                <a:latin typeface="Courier New"/>
              </a:rPr>
              <a:t>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TRACCIA C – REQUISITI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32</a:t>
            </a:fld>
          </a:p>
        </p:txBody>
      </p:sp>
      <p:sp>
        <p:nvSpPr>
          <p:cNvPr id="34" name="Rounded Rectangle 33"/>
          <p:cNvSpPr/>
          <p:nvPr/>
        </p:nvSpPr>
        <p:spPr>
          <a:xfrm>
            <a:off x="457200" y="1051560"/>
            <a:ext cx="5029200" cy="37033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66928" y="1124712"/>
            <a:ext cx="480974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Obbligatori · 60 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1508760"/>
            <a:ext cx="4809744" cy="3200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00">
                <a:solidFill>
                  <a:srgbClr val="003548"/>
                </a:solidFill>
                <a:latin typeface="Arial"/>
              </a:rPr>
              <a:t>Router/supervisore con output strutturato + almeno 2 agenti: </a:t>
            </a:r>
            <a:r>
              <a:rPr b="1" sz="1100">
                <a:solidFill>
                  <a:srgbClr val="003548"/>
                </a:solidFill>
                <a:latin typeface="Arial"/>
              </a:rPr>
              <a:t>Info</a:t>
            </a:r>
            <a:r>
              <a:rPr b="0" sz="1100">
                <a:solidFill>
                  <a:srgbClr val="003548"/>
                </a:solidFill>
                <a:latin typeface="Arial"/>
              </a:rPr>
              <a:t> (RAG) e </a:t>
            </a:r>
            <a:r>
              <a:rPr b="1" sz="1100">
                <a:solidFill>
                  <a:srgbClr val="003548"/>
                </a:solidFill>
                <a:latin typeface="Arial"/>
              </a:rPr>
              <a:t>Booking</a:t>
            </a:r>
            <a:r>
              <a:rPr b="0" sz="1100">
                <a:solidFill>
                  <a:srgbClr val="003548"/>
                </a:solidFill>
                <a:latin typeface="Arial"/>
              </a:rPr>
              <a:t> (tool SQL)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00">
                <a:solidFill>
                  <a:srgbClr val="003548"/>
                </a:solidFill>
                <a:latin typeface="Arial"/>
              </a:rPr>
              <a:t>Agenti come sottografi o </a:t>
            </a:r>
            <a:r>
              <a:rPr b="1" sz="1100">
                <a:solidFill>
                  <a:srgbClr val="DF6426"/>
                </a:solidFill>
                <a:latin typeface="Courier New"/>
              </a:rPr>
              <a:t>create_agent</a:t>
            </a:r>
            <a:r>
              <a:rPr b="0" sz="1100">
                <a:solidFill>
                  <a:srgbClr val="003548"/>
                </a:solidFill>
                <a:latin typeface="Arial"/>
              </a:rPr>
              <a:t> usati come nodi / tool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00">
                <a:solidFill>
                  <a:srgbClr val="003548"/>
                </a:solidFill>
                <a:latin typeface="Arial"/>
              </a:rPr>
              <a:t>Guardrail: richieste di diagnosi o sintomi urgenti → risposta standard (112), nessun consiglio medico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00">
                <a:solidFill>
                  <a:srgbClr val="003548"/>
                </a:solidFill>
                <a:latin typeface="Arial"/>
              </a:rPr>
              <a:t>Prenotazione transazionale: slot libero → occupato + INSERT nella stessa transazione, con </a:t>
            </a:r>
            <a:r>
              <a:rPr b="1" sz="1100">
                <a:solidFill>
                  <a:srgbClr val="DF6426"/>
                </a:solidFill>
                <a:latin typeface="Courier New"/>
              </a:rPr>
              <a:t>interrupt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00">
                <a:solidFill>
                  <a:srgbClr val="003548"/>
                </a:solidFill>
                <a:latin typeface="Arial"/>
              </a:rPr>
              <a:t>Ricevuta JSON con la </a:t>
            </a:r>
            <a:r>
              <a:rPr b="1" sz="1100">
                <a:solidFill>
                  <a:srgbClr val="003548"/>
                </a:solidFill>
                <a:latin typeface="Arial"/>
              </a:rPr>
              <a:t>preparazione</a:t>
            </a:r>
            <a:r>
              <a:rPr b="0" sz="1100">
                <a:solidFill>
                  <a:srgbClr val="003548"/>
                </a:solidFill>
                <a:latin typeface="Arial"/>
              </a:rPr>
              <a:t> alla visita presa dal RAG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00">
                <a:solidFill>
                  <a:srgbClr val="003548"/>
                </a:solidFill>
                <a:latin typeface="Arial"/>
              </a:rPr>
              <a:t>Memoria di conversazione per paziente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23560" y="1051560"/>
            <a:ext cx="3108960" cy="3703320"/>
          </a:xfrm>
          <a:prstGeom prst="roundRect">
            <a:avLst>
              <a:gd name="adj" fmla="val 8000"/>
            </a:avLst>
          </a:prstGeom>
          <a:solidFill>
            <a:srgbClr val="FCEEE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5733288" y="1124712"/>
            <a:ext cx="288950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Facoltativi · +5 pt ciascuno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33288" y="1508760"/>
            <a:ext cx="2889504" cy="3200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00">
                <a:solidFill>
                  <a:srgbClr val="003548"/>
                </a:solidFill>
                <a:latin typeface="Arial"/>
              </a:rPr>
              <a:t>Store: preferenze del paziente (medico, fascia oraria)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00">
                <a:solidFill>
                  <a:srgbClr val="003548"/>
                </a:solidFill>
                <a:latin typeface="Arial"/>
              </a:rPr>
              <a:t>Disdetta con penale &lt; 48 h calcolata nel codice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100">
                <a:solidFill>
                  <a:srgbClr val="DF6426"/>
                </a:solidFill>
                <a:latin typeface="Courier New"/>
              </a:rPr>
              <a:t>Send</a:t>
            </a:r>
            <a:r>
              <a:rPr b="0" sz="1100">
                <a:solidFill>
                  <a:srgbClr val="003548"/>
                </a:solidFill>
                <a:latin typeface="Arial"/>
              </a:rPr>
              <a:t>: disponibilità su più medici in parallelo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00">
                <a:solidFill>
                  <a:srgbClr val="003548"/>
                </a:solidFill>
                <a:latin typeface="Arial"/>
              </a:rPr>
              <a:t>Streaming custom ("sto cercando…")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100">
                <a:solidFill>
                  <a:srgbClr val="DF6426"/>
                </a:solidFill>
                <a:latin typeface="Courier New"/>
              </a:rPr>
              <a:t>SqliteSaver</a:t>
            </a:r>
            <a:r>
              <a:rPr b="0" sz="1100">
                <a:solidFill>
                  <a:srgbClr val="003548"/>
                </a:solidFill>
                <a:latin typeface="Arial"/>
              </a:rPr>
              <a:t> + time travel per il debug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TRACCIA D – SHOPCARE RESI E RIMBORSI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33</a:t>
            </a:fld>
          </a:p>
        </p:txBody>
      </p:sp>
      <p:sp>
        <p:nvSpPr>
          <p:cNvPr id="34" name="TextBox 33"/>
          <p:cNvSpPr txBox="1"/>
          <p:nvPr/>
        </p:nvSpPr>
        <p:spPr>
          <a:xfrm>
            <a:off x="457200" y="960120"/>
            <a:ext cx="1645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600">
                <a:solidFill>
                  <a:srgbClr val="DF6426"/>
                </a:solidFill>
                <a:latin typeface="Arial"/>
              </a:rPr>
              <a:t>★★★★★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1325880"/>
            <a:ext cx="822960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300">
                <a:solidFill>
                  <a:srgbClr val="003548"/>
                </a:solidFill>
                <a:latin typeface="Arial"/>
              </a:rPr>
              <a:t>ShopCare vuole automatizzare le richieste di </a:t>
            </a:r>
            <a:r>
              <a:rPr b="1" sz="1300">
                <a:solidFill>
                  <a:srgbClr val="003548"/>
                </a:solidFill>
                <a:latin typeface="Arial"/>
              </a:rPr>
              <a:t>reso</a:t>
            </a:r>
            <a:r>
              <a:rPr b="0" sz="1300">
                <a:solidFill>
                  <a:srgbClr val="003548"/>
                </a:solidFill>
                <a:latin typeface="Arial"/>
              </a:rPr>
              <a:t>: verificare l'idoneità di ogni articolo secondo la policy, calcolare il rimborso, chiedere l'approvazione di un operatore sopra soglia e registrare tutto.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2514600"/>
            <a:ext cx="3657600" cy="224028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66928" y="2587752"/>
            <a:ext cx="343814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Materiale fornito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2971800"/>
            <a:ext cx="3438144" cy="1737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150">
                <a:solidFill>
                  <a:srgbClr val="DF6426"/>
                </a:solidFill>
                <a:latin typeface="Courier New"/>
              </a:rPr>
              <a:t>D_policy_resi_shopcare.pdf</a:t>
            </a:r>
          </a:p>
          <a:p>
            <a:pPr algn="l">
              <a:spcAft>
                <a:spcPts val="400"/>
              </a:spcAft>
            </a:pPr>
            <a:r>
              <a:rPr b="0" sz="1150">
                <a:solidFill>
                  <a:srgbClr val="003548"/>
                </a:solidFill>
                <a:latin typeface="Arial"/>
              </a:rPr>
              <a:t>Da usare come base di conoscenza per il RAG.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97680" y="2514600"/>
            <a:ext cx="4434840" cy="1479042"/>
          </a:xfrm>
          <a:prstGeom prst="roundRect">
            <a:avLst>
              <a:gd name="adj" fmla="val 4000"/>
            </a:avLst>
          </a:prstGeom>
          <a:solidFill>
            <a:srgbClr val="0B2B38"/>
          </a:solidFill>
          <a:ln>
            <a:noFill/>
          </a:ln>
        </p:spPr>
        <p:txBody>
          <a:bodyPr rtlCol="0" anchor="t" wrap="square" lIns="128016" rIns="128016" tIns="91440" bIns="54864"/>
          <a:lstStyle/>
          <a:p>
            <a:pPr algn="l"/>
            <a:r>
              <a:rPr sz="850" b="1">
                <a:solidFill>
                  <a:srgbClr val="F5C96A"/>
                </a:solidFill>
                <a:latin typeface="Arial"/>
              </a:rPr>
              <a:t>Schema minimo (estendibile)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E8EEF1"/>
                </a:solidFill>
                <a:latin typeface="Courier New"/>
              </a:rPr>
              <a:t>clienti</a:t>
            </a:r>
            <a:r>
              <a:rPr sz="900">
                <a:solidFill>
                  <a:srgbClr val="E8EEF1"/>
                </a:solidFill>
                <a:latin typeface="Courier New"/>
              </a:rPr>
              <a:t>(</a:t>
            </a:r>
            <a:r>
              <a:rPr sz="900">
                <a:solidFill>
                  <a:srgbClr val="E8EEF1"/>
                </a:solidFill>
                <a:latin typeface="Courier New"/>
              </a:rPr>
              <a:t>id</a:t>
            </a:r>
            <a:r>
              <a:rPr sz="900">
                <a:solidFill>
                  <a:srgbClr val="E8EEF1"/>
                </a:solidFill>
                <a:latin typeface="Courier New"/>
              </a:rPr>
              <a:t>,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nome</a:t>
            </a:r>
            <a:r>
              <a:rPr sz="900">
                <a:solidFill>
                  <a:srgbClr val="E8EEF1"/>
                </a:solidFill>
                <a:latin typeface="Courier New"/>
              </a:rPr>
              <a:t>,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email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 b="1">
                <a:solidFill>
                  <a:srgbClr val="F28C4F"/>
                </a:solidFill>
                <a:latin typeface="Courier New"/>
              </a:rPr>
              <a:t>UNIQUE</a:t>
            </a:r>
            <a:r>
              <a:rPr sz="9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E8EEF1"/>
                </a:solidFill>
                <a:latin typeface="Courier New"/>
              </a:rPr>
              <a:t>prodotti</a:t>
            </a:r>
            <a:r>
              <a:rPr sz="900">
                <a:solidFill>
                  <a:srgbClr val="E8EEF1"/>
                </a:solidFill>
                <a:latin typeface="Courier New"/>
              </a:rPr>
              <a:t>(</a:t>
            </a:r>
            <a:r>
              <a:rPr sz="900">
                <a:solidFill>
                  <a:srgbClr val="E8EEF1"/>
                </a:solidFill>
                <a:latin typeface="Courier New"/>
              </a:rPr>
              <a:t>id</a:t>
            </a:r>
            <a:r>
              <a:rPr sz="900">
                <a:solidFill>
                  <a:srgbClr val="E8EEF1"/>
                </a:solidFill>
                <a:latin typeface="Courier New"/>
              </a:rPr>
              <a:t>,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nome</a:t>
            </a:r>
            <a:r>
              <a:rPr sz="900">
                <a:solidFill>
                  <a:srgbClr val="E8EEF1"/>
                </a:solidFill>
                <a:latin typeface="Courier New"/>
              </a:rPr>
              <a:t>,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categoria</a:t>
            </a:r>
            <a:r>
              <a:rPr sz="900">
                <a:solidFill>
                  <a:srgbClr val="E8EEF1"/>
                </a:solidFill>
                <a:latin typeface="Courier New"/>
              </a:rPr>
              <a:t>,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prezzo</a:t>
            </a:r>
            <a:r>
              <a:rPr sz="9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E8EEF1"/>
                </a:solidFill>
                <a:latin typeface="Courier New"/>
              </a:rPr>
              <a:t>ordini</a:t>
            </a:r>
            <a:r>
              <a:rPr sz="900">
                <a:solidFill>
                  <a:srgbClr val="E8EEF1"/>
                </a:solidFill>
                <a:latin typeface="Courier New"/>
              </a:rPr>
              <a:t>(</a:t>
            </a:r>
            <a:r>
              <a:rPr sz="900">
                <a:solidFill>
                  <a:srgbClr val="E8EEF1"/>
                </a:solidFill>
                <a:latin typeface="Courier New"/>
              </a:rPr>
              <a:t>id</a:t>
            </a:r>
            <a:r>
              <a:rPr sz="900">
                <a:solidFill>
                  <a:srgbClr val="E8EEF1"/>
                </a:solidFill>
                <a:latin typeface="Courier New"/>
              </a:rPr>
              <a:t>,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cliente_id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→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clienti</a:t>
            </a:r>
            <a:r>
              <a:rPr sz="900">
                <a:solidFill>
                  <a:srgbClr val="E8EEF1"/>
                </a:solidFill>
                <a:latin typeface="Courier New"/>
              </a:rPr>
              <a:t>,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data_consegna</a:t>
            </a:r>
            <a:r>
              <a:rPr sz="9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E8EEF1"/>
                </a:solidFill>
                <a:latin typeface="Courier New"/>
              </a:rPr>
              <a:t>righe_ordine</a:t>
            </a:r>
            <a:r>
              <a:rPr sz="900">
                <a:solidFill>
                  <a:srgbClr val="E8EEF1"/>
                </a:solidFill>
                <a:latin typeface="Courier New"/>
              </a:rPr>
              <a:t>(</a:t>
            </a:r>
            <a:r>
              <a:rPr sz="900">
                <a:solidFill>
                  <a:srgbClr val="E8EEF1"/>
                </a:solidFill>
                <a:latin typeface="Courier New"/>
              </a:rPr>
              <a:t>id</a:t>
            </a:r>
            <a:r>
              <a:rPr sz="900">
                <a:solidFill>
                  <a:srgbClr val="E8EEF1"/>
                </a:solidFill>
                <a:latin typeface="Courier New"/>
              </a:rPr>
              <a:t>,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ordine_id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→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ordini</a:t>
            </a:r>
            <a:r>
              <a:rPr sz="900">
                <a:solidFill>
                  <a:srgbClr val="E8EEF1"/>
                </a:solidFill>
                <a:latin typeface="Courier New"/>
              </a:rPr>
              <a:t>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E8EEF1"/>
                </a:solidFill>
                <a:latin typeface="Courier New"/>
              </a:rPr>
              <a:t>   </a:t>
            </a:r>
            <a:r>
              <a:rPr sz="900">
                <a:solidFill>
                  <a:srgbClr val="E8EEF1"/>
                </a:solidFill>
                <a:latin typeface="Courier New"/>
              </a:rPr>
              <a:t>prodotto_id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→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prodotti</a:t>
            </a:r>
            <a:r>
              <a:rPr sz="900">
                <a:solidFill>
                  <a:srgbClr val="E8EEF1"/>
                </a:solidFill>
                <a:latin typeface="Courier New"/>
              </a:rPr>
              <a:t>,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quantita</a:t>
            </a:r>
            <a:r>
              <a:rPr sz="900">
                <a:solidFill>
                  <a:srgbClr val="E8EEF1"/>
                </a:solidFill>
                <a:latin typeface="Courier New"/>
              </a:rPr>
              <a:t>,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prezzo</a:t>
            </a:r>
            <a:r>
              <a:rPr sz="9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E8EEF1"/>
                </a:solidFill>
                <a:latin typeface="Courier New"/>
              </a:rPr>
              <a:t>resi</a:t>
            </a:r>
            <a:r>
              <a:rPr sz="900">
                <a:solidFill>
                  <a:srgbClr val="E8EEF1"/>
                </a:solidFill>
                <a:latin typeface="Courier New"/>
              </a:rPr>
              <a:t>(</a:t>
            </a:r>
            <a:r>
              <a:rPr sz="900">
                <a:solidFill>
                  <a:srgbClr val="E8EEF1"/>
                </a:solidFill>
                <a:latin typeface="Courier New"/>
              </a:rPr>
              <a:t>id</a:t>
            </a:r>
            <a:r>
              <a:rPr sz="900">
                <a:solidFill>
                  <a:srgbClr val="E8EEF1"/>
                </a:solidFill>
                <a:latin typeface="Courier New"/>
              </a:rPr>
              <a:t>,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ordine_id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→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ordini</a:t>
            </a:r>
            <a:r>
              <a:rPr sz="900">
                <a:solidFill>
                  <a:srgbClr val="E8EEF1"/>
                </a:solidFill>
                <a:latin typeface="Courier New"/>
              </a:rPr>
              <a:t>,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stato</a:t>
            </a:r>
            <a:r>
              <a:rPr sz="900">
                <a:solidFill>
                  <a:srgbClr val="E8EEF1"/>
                </a:solidFill>
                <a:latin typeface="Courier New"/>
              </a:rPr>
              <a:t>,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importo</a:t>
            </a:r>
            <a:r>
              <a:rPr sz="900">
                <a:solidFill>
                  <a:srgbClr val="E8EEF1"/>
                </a:solidFill>
                <a:latin typeface="Courier New"/>
              </a:rPr>
              <a:t>,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creato_il</a:t>
            </a:r>
            <a:r>
              <a:rPr sz="9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E8EEF1"/>
                </a:solidFill>
                <a:latin typeface="Courier New"/>
              </a:rPr>
              <a:t>righe_reso</a:t>
            </a:r>
            <a:r>
              <a:rPr sz="900">
                <a:solidFill>
                  <a:srgbClr val="E8EEF1"/>
                </a:solidFill>
                <a:latin typeface="Courier New"/>
              </a:rPr>
              <a:t>(</a:t>
            </a:r>
            <a:r>
              <a:rPr sz="900">
                <a:solidFill>
                  <a:srgbClr val="E8EEF1"/>
                </a:solidFill>
                <a:latin typeface="Courier New"/>
              </a:rPr>
              <a:t>id</a:t>
            </a:r>
            <a:r>
              <a:rPr sz="900">
                <a:solidFill>
                  <a:srgbClr val="E8EEF1"/>
                </a:solidFill>
                <a:latin typeface="Courier New"/>
              </a:rPr>
              <a:t>,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reso_id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→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resi</a:t>
            </a:r>
            <a:r>
              <a:rPr sz="900">
                <a:solidFill>
                  <a:srgbClr val="E8EEF1"/>
                </a:solidFill>
                <a:latin typeface="Courier New"/>
              </a:rPr>
              <a:t>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E8EEF1"/>
                </a:solidFill>
                <a:latin typeface="Courier New"/>
              </a:rPr>
              <a:t>   </a:t>
            </a:r>
            <a:r>
              <a:rPr sz="900">
                <a:solidFill>
                  <a:srgbClr val="E8EEF1"/>
                </a:solidFill>
                <a:latin typeface="Courier New"/>
              </a:rPr>
              <a:t>riga_ordine_id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→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righe_ordine</a:t>
            </a:r>
            <a:r>
              <a:rPr sz="900">
                <a:solidFill>
                  <a:srgbClr val="E8EEF1"/>
                </a:solidFill>
                <a:latin typeface="Courier New"/>
              </a:rPr>
              <a:t>,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motivo</a:t>
            </a:r>
            <a:r>
              <a:rPr sz="900">
                <a:solidFill>
                  <a:srgbClr val="E8EEF1"/>
                </a:solidFill>
                <a:latin typeface="Courier New"/>
              </a:rPr>
              <a:t>,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esito</a:t>
            </a:r>
            <a:r>
              <a:rPr sz="900">
                <a:solidFill>
                  <a:srgbClr val="E8EEF1"/>
                </a:solidFill>
                <a:latin typeface="Courier New"/>
              </a:rPr>
              <a:t>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TRACCIA D – REQUISITI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34</a:t>
            </a:fld>
          </a:p>
        </p:txBody>
      </p:sp>
      <p:sp>
        <p:nvSpPr>
          <p:cNvPr id="34" name="Rounded Rectangle 33"/>
          <p:cNvSpPr/>
          <p:nvPr/>
        </p:nvSpPr>
        <p:spPr>
          <a:xfrm>
            <a:off x="457200" y="1051560"/>
            <a:ext cx="5029200" cy="37033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66928" y="1124712"/>
            <a:ext cx="480974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Obbligatori · 70 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1508760"/>
            <a:ext cx="4809744" cy="3200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00">
                <a:solidFill>
                  <a:srgbClr val="003548"/>
                </a:solidFill>
                <a:latin typeface="Arial"/>
              </a:rPr>
              <a:t>Grafo principale con </a:t>
            </a:r>
            <a:r>
              <a:rPr b="1" sz="1100">
                <a:solidFill>
                  <a:srgbClr val="003548"/>
                </a:solidFill>
                <a:latin typeface="Arial"/>
              </a:rPr>
              <a:t>subgraph</a:t>
            </a:r>
            <a:r>
              <a:rPr b="0" sz="1100">
                <a:solidFill>
                  <a:srgbClr val="003548"/>
                </a:solidFill>
                <a:latin typeface="Arial"/>
              </a:rPr>
              <a:t>: identificazione cliente/ordine → valutazione → rimborso → registrazione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100">
                <a:solidFill>
                  <a:srgbClr val="DF6426"/>
                </a:solidFill>
                <a:latin typeface="Courier New"/>
              </a:rPr>
              <a:t>Send</a:t>
            </a:r>
            <a:r>
              <a:rPr b="0" sz="1100">
                <a:solidFill>
                  <a:srgbClr val="003548"/>
                </a:solidFill>
                <a:latin typeface="Arial"/>
              </a:rPr>
              <a:t>: un worker per articolo che verifica l'idoneità (regole nel codice: giorni, categorie escluse, difetto + RAG sulla policy)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00">
                <a:solidFill>
                  <a:srgbClr val="003548"/>
                </a:solidFill>
                <a:latin typeface="Arial"/>
              </a:rPr>
              <a:t>Rimborso calcolato nel codice; &gt; 300 € → </a:t>
            </a:r>
            <a:r>
              <a:rPr b="1" sz="1100">
                <a:solidFill>
                  <a:srgbClr val="DF6426"/>
                </a:solidFill>
                <a:latin typeface="Courier New"/>
              </a:rPr>
              <a:t>interrupt</a:t>
            </a:r>
            <a:r>
              <a:rPr b="0" sz="1100">
                <a:solidFill>
                  <a:srgbClr val="003548"/>
                </a:solidFill>
                <a:latin typeface="Arial"/>
              </a:rPr>
              <a:t> di approvazione operatore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00">
                <a:solidFill>
                  <a:srgbClr val="003548"/>
                </a:solidFill>
                <a:latin typeface="Arial"/>
              </a:rPr>
              <a:t>Scrittura transazionale di </a:t>
            </a:r>
            <a:r>
              <a:rPr b="1" sz="1100">
                <a:solidFill>
                  <a:srgbClr val="DF6426"/>
                </a:solidFill>
                <a:latin typeface="Courier New"/>
              </a:rPr>
              <a:t>resi</a:t>
            </a:r>
            <a:r>
              <a:rPr b="0" sz="1100">
                <a:solidFill>
                  <a:srgbClr val="003548"/>
                </a:solidFill>
                <a:latin typeface="Arial"/>
              </a:rPr>
              <a:t> + </a:t>
            </a:r>
            <a:r>
              <a:rPr b="1" sz="1100">
                <a:solidFill>
                  <a:srgbClr val="DF6426"/>
                </a:solidFill>
                <a:latin typeface="Courier New"/>
              </a:rPr>
              <a:t>righe_reso</a:t>
            </a:r>
            <a:r>
              <a:rPr b="0" sz="1100">
                <a:solidFill>
                  <a:srgbClr val="003548"/>
                </a:solidFill>
                <a:latin typeface="Arial"/>
              </a:rPr>
              <a:t>; ricevuta JSON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100">
                <a:solidFill>
                  <a:srgbClr val="DF6426"/>
                </a:solidFill>
                <a:latin typeface="Courier New"/>
              </a:rPr>
              <a:t>RetryPolicy</a:t>
            </a:r>
            <a:r>
              <a:rPr b="0" sz="1100">
                <a:solidFill>
                  <a:srgbClr val="003548"/>
                </a:solidFill>
                <a:latin typeface="Arial"/>
              </a:rPr>
              <a:t> sui nodi LLM, </a:t>
            </a:r>
            <a:r>
              <a:rPr b="1" sz="1100">
                <a:solidFill>
                  <a:srgbClr val="DF6426"/>
                </a:solidFill>
                <a:latin typeface="Courier New"/>
              </a:rPr>
              <a:t>recursion_limit</a:t>
            </a:r>
            <a:r>
              <a:rPr b="0" sz="1100">
                <a:solidFill>
                  <a:srgbClr val="003548"/>
                </a:solidFill>
                <a:latin typeface="Arial"/>
              </a:rPr>
              <a:t> esplicito, gestione output non valido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00">
                <a:solidFill>
                  <a:srgbClr val="003548"/>
                </a:solidFill>
                <a:latin typeface="Arial"/>
              </a:rPr>
              <a:t>Test pytest con LLM finto su ≥ 5 casi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23560" y="1051560"/>
            <a:ext cx="3108960" cy="3703320"/>
          </a:xfrm>
          <a:prstGeom prst="roundRect">
            <a:avLst>
              <a:gd name="adj" fmla="val 8000"/>
            </a:avLst>
          </a:prstGeom>
          <a:solidFill>
            <a:srgbClr val="FCEEE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5733288" y="1124712"/>
            <a:ext cx="288950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Facoltativi · +5 pt ciascuno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33288" y="1508760"/>
            <a:ext cx="2889504" cy="3200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00">
                <a:solidFill>
                  <a:srgbClr val="003548"/>
                </a:solidFill>
                <a:latin typeface="Arial"/>
              </a:rPr>
              <a:t>Streaming custom dell'avanzamento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100">
                <a:solidFill>
                  <a:srgbClr val="DF6426"/>
                </a:solidFill>
                <a:latin typeface="Courier New"/>
              </a:rPr>
              <a:t>SqliteSaver</a:t>
            </a:r>
            <a:r>
              <a:rPr b="0" sz="1100">
                <a:solidFill>
                  <a:srgbClr val="003548"/>
                </a:solidFill>
                <a:latin typeface="Arial"/>
              </a:rPr>
              <a:t> e ripresa dopo crash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100">
                <a:solidFill>
                  <a:srgbClr val="DF6426"/>
                </a:solidFill>
                <a:latin typeface="Courier New"/>
              </a:rPr>
              <a:t>context_schema</a:t>
            </a:r>
            <a:r>
              <a:rPr b="0" sz="1100">
                <a:solidFill>
                  <a:srgbClr val="003548"/>
                </a:solidFill>
                <a:latin typeface="Arial"/>
              </a:rPr>
              <a:t> con ruolo cliente / operatore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00">
                <a:solidFill>
                  <a:srgbClr val="003548"/>
                </a:solidFill>
                <a:latin typeface="Arial"/>
              </a:rPr>
              <a:t>Dataset di 10 richieste con accuratezza del router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00">
                <a:solidFill>
                  <a:srgbClr val="003548"/>
                </a:solidFill>
                <a:latin typeface="Arial"/>
              </a:rPr>
              <a:t>Buono 110% in alternativa al rimborso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VALUTAZIONE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35</a:t>
            </a:fld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457200" y="1051560"/>
          <a:ext cx="8229600" cy="301752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200400"/>
                <a:gridCol w="2103120"/>
                <a:gridCol w="292608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  <a:latin typeface="Arial"/>
                        </a:rPr>
                        <a:t>Voce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005A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  <a:latin typeface="Arial"/>
                        </a:rPr>
                        <a:t>Punti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005A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  <a:latin typeface="Arial"/>
                        </a:rPr>
                        <a:t>Note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005A7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b="0" sz="1150">
                          <a:solidFill>
                            <a:srgbClr val="003548"/>
                          </a:solidFill>
                          <a:latin typeface="Arial"/>
                        </a:rPr>
                        <a:t>Requisiti obbligatori della traccia presentata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50">
                          <a:solidFill>
                            <a:srgbClr val="003548"/>
                          </a:solidFill>
                          <a:latin typeface="Arial"/>
                        </a:rPr>
                        <a:t>A 40 · B 50 · C 60 · D 70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50">
                          <a:solidFill>
                            <a:srgbClr val="003548"/>
                          </a:solidFill>
                          <a:latin typeface="Arial"/>
                        </a:rPr>
                        <a:t>punteggio parziale per requisiti incompleti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b="0" sz="1150">
                          <a:solidFill>
                            <a:srgbClr val="003548"/>
                          </a:solidFill>
                          <a:latin typeface="Arial"/>
                        </a:rPr>
                        <a:t>Requisiti facoltativi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50">
                          <a:solidFill>
                            <a:srgbClr val="003548"/>
                          </a:solidFill>
                          <a:latin typeface="Arial"/>
                        </a:rPr>
                        <a:t>+5 ciascuno, max +20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50">
                          <a:solidFill>
                            <a:srgbClr val="003548"/>
                          </a:solidFill>
                          <a:latin typeface="Arial"/>
                        </a:rPr>
                        <a:t>dichiarati nel file </a:t>
                      </a:r>
                      <a:r>
                        <a:rPr b="1" sz="1150">
                          <a:solidFill>
                            <a:srgbClr val="DF6426"/>
                          </a:solidFill>
                          <a:latin typeface="Courier New"/>
                        </a:rPr>
                        <a:t>facoltativi.txt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b="0" sz="1150">
                          <a:solidFill>
                            <a:srgbClr val="003548"/>
                          </a:solidFill>
                          <a:latin typeface="Arial"/>
                        </a:rPr>
                        <a:t>Qualità del codice e README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50">
                          <a:solidFill>
                            <a:srgbClr val="003548"/>
                          </a:solidFill>
                          <a:latin typeface="Arial"/>
                        </a:rPr>
                        <a:t>max 10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50">
                          <a:solidFill>
                            <a:srgbClr val="003548"/>
                          </a:solidFill>
                          <a:latin typeface="Arial"/>
                        </a:rPr>
                        <a:t>struttura, nomi, commenti, istruzioni, nessuna chiave nel codice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b="0" sz="1150">
                          <a:solidFill>
                            <a:srgbClr val="003548"/>
                          </a:solidFill>
                          <a:latin typeface="Arial"/>
                        </a:rPr>
                        <a:t>Presentazione orale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50">
                          <a:solidFill>
                            <a:srgbClr val="003548"/>
                          </a:solidFill>
                          <a:latin typeface="Arial"/>
                        </a:rPr>
                        <a:t>max 20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50">
                          <a:solidFill>
                            <a:srgbClr val="003548"/>
                          </a:solidFill>
                          <a:latin typeface="Arial"/>
                        </a:rPr>
                        <a:t>chiarezza, diagramma, demo live, risposte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b="0" sz="1150">
                          <a:solidFill>
                            <a:srgbClr val="003548"/>
                          </a:solidFill>
                          <a:latin typeface="Arial"/>
                        </a:rPr>
                        <a:t>Tracce aggiuntive complete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50">
                          <a:solidFill>
                            <a:srgbClr val="003548"/>
                          </a:solidFill>
                          <a:latin typeface="Arial"/>
                        </a:rPr>
                        <a:t>+5 ciascuna, max +10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50">
                          <a:solidFill>
                            <a:srgbClr val="003548"/>
                          </a:solidFill>
                          <a:latin typeface="Arial"/>
                        </a:rPr>
                        <a:t>solo se i requisiti obbligatori funzionano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200">
                <a:solidFill>
                  <a:srgbClr val="005A77"/>
                </a:solidFill>
                <a:latin typeface="Arial"/>
              </a:rPr>
              <a:t>Punteggio finale in centesimi (max 100). Una traccia più difficile alza il </a:t>
            </a:r>
            <a:r>
              <a:rPr b="1" sz="1200">
                <a:solidFill>
                  <a:srgbClr val="005A77"/>
                </a:solidFill>
                <a:latin typeface="Arial"/>
              </a:rPr>
              <a:t>tetto</a:t>
            </a:r>
            <a:r>
              <a:rPr b="0" sz="1200">
                <a:solidFill>
                  <a:srgbClr val="005A77"/>
                </a:solidFill>
                <a:latin typeface="Arial"/>
              </a:rPr>
              <a:t> raggiungibile, non garantisce il voto.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PRESENTAZIONE ORALE · GIORNO 7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36</a:t>
            </a:fld>
          </a:p>
        </p:txBody>
      </p:sp>
      <p:sp>
        <p:nvSpPr>
          <p:cNvPr id="34" name="Rounded Rectangle 33"/>
          <p:cNvSpPr/>
          <p:nvPr/>
        </p:nvSpPr>
        <p:spPr>
          <a:xfrm>
            <a:off x="457200" y="1051560"/>
            <a:ext cx="731520" cy="457200"/>
          </a:xfrm>
          <a:prstGeom prst="roundRect">
            <a:avLst>
              <a:gd name="adj" fmla="val 30000"/>
            </a:avLst>
          </a:prstGeom>
          <a:solidFill>
            <a:srgbClr val="DF6426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300">
                <a:solidFill>
                  <a:srgbClr val="FFFFFF"/>
                </a:solidFill>
                <a:latin typeface="Arial"/>
              </a:rPr>
              <a:t>2'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1106424"/>
            <a:ext cx="45720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350">
                <a:solidFill>
                  <a:srgbClr val="003548"/>
                </a:solidFill>
                <a:latin typeface="Arial"/>
              </a:rPr>
              <a:t>Problema e traccia scelta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1655064"/>
            <a:ext cx="731520" cy="457200"/>
          </a:xfrm>
          <a:prstGeom prst="roundRect">
            <a:avLst>
              <a:gd name="adj" fmla="val 30000"/>
            </a:avLst>
          </a:prstGeom>
          <a:solidFill>
            <a:srgbClr val="DF6426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300">
                <a:solidFill>
                  <a:srgbClr val="FFFFFF"/>
                </a:solidFill>
                <a:latin typeface="Arial"/>
              </a:rPr>
              <a:t>3'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1709928"/>
            <a:ext cx="45720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350">
                <a:solidFill>
                  <a:srgbClr val="003548"/>
                </a:solidFill>
                <a:latin typeface="Arial"/>
              </a:rPr>
              <a:t>Architettura: diagramma del grafo, state, schema DB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2258568"/>
            <a:ext cx="731520" cy="457200"/>
          </a:xfrm>
          <a:prstGeom prst="roundRect">
            <a:avLst>
              <a:gd name="adj" fmla="val 30000"/>
            </a:avLst>
          </a:prstGeom>
          <a:solidFill>
            <a:srgbClr val="DF6426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300">
                <a:solidFill>
                  <a:srgbClr val="FFFFFF"/>
                </a:solidFill>
                <a:latin typeface="Arial"/>
              </a:rPr>
              <a:t>5'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2313432"/>
            <a:ext cx="45720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350">
                <a:solidFill>
                  <a:srgbClr val="003548"/>
                </a:solidFill>
                <a:latin typeface="Arial"/>
              </a:rPr>
              <a:t>Demo live con il modello scelto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2862072"/>
            <a:ext cx="731520" cy="457200"/>
          </a:xfrm>
          <a:prstGeom prst="roundRect">
            <a:avLst>
              <a:gd name="adj" fmla="val 30000"/>
            </a:avLst>
          </a:prstGeom>
          <a:solidFill>
            <a:srgbClr val="DF6426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300">
                <a:solidFill>
                  <a:srgbClr val="FFFFFF"/>
                </a:solidFill>
                <a:latin typeface="Arial"/>
              </a:rPr>
              <a:t>3'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2916936"/>
            <a:ext cx="45720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350">
                <a:solidFill>
                  <a:srgbClr val="003548"/>
                </a:solidFill>
                <a:latin typeface="Arial"/>
              </a:rPr>
              <a:t>Scelte tecniche, problemi incontrati, facoltativi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3465576"/>
            <a:ext cx="731520" cy="457200"/>
          </a:xfrm>
          <a:prstGeom prst="roundRect">
            <a:avLst>
              <a:gd name="adj" fmla="val 30000"/>
            </a:avLst>
          </a:prstGeom>
          <a:solidFill>
            <a:srgbClr val="DF6426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300">
                <a:solidFill>
                  <a:srgbClr val="FFFFFF"/>
                </a:solidFill>
                <a:latin typeface="Arial"/>
              </a:rPr>
              <a:t>2'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1600" y="3520440"/>
            <a:ext cx="45720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350">
                <a:solidFill>
                  <a:srgbClr val="003548"/>
                </a:solidFill>
                <a:latin typeface="Arial"/>
              </a:rPr>
              <a:t>Cosa migliorereste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4069080"/>
            <a:ext cx="731520" cy="457200"/>
          </a:xfrm>
          <a:prstGeom prst="roundRect">
            <a:avLst>
              <a:gd name="adj" fmla="val 30000"/>
            </a:avLst>
          </a:prstGeom>
          <a:solidFill>
            <a:srgbClr val="005A77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300">
                <a:solidFill>
                  <a:srgbClr val="FFFFFF"/>
                </a:solidFill>
                <a:latin typeface="Arial"/>
              </a:rPr>
              <a:t>5'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" y="4123944"/>
            <a:ext cx="45720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350">
                <a:solidFill>
                  <a:srgbClr val="003548"/>
                </a:solidFill>
                <a:latin typeface="Arial"/>
              </a:rPr>
              <a:t>Domande del docente a ogni componente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26480" y="1051560"/>
            <a:ext cx="2606040" cy="37033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236208" y="1124712"/>
            <a:ext cx="238658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Regole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36208" y="1508760"/>
            <a:ext cx="2386584" cy="3200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200">
                <a:solidFill>
                  <a:srgbClr val="003548"/>
                </a:solidFill>
                <a:latin typeface="Arial"/>
              </a:rPr>
              <a:t>Parlano </a:t>
            </a:r>
            <a:r>
              <a:rPr b="1" sz="1200">
                <a:solidFill>
                  <a:srgbClr val="003548"/>
                </a:solidFill>
                <a:latin typeface="Arial"/>
              </a:rPr>
              <a:t>tutti</a:t>
            </a:r>
            <a:r>
              <a:rPr b="0" sz="1200">
                <a:solidFill>
                  <a:srgbClr val="003548"/>
                </a:solidFill>
                <a:latin typeface="Arial"/>
              </a:rPr>
              <a:t> i componenti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200">
                <a:solidFill>
                  <a:srgbClr val="003548"/>
                </a:solidFill>
                <a:latin typeface="Arial"/>
              </a:rPr>
              <a:t>Demo preparata ma reale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200">
                <a:solidFill>
                  <a:srgbClr val="003548"/>
                </a:solidFill>
                <a:latin typeface="Arial"/>
              </a:rPr>
              <a:t>Piano B: video registrato della demo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200">
                <a:solidFill>
                  <a:srgbClr val="003548"/>
                </a:solidFill>
                <a:latin typeface="Arial"/>
              </a:rPr>
              <a:t>Slide: max 10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MATERIALE DA CONSEGNARE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37</a:t>
            </a:fld>
          </a:p>
        </p:txBody>
      </p:sp>
      <p:sp>
        <p:nvSpPr>
          <p:cNvPr id="34" name="TextBox 33"/>
          <p:cNvSpPr txBox="1"/>
          <p:nvPr/>
        </p:nvSpPr>
        <p:spPr>
          <a:xfrm>
            <a:off x="457200" y="1051560"/>
            <a:ext cx="4937760" cy="37490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250">
                <a:solidFill>
                  <a:srgbClr val="003548"/>
                </a:solidFill>
                <a:latin typeface="Arial"/>
              </a:rPr>
              <a:t>Cartella </a:t>
            </a:r>
            <a:r>
              <a:rPr b="1" sz="1250">
                <a:solidFill>
                  <a:srgbClr val="003548"/>
                </a:solidFill>
                <a:latin typeface="Arial"/>
              </a:rPr>
              <a:t>COGNOME1_COGNOME2_…</a:t>
            </a:r>
            <a:r>
              <a:rPr b="0" sz="1250">
                <a:solidFill>
                  <a:srgbClr val="003548"/>
                </a:solidFill>
                <a:latin typeface="Arial"/>
              </a:rPr>
              <a:t> contenente: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250">
                <a:solidFill>
                  <a:srgbClr val="DF6426"/>
                </a:solidFill>
                <a:latin typeface="Courier New"/>
              </a:rPr>
              <a:t>codice/</a:t>
            </a:r>
            <a:r>
              <a:rPr b="0" sz="1250">
                <a:solidFill>
                  <a:srgbClr val="003548"/>
                </a:solidFill>
                <a:latin typeface="Arial"/>
              </a:rPr>
              <a:t> con </a:t>
            </a:r>
            <a:r>
              <a:rPr b="1" sz="1250">
                <a:solidFill>
                  <a:srgbClr val="DF6426"/>
                </a:solidFill>
                <a:latin typeface="Courier New"/>
              </a:rPr>
              <a:t>config.py</a:t>
            </a:r>
            <a:r>
              <a:rPr b="0" sz="1250">
                <a:solidFill>
                  <a:srgbClr val="003548"/>
                </a:solidFill>
                <a:latin typeface="Arial"/>
              </a:rPr>
              <a:t>, </a:t>
            </a:r>
            <a:r>
              <a:rPr b="1" sz="1250">
                <a:solidFill>
                  <a:srgbClr val="DF6426"/>
                </a:solidFill>
                <a:latin typeface="Courier New"/>
              </a:rPr>
              <a:t>requirements.txt</a:t>
            </a:r>
            <a:r>
              <a:rPr b="0" sz="1250">
                <a:solidFill>
                  <a:srgbClr val="003548"/>
                </a:solidFill>
                <a:latin typeface="Arial"/>
              </a:rPr>
              <a:t>, </a:t>
            </a:r>
            <a:r>
              <a:rPr b="1" sz="1250">
                <a:solidFill>
                  <a:srgbClr val="DF6426"/>
                </a:solidFill>
                <a:latin typeface="Courier New"/>
              </a:rPr>
              <a:t>README.md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250">
                <a:solidFill>
                  <a:srgbClr val="DF6426"/>
                </a:solidFill>
                <a:latin typeface="Courier New"/>
              </a:rPr>
              <a:t>schema.sql</a:t>
            </a:r>
            <a:r>
              <a:rPr b="0" sz="1250">
                <a:solidFill>
                  <a:srgbClr val="003548"/>
                </a:solidFill>
                <a:latin typeface="Arial"/>
              </a:rPr>
              <a:t> e database </a:t>
            </a:r>
            <a:r>
              <a:rPr b="1" sz="1250">
                <a:solidFill>
                  <a:srgbClr val="DF6426"/>
                </a:solidFill>
                <a:latin typeface="Courier New"/>
              </a:rPr>
              <a:t>.db</a:t>
            </a:r>
            <a:r>
              <a:rPr b="0" sz="1250">
                <a:solidFill>
                  <a:srgbClr val="003548"/>
                </a:solidFill>
                <a:latin typeface="Arial"/>
              </a:rPr>
              <a:t> con i dati di prova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250">
                <a:solidFill>
                  <a:srgbClr val="003548"/>
                </a:solidFill>
                <a:latin typeface="Arial"/>
              </a:rPr>
              <a:t>Screenshot della tabella delle scritture </a:t>
            </a:r>
            <a:r>
              <a:rPr b="1" sz="1250">
                <a:solidFill>
                  <a:srgbClr val="003548"/>
                </a:solidFill>
                <a:latin typeface="Arial"/>
              </a:rPr>
              <a:t>prima e dopo</a:t>
            </a:r>
            <a:r>
              <a:rPr b="0" sz="1250">
                <a:solidFill>
                  <a:srgbClr val="003548"/>
                </a:solidFill>
                <a:latin typeface="Arial"/>
              </a:rPr>
              <a:t> l'esecuzione e della query eseguita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250">
                <a:solidFill>
                  <a:srgbClr val="DF6426"/>
                </a:solidFill>
                <a:latin typeface="Courier New"/>
              </a:rPr>
              <a:t>grafo.md</a:t>
            </a:r>
            <a:r>
              <a:rPr b="0" sz="1250">
                <a:solidFill>
                  <a:srgbClr val="003548"/>
                </a:solidFill>
                <a:latin typeface="Arial"/>
              </a:rPr>
              <a:t> / </a:t>
            </a:r>
            <a:r>
              <a:rPr b="1" sz="1250">
                <a:solidFill>
                  <a:srgbClr val="DF6426"/>
                </a:solidFill>
                <a:latin typeface="Courier New"/>
              </a:rPr>
              <a:t>grafo.png</a:t>
            </a:r>
            <a:r>
              <a:rPr b="0" sz="1250">
                <a:solidFill>
                  <a:srgbClr val="003548"/>
                </a:solidFill>
                <a:latin typeface="Arial"/>
              </a:rPr>
              <a:t> con il diagramma Mermaid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250">
                <a:solidFill>
                  <a:srgbClr val="003548"/>
                </a:solidFill>
                <a:latin typeface="Arial"/>
              </a:rPr>
              <a:t>File </a:t>
            </a:r>
            <a:r>
              <a:rPr b="1" sz="1250">
                <a:solidFill>
                  <a:srgbClr val="DF6426"/>
                </a:solidFill>
                <a:latin typeface="Courier New"/>
              </a:rPr>
              <a:t>.json</a:t>
            </a:r>
            <a:r>
              <a:rPr b="0" sz="1250">
                <a:solidFill>
                  <a:srgbClr val="003548"/>
                </a:solidFill>
                <a:latin typeface="Arial"/>
              </a:rPr>
              <a:t> generati durante la demo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250">
                <a:solidFill>
                  <a:srgbClr val="DF6426"/>
                </a:solidFill>
                <a:latin typeface="Courier New"/>
              </a:rPr>
              <a:t>facoltativi.txt</a:t>
            </a:r>
            <a:r>
              <a:rPr b="0" sz="1250">
                <a:solidFill>
                  <a:srgbClr val="003548"/>
                </a:solidFill>
                <a:latin typeface="Arial"/>
              </a:rPr>
              <a:t>: traccia presentata, tracce aggiuntive, punti facoltativi svolti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250">
                <a:solidFill>
                  <a:srgbClr val="003548"/>
                </a:solidFill>
                <a:latin typeface="Arial"/>
              </a:rPr>
              <a:t>Presentazione in PDF o PPTX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577840" y="1051560"/>
            <a:ext cx="3154680" cy="3703320"/>
          </a:xfrm>
          <a:prstGeom prst="roundRect">
            <a:avLst>
              <a:gd name="adj" fmla="val 8000"/>
            </a:avLst>
          </a:prstGeom>
          <a:solidFill>
            <a:srgbClr val="FCEEE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687568" y="11247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Scadenza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87568" y="1508760"/>
            <a:ext cx="2935224" cy="3200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250">
                <a:solidFill>
                  <a:srgbClr val="003548"/>
                </a:solidFill>
                <a:latin typeface="Arial"/>
              </a:rPr>
              <a:t>Giorno 7 entro le </a:t>
            </a:r>
            <a:r>
              <a:rPr b="1" sz="1250">
                <a:solidFill>
                  <a:srgbClr val="003548"/>
                </a:solidFill>
                <a:latin typeface="Arial"/>
              </a:rPr>
              <a:t>10:00</a:t>
            </a:r>
            <a:r>
              <a:rPr b="0" sz="1250">
                <a:solidFill>
                  <a:srgbClr val="003548"/>
                </a:solidFill>
                <a:latin typeface="Arial"/>
              </a:rPr>
              <a:t>.</a:t>
            </a:r>
          </a:p>
          <a:p>
            <a:pPr algn="l">
              <a:spcAft>
                <a:spcPts val="400"/>
              </a:spcAft>
            </a:pPr>
            <a:r>
              <a:rPr b="0" sz="1250">
                <a:solidFill>
                  <a:srgbClr val="003548"/>
                </a:solidFill>
                <a:latin typeface="Arial"/>
              </a:rPr>
              <a:t>Dopo la scadenza non si modifica più il codice: la demo usa la versione consegnata.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CONSIGLI E ERRORI DA EVITARE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38</a:t>
            </a:fld>
          </a:p>
        </p:txBody>
      </p:sp>
      <p:sp>
        <p:nvSpPr>
          <p:cNvPr id="34" name="Rounded Rectangle 33"/>
          <p:cNvSpPr/>
          <p:nvPr/>
        </p:nvSpPr>
        <p:spPr>
          <a:xfrm>
            <a:off x="457200" y="1051560"/>
            <a:ext cx="4023360" cy="109728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66928" y="1124712"/>
            <a:ext cx="380390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Disegnate prima di scrivere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1508760"/>
            <a:ext cx="3803904" cy="59435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200">
                <a:solidFill>
                  <a:srgbClr val="003548"/>
                </a:solidFill>
                <a:latin typeface="Arial"/>
              </a:rPr>
              <a:t>diagramma del grafo e schema DB il giorno 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63440" y="1051560"/>
            <a:ext cx="4023360" cy="109728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773168" y="1124712"/>
            <a:ext cx="380390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Partite deterministici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73168" y="1508760"/>
            <a:ext cx="3803904" cy="59435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200">
                <a:solidFill>
                  <a:srgbClr val="003548"/>
                </a:solidFill>
                <a:latin typeface="Arial"/>
              </a:rPr>
              <a:t>prima il grafo con nodi finti, poi l'LLM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2286000"/>
            <a:ext cx="4023360" cy="1097280"/>
          </a:xfrm>
          <a:prstGeom prst="roundRect">
            <a:avLst>
              <a:gd name="adj" fmla="val 8000"/>
            </a:avLst>
          </a:prstGeom>
          <a:solidFill>
            <a:srgbClr val="FCEEE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66928" y="2359152"/>
            <a:ext cx="380390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Un requisito alla volta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2743200"/>
            <a:ext cx="3803904" cy="59435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200">
                <a:solidFill>
                  <a:srgbClr val="003548"/>
                </a:solidFill>
                <a:latin typeface="Arial"/>
              </a:rPr>
              <a:t>testate ogni nodo come funzione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663440" y="2286000"/>
            <a:ext cx="4023360" cy="1097280"/>
          </a:xfrm>
          <a:prstGeom prst="roundRect">
            <a:avLst>
              <a:gd name="adj" fmla="val 8000"/>
            </a:avLst>
          </a:prstGeom>
          <a:solidFill>
            <a:srgbClr val="FCEEE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4773168" y="2359152"/>
            <a:ext cx="380390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L'LLM non tocca i numeri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73168" y="2743200"/>
            <a:ext cx="3803904" cy="59435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200">
                <a:solidFill>
                  <a:srgbClr val="003548"/>
                </a:solidFill>
                <a:latin typeface="Arial"/>
              </a:rPr>
              <a:t>prezzi, date, disponibilità nel codice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3520440"/>
            <a:ext cx="4023360" cy="109728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566928" y="3593592"/>
            <a:ext cx="380390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Modelli piccoli, compiti piccoli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3977640"/>
            <a:ext cx="3803904" cy="59435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200">
                <a:solidFill>
                  <a:srgbClr val="003548"/>
                </a:solidFill>
                <a:latin typeface="Arial"/>
              </a:rPr>
              <a:t>prompt precisi, pochi tool, temperature 0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663440" y="3520440"/>
            <a:ext cx="4023360" cy="109728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773168" y="3593592"/>
            <a:ext cx="380390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Salvate spesso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73168" y="3977640"/>
            <a:ext cx="3803904" cy="59435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200">
                <a:solidFill>
                  <a:srgbClr val="003548"/>
                </a:solidFill>
                <a:latin typeface="Arial"/>
              </a:rPr>
              <a:t>git o almeno copie datate della cartella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Fine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39</a:t>
            </a:fld>
          </a:p>
        </p:txBody>
      </p:sp>
      <p:sp>
        <p:nvSpPr>
          <p:cNvPr id="34" name="TextBox 33"/>
          <p:cNvSpPr txBox="1"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b="1" sz="3200">
                <a:solidFill>
                  <a:srgbClr val="DF6426"/>
                </a:solidFill>
                <a:latin typeface="Arial"/>
              </a:rPr>
              <a:t>BUON LAVORO!</a:t>
            </a:r>
          </a:p>
        </p:txBody>
      </p:sp>
    </p:spTree>
  </p:cSld>
  <p:clrMapOvr>
    <a:masterClrMapping/>
  </p:clrMapOvr>
</p:sld>
</file>

<file path=ppt/slides/slide9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7"/>
          <p:cNvSpPr txBox="1">
            <a:spLocks noGrp="1"/>
          </p:cNvSpPr>
          <p:nvPr>
            <p:ph type="title"/>
          </p:nvPr>
        </p:nvSpPr>
        <p:spPr>
          <a:xfrm>
            <a:off x="3984625" y="3724276"/>
            <a:ext cx="4346576" cy="7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E"/>
              </a:buClr>
              <a:buSzPts val="2000"/>
              <a:buFont typeface="Arial"/>
              <a:buNone/>
            </a:pPr>
            <a:r>
              <a:rPr lang="it-IT"/>
              <a:t>Thank you!</a:t>
            </a:r>
            <a:endParaRPr/>
          </a:p>
        </p:txBody>
      </p:sp>
      <p:sp>
        <p:nvSpPr>
          <p:cNvPr id="541" name="Google Shape;541;p27"/>
          <p:cNvSpPr txBox="1"/>
          <p:nvPr/>
        </p:nvSpPr>
        <p:spPr>
          <a:xfrm>
            <a:off x="711377" y="3726548"/>
            <a:ext cx="4346576" cy="7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E"/>
              </a:buClr>
              <a:buSzPts val="1400"/>
              <a:buFont typeface="Arial"/>
              <a:buNone/>
            </a:pPr>
            <a:r>
              <a:rPr lang="it-IT" sz="1400" b="1">
                <a:solidFill>
                  <a:srgbClr val="FFFFFE"/>
                </a:solidFill>
                <a:latin typeface="Arial"/>
                <a:ea typeface="Arial"/>
                <a:cs typeface="Arial"/>
                <a:sym typeface="Arial"/>
              </a:rPr>
              <a:t>wwww.exprivia.it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uttura personalizzata">
  <a:themeElements>
    <a:clrScheme name="Exprivia colori exe ">
      <a:dk1>
        <a:srgbClr val="771821"/>
      </a:dk1>
      <a:lt1>
        <a:srgbClr val="72B431"/>
      </a:lt1>
      <a:dk2>
        <a:srgbClr val="79215E"/>
      </a:dk2>
      <a:lt2>
        <a:srgbClr val="0070AE"/>
      </a:lt2>
      <a:accent1>
        <a:srgbClr val="7A7B7E"/>
      </a:accent1>
      <a:accent2>
        <a:srgbClr val="EEAD1A"/>
      </a:accent2>
      <a:accent3>
        <a:srgbClr val="A33736"/>
      </a:accent3>
      <a:accent4>
        <a:srgbClr val="AC2B81"/>
      </a:accent4>
      <a:accent5>
        <a:srgbClr val="DF6426"/>
      </a:accent5>
      <a:accent6>
        <a:srgbClr val="005A77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3_Struttura personalizzata">
  <a:themeElements>
    <a:clrScheme name="Exprivia colori exe ">
      <a:dk1>
        <a:srgbClr val="771821"/>
      </a:dk1>
      <a:lt1>
        <a:srgbClr val="72B431"/>
      </a:lt1>
      <a:dk2>
        <a:srgbClr val="79215E"/>
      </a:dk2>
      <a:lt2>
        <a:srgbClr val="0070AE"/>
      </a:lt2>
      <a:accent1>
        <a:srgbClr val="7A7B7E"/>
      </a:accent1>
      <a:accent2>
        <a:srgbClr val="EEAD1A"/>
      </a:accent2>
      <a:accent3>
        <a:srgbClr val="A33736"/>
      </a:accent3>
      <a:accent4>
        <a:srgbClr val="AC2B81"/>
      </a:accent4>
      <a:accent5>
        <a:srgbClr val="DF6426"/>
      </a:accent5>
      <a:accent6>
        <a:srgbClr val="005A77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Struttura personalizzat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Struttura personalizzata">
  <a:themeElements>
    <a:clrScheme name="Impostazioni personalizzate 1">
      <a:dk1>
        <a:srgbClr val="2FB2AB"/>
      </a:dk1>
      <a:lt1>
        <a:srgbClr val="72B431"/>
      </a:lt1>
      <a:dk2>
        <a:srgbClr val="79215E"/>
      </a:dk2>
      <a:lt2>
        <a:srgbClr val="0070AE"/>
      </a:lt2>
      <a:accent1>
        <a:srgbClr val="7A7B7E"/>
      </a:accent1>
      <a:accent2>
        <a:srgbClr val="EEAD1A"/>
      </a:accent2>
      <a:accent3>
        <a:srgbClr val="A33736"/>
      </a:accent3>
      <a:accent4>
        <a:srgbClr val="AC2B81"/>
      </a:accent4>
      <a:accent5>
        <a:srgbClr val="DF6426"/>
      </a:accent5>
      <a:accent6>
        <a:srgbClr val="005A77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Struttura personalizzata">
  <a:themeElements>
    <a:clrScheme name="Exprivia colori exe ">
      <a:dk1>
        <a:srgbClr val="771821"/>
      </a:dk1>
      <a:lt1>
        <a:srgbClr val="72B431"/>
      </a:lt1>
      <a:dk2>
        <a:srgbClr val="79215E"/>
      </a:dk2>
      <a:lt2>
        <a:srgbClr val="0070AE"/>
      </a:lt2>
      <a:accent1>
        <a:srgbClr val="7A7B7E"/>
      </a:accent1>
      <a:accent2>
        <a:srgbClr val="EEAD1A"/>
      </a:accent2>
      <a:accent3>
        <a:srgbClr val="A33736"/>
      </a:accent3>
      <a:accent4>
        <a:srgbClr val="AC2B81"/>
      </a:accent4>
      <a:accent5>
        <a:srgbClr val="DF6426"/>
      </a:accent5>
      <a:accent6>
        <a:srgbClr val="005A77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1_Тема Office">
  <a:themeElements>
    <a:clrScheme name="Impostazioni personalizzate 2">
      <a:dk1>
        <a:srgbClr val="2FB2AB"/>
      </a:dk1>
      <a:lt1>
        <a:srgbClr val="72B431"/>
      </a:lt1>
      <a:dk2>
        <a:srgbClr val="79215E"/>
      </a:dk2>
      <a:lt2>
        <a:srgbClr val="0070AE"/>
      </a:lt2>
      <a:accent1>
        <a:srgbClr val="7A7B7E"/>
      </a:accent1>
      <a:accent2>
        <a:srgbClr val="EEAD1A"/>
      </a:accent2>
      <a:accent3>
        <a:srgbClr val="A33736"/>
      </a:accent3>
      <a:accent4>
        <a:srgbClr val="AC2B81"/>
      </a:accent4>
      <a:accent5>
        <a:srgbClr val="DF6426"/>
      </a:accent5>
      <a:accent6>
        <a:srgbClr val="005A76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Tema di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4280</TotalTime>
  <Words>5410</Words>
  <Application>Microsoft Office PowerPoint</Application>
  <PresentationFormat>Presentazione su schermo (16:10)</PresentationFormat>
  <Paragraphs>533</Paragraphs>
  <Slides>68</Slides>
  <Notes>20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6</vt:i4>
      </vt:variant>
      <vt:variant>
        <vt:lpstr>Titoli diapositive</vt:lpstr>
      </vt:variant>
      <vt:variant>
        <vt:i4>68</vt:i4>
      </vt:variant>
    </vt:vector>
  </HeadingPairs>
  <TitlesOfParts>
    <vt:vector size="78" baseType="lpstr">
      <vt:lpstr>Arial</vt:lpstr>
      <vt:lpstr>Calibri</vt:lpstr>
      <vt:lpstr>Courier New</vt:lpstr>
      <vt:lpstr>Noto Sans Symbols</vt:lpstr>
      <vt:lpstr>Struttura personalizzata</vt:lpstr>
      <vt:lpstr>3_Struttura personalizzata</vt:lpstr>
      <vt:lpstr>2_Struttura personalizzata</vt:lpstr>
      <vt:lpstr>1_Struttura personalizzata</vt:lpstr>
      <vt:lpstr>4_Struttura personalizzata</vt:lpstr>
      <vt:lpstr>1_Тема Office</vt:lpstr>
      <vt:lpstr>Applicazioni dell’Intelligenza Artificiale</vt:lpstr>
      <vt:lpstr>PROGRAMMA DEL CORSO</vt:lpstr>
      <vt:lpstr>NECESSARIO</vt:lpstr>
      <vt:lpstr>INSTALLAZIONE</vt:lpstr>
      <vt:lpstr>0. CONCETTI GENERALI</vt:lpstr>
      <vt:lpstr>0.1 COS'È UN EMBEDDING?</vt:lpstr>
      <vt:lpstr>0.1 UTILITA’ DI FARE EMBEDDING</vt:lpstr>
      <vt:lpstr>0.2 INTRODUZIONE AL RAG</vt:lpstr>
      <vt:lpstr>0.2 RAG: RETRIEVAL-AUGMENTED GENERATION</vt:lpstr>
      <vt:lpstr>0.2 RAG: RETRIEVAL-AUGMENTED GENERATION</vt:lpstr>
      <vt:lpstr>1. CONCETTI CORE</vt:lpstr>
      <vt:lpstr>1.1 CREWAI</vt:lpstr>
      <vt:lpstr>1.1 AI AGENTS</vt:lpstr>
      <vt:lpstr>1.1 AI AGENTS</vt:lpstr>
      <vt:lpstr>1.1.1 CREWAI AGENTS</vt:lpstr>
      <vt:lpstr>1.1.2 CONFIGURAZIONE CON YAML</vt:lpstr>
      <vt:lpstr>1.1.3 CONFIGURAZIONE NEL CODICE</vt:lpstr>
      <vt:lpstr>1.1.4 ESEGUIRE UN AGENT</vt:lpstr>
      <vt:lpstr>ESERCITAZIONE</vt:lpstr>
      <vt:lpstr>1.2 TASKS</vt:lpstr>
      <vt:lpstr>1.2 TASKS</vt:lpstr>
      <vt:lpstr>1.3 TOOLS</vt:lpstr>
      <vt:lpstr>1.3 TOOLS</vt:lpstr>
      <vt:lpstr>1.4 CREWS</vt:lpstr>
      <vt:lpstr>1.4.1 CREAZIONE DI UNA CREW</vt:lpstr>
      <vt:lpstr>ESERCITAZIONE</vt:lpstr>
      <vt:lpstr>ESERCITAZIONE</vt:lpstr>
      <vt:lpstr>ESERCITAZIONE 2</vt:lpstr>
      <vt:lpstr>APPROFONDIMENTO</vt:lpstr>
      <vt:lpstr>PROCESSES</vt:lpstr>
      <vt:lpstr>PROCESSES</vt:lpstr>
      <vt:lpstr>ESERCITAZIONE 3</vt:lpstr>
      <vt:lpstr>ESERCITAZIONE 4</vt:lpstr>
      <vt:lpstr>ESERCITAZIONE 5</vt:lpstr>
      <vt:lpstr>ESERCITAZIONE 6</vt:lpstr>
      <vt:lpstr>ESERCITAZIONE 7</vt:lpstr>
      <vt:lpstr>ESERCITAZIONE 8</vt:lpstr>
      <vt:lpstr>ESERCITAZIONE 9</vt:lpstr>
      <vt:lpstr>ESERCITAZIONE 10</vt:lpstr>
      <vt:lpstr>1.5 FLOWS</vt:lpstr>
      <vt:lpstr>1.5 FLOWS</vt:lpstr>
      <vt:lpstr>1.5 FLOWS</vt:lpstr>
      <vt:lpstr>APPROFONDIMENTO</vt:lpstr>
      <vt:lpstr>OUTPUT STRUTTURATI</vt:lpstr>
      <vt:lpstr>OUTPUT STRUTTURATI</vt:lpstr>
      <vt:lpstr>ESEMPIO PYDANTIC BASE MODEL</vt:lpstr>
      <vt:lpstr>1.5 FLOWS</vt:lpstr>
      <vt:lpstr>1.5 FLOWS</vt:lpstr>
      <vt:lpstr>1.5 FLOWS</vt:lpstr>
      <vt:lpstr>ESERCITAZIONE 1</vt:lpstr>
      <vt:lpstr>ESERCITAZIONE 2</vt:lpstr>
      <vt:lpstr>ESERCITAZIONE 3</vt:lpstr>
      <vt:lpstr>ESERCITAZIONE 4</vt:lpstr>
      <vt:lpstr>ESERCITAZIONE 5</vt:lpstr>
      <vt:lpstr>ESERCITAZIONE 6</vt:lpstr>
      <vt:lpstr>ESERCITAZIONE 6</vt:lpstr>
      <vt:lpstr>ESERCITAZIONE 6</vt:lpstr>
      <vt:lpstr>ESERCITAZIONE 6</vt:lpstr>
      <vt:lpstr>ESERCITAZIONE 7</vt:lpstr>
      <vt:lpstr>ESERCITAZIONE 7</vt:lpstr>
      <vt:lpstr>APPROFONDIMENTO</vt:lpstr>
      <vt:lpstr>TASKS CONDIZIONALI</vt:lpstr>
      <vt:lpstr>TASKS CONDIZIONALI</vt:lpstr>
      <vt:lpstr>KNOWLEDGE &amp; MEMORY</vt:lpstr>
      <vt:lpstr>KNOWLEDGE &amp; MEMORY</vt:lpstr>
      <vt:lpstr>KNOWLEDGE &amp; MEMORY</vt:lpstr>
      <vt:lpstr>Fine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 c</dc:creator>
  <cp:lastModifiedBy>Zecchillo Nicola</cp:lastModifiedBy>
  <cp:revision>29</cp:revision>
  <dcterms:created xsi:type="dcterms:W3CDTF">2016-07-21T07:22:42Z</dcterms:created>
  <dcterms:modified xsi:type="dcterms:W3CDTF">2026-01-12T13:40:32Z</dcterms:modified>
</cp:coreProperties>
</file>