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50" r:id="rId2"/>
    <p:sldMasterId id="2147483667" r:id="rId3"/>
    <p:sldMasterId id="2147483669" r:id="rId4"/>
    <p:sldMasterId id="2147483671" r:id="rId5"/>
    <p:sldMasterId id="2147483688" r:id="rId6"/>
  </p:sldMasterIdLst>
  <p:notesMasterIdLst>
    <p:notesMasterId r:id="rId75"/>
  </p:notesMasterIdLst>
  <p:sldIdLst>
    <p:sldId id="256" r:id="rId7"/>
    <p:sldId id="283" r:id="rId17"/>
    <p:sldId id="284" r:id="rId18"/>
    <p:sldId id="285" r:id="rId19"/>
    <p:sldId id="286" r:id="rId20"/>
    <p:sldId id="287" r:id="rId21"/>
    <p:sldId id="288" r:id="rId22"/>
    <p:sldId id="289" r:id="rId23"/>
    <p:sldId id="290" r:id="rId24"/>
    <p:sldId id="291" r:id="rId25"/>
    <p:sldId id="292" r:id="rId26"/>
    <p:sldId id="293" r:id="rId27"/>
    <p:sldId id="294" r:id="rId28"/>
    <p:sldId id="295" r:id="rId29"/>
    <p:sldId id="296" r:id="rId30"/>
    <p:sldId id="297" r:id="rId31"/>
    <p:sldId id="298" r:id="rId32"/>
    <p:sldId id="299" r:id="rId33"/>
    <p:sldId id="300" r:id="rId34"/>
    <p:sldId id="301" r:id="rId35"/>
    <p:sldId id="302" r:id="rId36"/>
    <p:sldId id="303" r:id="rId37"/>
    <p:sldId id="304" r:id="rId38"/>
    <p:sldId id="305" r:id="rId39"/>
    <p:sldId id="306" r:id="rId40"/>
    <p:sldId id="307" r:id="rId41"/>
    <p:sldId id="308" r:id="rId42"/>
    <p:sldId id="309" r:id="rId43"/>
    <p:sldId id="310" r:id="rId44"/>
    <p:sldId id="311" r:id="rId45"/>
    <p:sldId id="312" r:id="rId46"/>
    <p:sldId id="313" r:id="rId47"/>
    <p:sldId id="314" r:id="rId48"/>
    <p:sldId id="315" r:id="rId49"/>
    <p:sldId id="316" r:id="rId50"/>
    <p:sldId id="317" r:id="rId51"/>
    <p:sldId id="318" r:id="rId52"/>
    <p:sldId id="319" r:id="rId53"/>
    <p:sldId id="320" r:id="rId54"/>
    <p:sldId id="321" r:id="rId55"/>
    <p:sldId id="322" r:id="rId56"/>
    <p:sldId id="323" r:id="rId57"/>
    <p:sldId id="324" r:id="rId58"/>
    <p:sldId id="325" r:id="rId59"/>
    <p:sldId id="326" r:id="rId60"/>
    <p:sldId id="327" r:id="rId61"/>
    <p:sldId id="328" r:id="rId62"/>
    <p:sldId id="329" r:id="rId63"/>
    <p:sldId id="330" r:id="rId64"/>
    <p:sldId id="331" r:id="rId65"/>
    <p:sldId id="332" r:id="rId66"/>
    <p:sldId id="333" r:id="rId67"/>
    <p:sldId id="334" r:id="rId68"/>
    <p:sldId id="335" r:id="rId69"/>
    <p:sldId id="336" r:id="rId70"/>
    <p:sldId id="337" r:id="rId71"/>
    <p:sldId id="338" r:id="rId72"/>
    <p:sldId id="339" r:id="rId73"/>
    <p:sldId id="340" r:id="rId16"/>
    <p:sldId id="341" r:id="rId15"/>
    <p:sldId id="342" r:id="rId14"/>
    <p:sldId id="343" r:id="rId13"/>
    <p:sldId id="344" r:id="rId12"/>
    <p:sldId id="345" r:id="rId11"/>
    <p:sldId id="346" r:id="rId10"/>
    <p:sldId id="347" r:id="rId9"/>
    <p:sldId id="348" r:id="rId8"/>
    <p:sldId id="349" r:id="rId83"/>
    <p:sldId id="350" r:id="rId84"/>
    <p:sldId id="351" r:id="rId85"/>
    <p:sldId id="352" r:id="rId86"/>
    <p:sldId id="353" r:id="rId87"/>
    <p:sldId id="354" r:id="rId88"/>
    <p:sldId id="355" r:id="rId89"/>
    <p:sldId id="356" r:id="rId90"/>
    <p:sldId id="357" r:id="rId91"/>
    <p:sldId id="358" r:id="rId92"/>
    <p:sldId id="359" r:id="rId93"/>
    <p:sldId id="360" r:id="rId94"/>
    <p:sldId id="361" r:id="rId95"/>
    <p:sldId id="362" r:id="rId96"/>
    <p:sldId id="363" r:id="rId97"/>
    <p:sldId id="364" r:id="rId98"/>
    <p:sldId id="365" r:id="rId99"/>
    <p:sldId id="366" r:id="rId100"/>
    <p:sldId id="367" r:id="rId101"/>
    <p:sldId id="368" r:id="rId102"/>
    <p:sldId id="369" r:id="rId103"/>
    <p:sldId id="370" r:id="rId104"/>
    <p:sldId id="282" r:id="rId74"/>
  </p:sldIdLst>
  <p:sldSz cx="9144000" cy="5715000" type="screen16x10"/>
  <p:notesSz cx="6808788" cy="9940925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454">
          <p15:clr>
            <a:srgbClr val="A4A3A4"/>
          </p15:clr>
        </p15:guide>
        <p15:guide id="2" orient="horz" pos="734">
          <p15:clr>
            <a:srgbClr val="A4A3A4"/>
          </p15:clr>
        </p15:guide>
        <p15:guide id="3" orient="horz" pos="3071">
          <p15:clr>
            <a:srgbClr val="A4A3A4"/>
          </p15:clr>
        </p15:guide>
        <p15:guide id="4" orient="horz" pos="620">
          <p15:clr>
            <a:srgbClr val="A4A3A4"/>
          </p15:clr>
        </p15:guide>
        <p15:guide id="5" orient="horz" pos="226">
          <p15:clr>
            <a:srgbClr val="A4A3A4"/>
          </p15:clr>
        </p15:guide>
        <p15:guide id="6" pos="292">
          <p15:clr>
            <a:srgbClr val="A4A3A4"/>
          </p15:clr>
        </p15:guide>
        <p15:guide id="7" pos="547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>
          <p15:clr>
            <a:srgbClr val="A4A3A4"/>
          </p15:clr>
        </p15:guide>
        <p15:guide id="2" pos="2145">
          <p15:clr>
            <a:srgbClr val="A4A3A4"/>
          </p15:clr>
        </p15:guide>
      </p15:notes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6" roundtripDataSignature="AMtx7mjrOR6fTdZCI65iMcBvL3/YglpeO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548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8210CE-F939-4687-8FED-81C133DF7112}" v="4" dt="2026-01-06T15:16:01.7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1162" y="67"/>
      </p:cViewPr>
      <p:guideLst>
        <p:guide orient="horz" pos="3454"/>
        <p:guide orient="horz" pos="734"/>
        <p:guide orient="horz" pos="3071"/>
        <p:guide orient="horz" pos="620"/>
        <p:guide orient="horz" pos="226"/>
        <p:guide pos="292"/>
        <p:guide pos="547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131"/>
        <p:guide pos="2145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" Target="slides/slide1.xml"/><Relationship Id="rId8" Type="http://schemas.openxmlformats.org/officeDocument/2006/relationships/slide" Target="slides/slide68.xml"/><Relationship Id="rId9" Type="http://schemas.openxmlformats.org/officeDocument/2006/relationships/slide" Target="slides/slide67.xml"/><Relationship Id="rId10" Type="http://schemas.openxmlformats.org/officeDocument/2006/relationships/slide" Target="slides/slide66.xml"/><Relationship Id="rId11" Type="http://schemas.openxmlformats.org/officeDocument/2006/relationships/slide" Target="slides/slide65.xml"/><Relationship Id="rId12" Type="http://schemas.openxmlformats.org/officeDocument/2006/relationships/slide" Target="slides/slide64.xml"/><Relationship Id="rId13" Type="http://schemas.openxmlformats.org/officeDocument/2006/relationships/slide" Target="slides/slide63.xml"/><Relationship Id="rId14" Type="http://schemas.openxmlformats.org/officeDocument/2006/relationships/slide" Target="slides/slide62.xml"/><Relationship Id="rId15" Type="http://schemas.openxmlformats.org/officeDocument/2006/relationships/slide" Target="slides/slide61.xml"/><Relationship Id="rId16" Type="http://schemas.openxmlformats.org/officeDocument/2006/relationships/slide" Target="slides/slide60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28" Type="http://schemas.openxmlformats.org/officeDocument/2006/relationships/slide" Target="slides/slide14.xml"/><Relationship Id="rId29" Type="http://schemas.openxmlformats.org/officeDocument/2006/relationships/slide" Target="slides/slide15.xml"/><Relationship Id="rId30" Type="http://schemas.openxmlformats.org/officeDocument/2006/relationships/slide" Target="slides/slide16.xml"/><Relationship Id="rId31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slide" Target="slides/slide20.xml"/><Relationship Id="rId35" Type="http://schemas.openxmlformats.org/officeDocument/2006/relationships/slide" Target="slides/slide21.xml"/><Relationship Id="rId36" Type="http://schemas.openxmlformats.org/officeDocument/2006/relationships/slide" Target="slides/slide22.xml"/><Relationship Id="rId37" Type="http://schemas.openxmlformats.org/officeDocument/2006/relationships/slide" Target="slides/slide23.xml"/><Relationship Id="rId38" Type="http://schemas.openxmlformats.org/officeDocument/2006/relationships/slide" Target="slides/slide24.xml"/><Relationship Id="rId39" Type="http://schemas.openxmlformats.org/officeDocument/2006/relationships/slide" Target="slides/slide25.xml"/><Relationship Id="rId40" Type="http://schemas.openxmlformats.org/officeDocument/2006/relationships/slide" Target="slides/slide26.xml"/><Relationship Id="rId41" Type="http://schemas.openxmlformats.org/officeDocument/2006/relationships/slide" Target="slides/slide27.xml"/><Relationship Id="rId42" Type="http://schemas.openxmlformats.org/officeDocument/2006/relationships/slide" Target="slides/slide28.xml"/><Relationship Id="rId43" Type="http://schemas.openxmlformats.org/officeDocument/2006/relationships/slide" Target="slides/slide29.xml"/><Relationship Id="rId44" Type="http://schemas.openxmlformats.org/officeDocument/2006/relationships/slide" Target="slides/slide30.xml"/><Relationship Id="rId45" Type="http://schemas.openxmlformats.org/officeDocument/2006/relationships/slide" Target="slides/slide31.xml"/><Relationship Id="rId46" Type="http://schemas.openxmlformats.org/officeDocument/2006/relationships/slide" Target="slides/slide32.xml"/><Relationship Id="rId47" Type="http://schemas.openxmlformats.org/officeDocument/2006/relationships/slide" Target="slides/slide33.xml"/><Relationship Id="rId48" Type="http://schemas.openxmlformats.org/officeDocument/2006/relationships/slide" Target="slides/slide34.xml"/><Relationship Id="rId49" Type="http://schemas.openxmlformats.org/officeDocument/2006/relationships/slide" Target="slides/slide35.xml"/><Relationship Id="rId50" Type="http://schemas.openxmlformats.org/officeDocument/2006/relationships/slide" Target="slides/slide36.xml"/><Relationship Id="rId51" Type="http://schemas.openxmlformats.org/officeDocument/2006/relationships/slide" Target="slides/slide37.xml"/><Relationship Id="rId52" Type="http://schemas.openxmlformats.org/officeDocument/2006/relationships/slide" Target="slides/slide38.xml"/><Relationship Id="rId53" Type="http://schemas.openxmlformats.org/officeDocument/2006/relationships/slide" Target="slides/slide39.xml"/><Relationship Id="rId54" Type="http://schemas.openxmlformats.org/officeDocument/2006/relationships/slide" Target="slides/slide40.xml"/><Relationship Id="rId55" Type="http://schemas.openxmlformats.org/officeDocument/2006/relationships/slide" Target="slides/slide41.xml"/><Relationship Id="rId56" Type="http://schemas.openxmlformats.org/officeDocument/2006/relationships/slide" Target="slides/slide42.xml"/><Relationship Id="rId57" Type="http://schemas.openxmlformats.org/officeDocument/2006/relationships/slide" Target="slides/slide43.xml"/><Relationship Id="rId58" Type="http://schemas.openxmlformats.org/officeDocument/2006/relationships/slide" Target="slides/slide44.xml"/><Relationship Id="rId59" Type="http://schemas.openxmlformats.org/officeDocument/2006/relationships/slide" Target="slides/slide45.xml"/><Relationship Id="rId60" Type="http://schemas.openxmlformats.org/officeDocument/2006/relationships/slide" Target="slides/slide46.xml"/><Relationship Id="rId61" Type="http://schemas.openxmlformats.org/officeDocument/2006/relationships/slide" Target="slides/slide47.xml"/><Relationship Id="rId62" Type="http://schemas.openxmlformats.org/officeDocument/2006/relationships/slide" Target="slides/slide48.xml"/><Relationship Id="rId63" Type="http://schemas.openxmlformats.org/officeDocument/2006/relationships/slide" Target="slides/slide49.xml"/><Relationship Id="rId64" Type="http://schemas.openxmlformats.org/officeDocument/2006/relationships/slide" Target="slides/slide50.xml"/><Relationship Id="rId65" Type="http://schemas.openxmlformats.org/officeDocument/2006/relationships/slide" Target="slides/slide51.xml"/><Relationship Id="rId66" Type="http://schemas.openxmlformats.org/officeDocument/2006/relationships/slide" Target="slides/slide52.xml"/><Relationship Id="rId67" Type="http://schemas.openxmlformats.org/officeDocument/2006/relationships/slide" Target="slides/slide53.xml"/><Relationship Id="rId68" Type="http://schemas.openxmlformats.org/officeDocument/2006/relationships/slide" Target="slides/slide54.xml"/><Relationship Id="rId69" Type="http://schemas.openxmlformats.org/officeDocument/2006/relationships/slide" Target="slides/slide55.xml"/><Relationship Id="rId70" Type="http://schemas.openxmlformats.org/officeDocument/2006/relationships/slide" Target="slides/slide56.xml"/><Relationship Id="rId71" Type="http://schemas.openxmlformats.org/officeDocument/2006/relationships/slide" Target="slides/slide57.xml"/><Relationship Id="rId72" Type="http://schemas.openxmlformats.org/officeDocument/2006/relationships/slide" Target="slides/slide58.xml"/><Relationship Id="rId73" Type="http://schemas.openxmlformats.org/officeDocument/2006/relationships/slide" Target="slides/slide59.xml"/><Relationship Id="rId74" Type="http://schemas.openxmlformats.org/officeDocument/2006/relationships/slide" Target="slides/slide999.xml"/><Relationship Id="rId75" Type="http://schemas.openxmlformats.org/officeDocument/2006/relationships/notesMaster" Target="notesMasters/notesMaster1.xml"/><Relationship Id="rId76" Type="http://customschemas.google.com/relationships/presentationmetadata" Target="metadata"/><Relationship Id="rId77" Type="http://schemas.openxmlformats.org/officeDocument/2006/relationships/presProps" Target="presProps.xml"/><Relationship Id="rId78" Type="http://schemas.openxmlformats.org/officeDocument/2006/relationships/viewProps" Target="viewProps.xml"/><Relationship Id="rId79" Type="http://schemas.openxmlformats.org/officeDocument/2006/relationships/theme" Target="theme/theme1.xml"/><Relationship Id="rId80" Type="http://schemas.openxmlformats.org/officeDocument/2006/relationships/tableStyles" Target="tableStyles.xml"/><Relationship Id="rId81" Type="http://schemas.microsoft.com/office/2016/11/relationships/changesInfo" Target="changesInfos/changesInfo1.xml"/><Relationship Id="rId82" Type="http://schemas.microsoft.com/office/2015/10/relationships/revisionInfo" Target="revisionInfo.xml"/><Relationship Id="rId83" Type="http://schemas.openxmlformats.org/officeDocument/2006/relationships/slide" Target="slides/slide69.xml"/><Relationship Id="rId84" Type="http://schemas.openxmlformats.org/officeDocument/2006/relationships/slide" Target="slides/slide70.xml"/><Relationship Id="rId85" Type="http://schemas.openxmlformats.org/officeDocument/2006/relationships/slide" Target="slides/slide71.xml"/><Relationship Id="rId86" Type="http://schemas.openxmlformats.org/officeDocument/2006/relationships/slide" Target="slides/slide72.xml"/><Relationship Id="rId87" Type="http://schemas.openxmlformats.org/officeDocument/2006/relationships/slide" Target="slides/slide73.xml"/><Relationship Id="rId88" Type="http://schemas.openxmlformats.org/officeDocument/2006/relationships/slide" Target="slides/slide74.xml"/><Relationship Id="rId89" Type="http://schemas.openxmlformats.org/officeDocument/2006/relationships/slide" Target="slides/slide75.xml"/><Relationship Id="rId90" Type="http://schemas.openxmlformats.org/officeDocument/2006/relationships/slide" Target="slides/slide76.xml"/><Relationship Id="rId91" Type="http://schemas.openxmlformats.org/officeDocument/2006/relationships/slide" Target="slides/slide77.xml"/><Relationship Id="rId92" Type="http://schemas.openxmlformats.org/officeDocument/2006/relationships/slide" Target="slides/slide78.xml"/><Relationship Id="rId93" Type="http://schemas.openxmlformats.org/officeDocument/2006/relationships/slide" Target="slides/slide79.xml"/><Relationship Id="rId94" Type="http://schemas.openxmlformats.org/officeDocument/2006/relationships/slide" Target="slides/slide80.xml"/><Relationship Id="rId95" Type="http://schemas.openxmlformats.org/officeDocument/2006/relationships/slide" Target="slides/slide81.xml"/><Relationship Id="rId96" Type="http://schemas.openxmlformats.org/officeDocument/2006/relationships/slide" Target="slides/slide82.xml"/><Relationship Id="rId97" Type="http://schemas.openxmlformats.org/officeDocument/2006/relationships/slide" Target="slides/slide83.xml"/><Relationship Id="rId98" Type="http://schemas.openxmlformats.org/officeDocument/2006/relationships/slide" Target="slides/slide84.xml"/><Relationship Id="rId99" Type="http://schemas.openxmlformats.org/officeDocument/2006/relationships/slide" Target="slides/slide85.xml"/><Relationship Id="rId100" Type="http://schemas.openxmlformats.org/officeDocument/2006/relationships/slide" Target="slides/slide86.xml"/><Relationship Id="rId101" Type="http://schemas.openxmlformats.org/officeDocument/2006/relationships/slide" Target="slides/slide87.xml"/><Relationship Id="rId102" Type="http://schemas.openxmlformats.org/officeDocument/2006/relationships/slide" Target="slides/slide88.xml"/><Relationship Id="rId103" Type="http://schemas.openxmlformats.org/officeDocument/2006/relationships/slide" Target="slides/slide89.xml"/><Relationship Id="rId104" Type="http://schemas.openxmlformats.org/officeDocument/2006/relationships/slide" Target="slides/slide9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ecchillo Nicola" userId="0c82bede-fc38-4c81-b0fa-7bf11526720c" providerId="ADAL" clId="{85A94FBE-954E-4679-981B-6AFBEE0D60DB}"/>
    <pc:docChg chg="modSld">
      <pc:chgData name="Zecchillo Nicola" userId="0c82bede-fc38-4c81-b0fa-7bf11526720c" providerId="ADAL" clId="{85A94FBE-954E-4679-981B-6AFBEE0D60DB}" dt="2026-01-06T15:16:07.866" v="14" actId="20577"/>
      <pc:docMkLst>
        <pc:docMk/>
      </pc:docMkLst>
      <pc:sldChg chg="modSp mod">
        <pc:chgData name="Zecchillo Nicola" userId="0c82bede-fc38-4c81-b0fa-7bf11526720c" providerId="ADAL" clId="{85A94FBE-954E-4679-981B-6AFBEE0D60DB}" dt="2026-01-06T15:16:07.866" v="14" actId="20577"/>
        <pc:sldMkLst>
          <pc:docMk/>
          <pc:sldMk cId="0" sldId="258"/>
        </pc:sldMkLst>
        <pc:spChg chg="mod">
          <ac:chgData name="Zecchillo Nicola" userId="0c82bede-fc38-4c81-b0fa-7bf11526720c" providerId="ADAL" clId="{85A94FBE-954E-4679-981B-6AFBEE0D60DB}" dt="2026-01-06T15:16:07.866" v="14" actId="20577"/>
          <ac:spMkLst>
            <pc:docMk/>
            <pc:sldMk cId="0" sldId="258"/>
            <ac:spMk id="5" creationId="{95071558-8A8F-3420-FEF3-5AB6BCD21D65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50475" cy="497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56737" y="0"/>
            <a:ext cx="2950475" cy="497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23863" y="746125"/>
            <a:ext cx="5961062" cy="3727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0879" y="4721940"/>
            <a:ext cx="5447030" cy="4473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42154"/>
            <a:ext cx="2950475" cy="497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56737" y="9442154"/>
            <a:ext cx="2950475" cy="497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9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:notes"/>
          <p:cNvSpPr txBox="1">
            <a:spLocks noGrp="1"/>
          </p:cNvSpPr>
          <p:nvPr>
            <p:ph type="body" idx="1"/>
          </p:nvPr>
        </p:nvSpPr>
        <p:spPr>
          <a:xfrm>
            <a:off x="680879" y="4721940"/>
            <a:ext cx="5447030" cy="4473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3863" y="746125"/>
            <a:ext cx="5961062" cy="3727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- `input_schema`: cosa accetta `invoke`</a:t>
            </a:r>
          </a:p>
          <a:p>
            <a:r>
              <a:t>- `output_schema`: cosa restituisce</a:t>
            </a:r>
          </a:p>
          <a:p>
            <a:r>
              <a:t>- Le chiavi interne (documenti, contatori) restano **private**: API del grafo più pulita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Verificare prima della lezione che tutti abbiano Ollama attivo (icona nella tray) e almeno un modello scaricato.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Il piano gratuito di Ollama Cloud ha crediti limitati e 1 richiesta alla volta: ottimo per provare modelli grandi o per la demo finale, non per sviluppare tutto il giorno.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Far notare che 'messaggio' non viene passato in input: è il nodo a crearlo.</a:t>
            </a:r>
          </a:p>
          <a:p>
            <a:r>
              <a:t>- Lo **state** è un `TypedDict`: un dizionario con chiavi tipizzate</a:t>
            </a:r>
          </a:p>
          <a:p>
            <a:r>
              <a:t>- Il nodo restituisce **solo** le chiavi che cambia</a:t>
            </a:r>
          </a:p>
          <a:p>
            <a:r>
              <a:t>- `compile()` valida il grafo (nodi orfani, archi errati)</a:t>
            </a:r>
          </a:p>
          <a:p>
            <a:r>
              <a:t>- `invoke()` riceve lo state iniziale e restituisce quello finale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Soluzione di riferimento: Soluzioni/E01_scheda_personale.py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Soluzioni: E02_pipeline_testo.py e E03_calcolatrice_router.py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Nelle versioni recenti il default di recursion_limit è molto alto: impostarlo sempre in modo esplicito durante lo sviluppo.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Soluzione: E04_indovina_numero.py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- Un nodo = una chiamata all'LLM con **tutta** la cronologia</a:t>
            </a:r>
          </a:p>
          <a:p>
            <a:r>
              <a:t>- Senza persistenza ogni `invoke` riparte da zero: il bot **dimentica**</a:t>
            </a:r>
          </a:p>
          <a:p>
            <a:r>
              <a:t>- Serve un **checkpointer**…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Soluzione: E05_chatbot_memoria.py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- `bind_tools` comunica all'LLM quali tool esistono</a:t>
            </a:r>
          </a:p>
          <a:p>
            <a:r>
              <a:t>- Ogni `ToolMessage` deve avere il `tool_call_id` della richiesta</a:t>
            </a:r>
          </a:p>
          <a:p>
            <a:r>
              <a:t>- Il router guarda solo l'**ultimo** messaggio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- `ToolNode` esegue tutte le tool_calls (anche in parallelo); intercetta argomenti errati e tool inesistenti, le altre eccezioni solo con `handle_tool_errors=True`</a:t>
            </a:r>
          </a:p>
          <a:p>
            <a:r>
              <a:t>- `tools_condition` = il nostro `deve_continuare`</a:t>
            </a:r>
          </a:p>
          <a:p>
            <a:r>
              <a:t>- Stesso grafo, meno codice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- Da `langchain.agents` (v1): sostituisce il vecchio `create_react_agent` di `langgraph.prebuilt`, ora deprecato</a:t>
            </a:r>
          </a:p>
          <a:p>
            <a:r>
              <a:t>- Restituisce un **grafo compilato**: si può usare come nodo di un altro grafo</a:t>
            </a:r>
          </a:p>
          <a:p>
            <a:r>
              <a:t>- Supporta `middleware` (retry, HITL, riassunto…) e `response_format`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Soluzione: E06_agente_viaggio.py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Il router legge un campo dello state scritto da un nodo LLM: l'LLM **classifica**, il codice **decide** il percorso.</a:t>
            </a:r>
          </a:p>
          <a:p>
            <a:r>
              <a:t>Passare una **lista** di destinazioni a `add_conditional_edges` le rende visibili nel diagramma.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- Più archi da uno stesso nodo = esecuzione **parallela**</a:t>
            </a:r>
          </a:p>
          <a:p>
            <a:r>
              <a:t>- `add_edge([a, b, c], nodo)` attende che **tutti** abbiano finito</a:t>
            </a:r>
          </a:p>
          <a:p>
            <a:r>
              <a:t>- La chiave condivisa **deve** avere un reducer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- Un LLM "critico" valuta e restituisce feedback strutturato</a:t>
            </a:r>
          </a:p>
          <a:p>
            <a:r>
              <a:t>- Il feedback rientra nel prompt del generatore</a:t>
            </a:r>
          </a:p>
          <a:p>
            <a:r>
              <a:t>- **Sempre** un numero massimo di tentativi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Soluzione: E07_smistatore_email.py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3863" y="746125"/>
            <a:ext cx="5961062" cy="3727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7" name="Google Shape;537;p27:notes"/>
          <p:cNvSpPr txBox="1">
            <a:spLocks noGrp="1"/>
          </p:cNvSpPr>
          <p:nvPr>
            <p:ph type="body" idx="1"/>
          </p:nvPr>
        </p:nvSpPr>
        <p:spPr>
          <a:xfrm>
            <a:off x="680879" y="4721940"/>
            <a:ext cx="5447030" cy="4473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8" name="Google Shape;538;p27:notes"/>
          <p:cNvSpPr txBox="1">
            <a:spLocks noGrp="1"/>
          </p:cNvSpPr>
          <p:nvPr>
            <p:ph type="sldNum" idx="12"/>
          </p:nvPr>
        </p:nvSpPr>
        <p:spPr>
          <a:xfrm>
            <a:off x="3856737" y="9442154"/>
            <a:ext cx="2950475" cy="497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68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- **Validazione** dell'input e valori di default</a:t>
            </a:r>
          </a:p>
          <a:p>
            <a:r>
              <a:t>- Più lento di TypedDict: usarlo dove serve davvero</a:t>
            </a:r>
          </a:p>
          <a:p>
            <a:r>
              <a:t>- Utile per dati che arrivano dall'utente (prenotazioni, ordini)</a:t>
            </a:r>
          </a:p>
          <a:p>
            <a:r>
              <a:t>- `create_agent` non supporta state Pydantic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Il **context** contiene dati che non cambiano durante l'esecuzione: utente, lingua, connessione DB, modello da usare.</a:t>
            </a:r>
          </a:p>
          <a:p>
            <a:r>
              <a:t>Non finisce nello state né nei checkpoint.</a:t>
            </a:r>
          </a:p>
          <a:p>
            <a:r>
              <a:t>Si legge con `runtime.context` (anche nei tool).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- Un nodo restituisce `Command(update=…, goto=…)`</a:t>
            </a:r>
          </a:p>
          <a:p>
            <a:r>
              <a:t>- Il type hint `Command[Literal[…]]` dichiara le destinazioni (per il diagramma)</a:t>
            </a:r>
          </a:p>
          <a:p>
            <a:r>
              <a:t>- Ideale per **handoff** tra agenti</a:t>
            </a:r>
          </a:p>
          <a:p>
            <a:r>
              <a:t>- `graph=Command.PARENT` salta al grafo padre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L'ordine dei risultati **non è garantito**: se serve, includete un indice nello stato del worker.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- Un grafo compilato si comporta come un **nodo**</a:t>
            </a:r>
          </a:p>
          <a:p>
            <a:r>
              <a:t>- Componenti riusabili e testabili separatamente</a:t>
            </a:r>
          </a:p>
          <a:p>
            <a:r>
              <a:t>- Base dei sistemi **multi-agente**: ogni agente è un sottografo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- **Chiavi condivise** → aggiunta diretta con `add_node`</a:t>
            </a:r>
          </a:p>
          <a:p>
            <a:r>
              <a:t>- **Schemi diversi** → nodo wrapper che traduce input e output</a:t>
            </a:r>
          </a:p>
          <a:p>
            <a:r>
              <a:t>- `get_state(config, subgraphs=True)` per ispezionarne lo stato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Soluzione: E09_redattore_hitl.py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- `compile(store=...)` rende lo store disponibile come `runtime.store`</a:t>
            </a:r>
          </a:p>
          <a:p>
            <a:r>
              <a:t>- Namespace = tupla, es. `(utente_id, "preferenze")`</a:t>
            </a:r>
          </a:p>
          <a:p>
            <a:r>
              <a:t>- Per la produzione esistono store su Postgres/Redis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- `values` / `updates`: avanzamento del grafo</a:t>
            </a:r>
          </a:p>
          <a:p>
            <a:r>
              <a:t>- `messages`: token LLM (UX tipo chat)</a:t>
            </a:r>
          </a:p>
          <a:p>
            <a:r>
              <a:t>- `custom`: progressi emessi con `get_stream_writer()`</a:t>
            </a:r>
          </a:p>
          <a:p>
            <a:r>
              <a:t>- `subgraphs=True` include i sottografi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- Ogni sotto-agente ha **contesto pulito** e pochi tool</a:t>
            </a:r>
          </a:p>
          <a:p>
            <a:r>
              <a:t>- La docstring del tool dice al supervisore **quando delegare**</a:t>
            </a:r>
          </a:p>
          <a:p>
            <a:r>
              <a:t>- Il supervisore sintetizza la risposta finale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- Classificazione con `with_structured_output` → routing affidabile</a:t>
            </a:r>
          </a:p>
          <a:p>
            <a:r>
              <a:t>- Gli agenti (`create_agent`) sono **nodi** del grafo</a:t>
            </a:r>
          </a:p>
          <a:p>
            <a:r>
              <a:t>- Un giro per turno: la memoria del thread conserva il contesto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- Una pagina = un `Document` con metadati</a:t>
            </a:r>
          </a:p>
          <a:p>
            <a:r>
              <a:t>- Chunk sovrapposti per non spezzare i concetti</a:t>
            </a:r>
          </a:p>
          <a:p>
            <a:r>
              <a:t>- Embedding con un modello Ollama</a:t>
            </a:r>
          </a:p>
          <a:p>
            <a:r>
              <a:t>- Il tool restituisce le **fonti** (pagina)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 modelli piccoli il grader può essere troppo severo o troppo permissivo: farlo testare su domande dentro e fuori dominio.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- Lo schema delle tabelle va nella docstring</a:t>
            </a:r>
          </a:p>
          <a:p>
            <a:r>
              <a:t>- `mode=ro` impedisce qualsiasi scrittura</a:t>
            </a:r>
          </a:p>
          <a:p>
            <a:r>
              <a:t>- `fetchmany` limita le righe in contesto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Far notare: validazione, parametri, calcolo del totale nel codice, transazione, ricevuta JSON. È lo schema richiesto nelle tracce di project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- `RetryPolicy` per errori **transitori** (rete, timeout)</a:t>
            </a:r>
          </a:p>
          <a:p>
            <a:r>
              <a:t>- `CachePolicy` per nodi costosi e deterministici</a:t>
            </a:r>
          </a:p>
          <a:p>
            <a:r>
              <a:t>- `recursion_limit` esplicito</a:t>
            </a:r>
          </a:p>
          <a:p>
            <a:r>
              <a:t>- Novità 1.2: `timeout=` e `error_handler=` su `add_node`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Soluzioni: E08_recensioni_map_reduce.py, E10_rag_correttivo.py, E11_commesso_sqlite.py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uoto">
  <p:cSld name="Vuoto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9"/>
          <p:cNvSpPr txBox="1">
            <a:spLocks noGrp="1"/>
          </p:cNvSpPr>
          <p:nvPr>
            <p:ph type="title"/>
          </p:nvPr>
        </p:nvSpPr>
        <p:spPr>
          <a:xfrm>
            <a:off x="3984625" y="3724276"/>
            <a:ext cx="4346576" cy="7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FFFE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FFFFF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" name="Google Shape;16;p29"/>
          <p:cNvSpPr txBox="1">
            <a:spLocks noGrp="1"/>
          </p:cNvSpPr>
          <p:nvPr>
            <p:ph type="body" idx="1"/>
          </p:nvPr>
        </p:nvSpPr>
        <p:spPr>
          <a:xfrm>
            <a:off x="3984624" y="4788067"/>
            <a:ext cx="4346575" cy="5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0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rgbClr val="FFFFFE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29"/>
          <p:cNvSpPr txBox="1">
            <a:spLocks noGrp="1"/>
          </p:cNvSpPr>
          <p:nvPr>
            <p:ph type="body" idx="2"/>
          </p:nvPr>
        </p:nvSpPr>
        <p:spPr>
          <a:xfrm>
            <a:off x="1241425" y="3898900"/>
            <a:ext cx="2352675" cy="45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t" anchorCtr="0">
            <a:normAutofit/>
          </a:bodyPr>
          <a:lstStyle>
            <a:lvl1pPr marL="457200" marR="0" lvl="0" indent="-228600" algn="l" rtl="0">
              <a:spcBef>
                <a:spcPts val="240"/>
              </a:spcBef>
              <a:spcAft>
                <a:spcPts val="0"/>
              </a:spcAft>
              <a:buClr>
                <a:srgbClr val="FFFFFE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29"/>
          <p:cNvSpPr txBox="1">
            <a:spLocks noGrp="1"/>
          </p:cNvSpPr>
          <p:nvPr>
            <p:ph type="body" idx="3"/>
          </p:nvPr>
        </p:nvSpPr>
        <p:spPr>
          <a:xfrm>
            <a:off x="1241425" y="4824412"/>
            <a:ext cx="2352675" cy="513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0" anchor="t" anchorCtr="0">
            <a:normAutofit/>
          </a:bodyPr>
          <a:lstStyle>
            <a:lvl1pPr marL="457200" marR="0" lvl="0" indent="-228600" algn="l" rtl="0">
              <a:spcBef>
                <a:spcPts val="210"/>
              </a:spcBef>
              <a:spcAft>
                <a:spcPts val="0"/>
              </a:spcAft>
              <a:buClr>
                <a:srgbClr val="FFFFFE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e contenuto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1"/>
          <p:cNvSpPr txBox="1">
            <a:spLocks noGrp="1"/>
          </p:cNvSpPr>
          <p:nvPr>
            <p:ph type="title"/>
          </p:nvPr>
        </p:nvSpPr>
        <p:spPr>
          <a:xfrm>
            <a:off x="457200" y="358775"/>
            <a:ext cx="8229600" cy="627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1"/>
          <p:cNvSpPr txBox="1">
            <a:spLocks noGrp="1"/>
          </p:cNvSpPr>
          <p:nvPr>
            <p:ph type="body" idx="1"/>
          </p:nvPr>
        </p:nvSpPr>
        <p:spPr>
          <a:xfrm>
            <a:off x="457200" y="1150938"/>
            <a:ext cx="8229600" cy="37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Autofit/>
          </a:bodyPr>
          <a:lstStyle>
            <a:lvl1pPr marL="457200" lvl="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•"/>
              <a:defRPr sz="1600"/>
            </a:lvl1pPr>
            <a:lvl2pPr marL="914400" lvl="1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Courier New"/>
              <a:buChar char="o"/>
              <a:defRPr sz="1400"/>
            </a:lvl2pPr>
            <a:lvl3pPr marL="1371600" lvl="2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Noto Sans Symbols"/>
              <a:buChar char="▪"/>
              <a:defRPr sz="1200"/>
            </a:lvl3pPr>
            <a:lvl4pPr marL="1828800" lvl="3" indent="-29845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Courier New"/>
              <a:buChar char="o"/>
              <a:defRPr sz="1100"/>
            </a:lvl4pPr>
            <a:lvl5pPr marL="2286000" lvl="4" indent="-295275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accent6"/>
              </a:buClr>
              <a:buSzPts val="1050"/>
              <a:buFont typeface="Noto Sans Symbols"/>
              <a:buChar char="▪"/>
              <a:defRPr sz="105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31"/>
          <p:cNvSpPr txBox="1">
            <a:spLocks noGrp="1"/>
          </p:cNvSpPr>
          <p:nvPr>
            <p:ph type="sldNum" idx="12"/>
          </p:nvPr>
        </p:nvSpPr>
        <p:spPr>
          <a:xfrm>
            <a:off x="6553200" y="5297488"/>
            <a:ext cx="2133600" cy="303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to 2">
  <p:cSld name="Contenuto 2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2"/>
          <p:cNvSpPr txBox="1">
            <a:spLocks noGrp="1"/>
          </p:cNvSpPr>
          <p:nvPr>
            <p:ph type="body" idx="1"/>
          </p:nvPr>
        </p:nvSpPr>
        <p:spPr>
          <a:xfrm>
            <a:off x="374650" y="1020764"/>
            <a:ext cx="4002648" cy="409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Autofit/>
          </a:bodyPr>
          <a:lstStyle>
            <a:lvl1pPr marL="457200" lvl="0" indent="-330200" algn="l">
              <a:lnSpc>
                <a:spcPct val="1075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22857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>
                <a:solidFill>
                  <a:schemeClr val="dk1"/>
                </a:solidFill>
              </a:defRPr>
            </a:lvl2pPr>
            <a:lvl3pPr marL="1371600" lvl="2" indent="-304800" algn="l">
              <a:lnSpc>
                <a:spcPct val="143333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3pPr>
            <a:lvl4pPr marL="1828800" lvl="3" indent="-298450" algn="l">
              <a:lnSpc>
                <a:spcPct val="156363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>
                <a:solidFill>
                  <a:schemeClr val="dk1"/>
                </a:solidFill>
              </a:defRPr>
            </a:lvl4pPr>
            <a:lvl5pPr marL="2286000" lvl="4" indent="-298450" algn="l">
              <a:lnSpc>
                <a:spcPct val="156363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Char char="»"/>
              <a:defRPr sz="1100">
                <a:solidFill>
                  <a:schemeClr val="dk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2" name="Google Shape;32;p32"/>
          <p:cNvSpPr txBox="1">
            <a:spLocks noGrp="1"/>
          </p:cNvSpPr>
          <p:nvPr>
            <p:ph type="body" idx="2"/>
          </p:nvPr>
        </p:nvSpPr>
        <p:spPr>
          <a:xfrm>
            <a:off x="4736748" y="1020764"/>
            <a:ext cx="4023334" cy="409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Autofit/>
          </a:bodyPr>
          <a:lstStyle>
            <a:lvl1pPr marL="457200" lvl="0" indent="-330200" algn="l">
              <a:lnSpc>
                <a:spcPct val="1075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•"/>
              <a:defRPr sz="1600"/>
            </a:lvl1pPr>
            <a:lvl2pPr marL="914400" lvl="1" indent="-330200" algn="l">
              <a:lnSpc>
                <a:spcPct val="1075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–"/>
              <a:defRPr sz="1600"/>
            </a:lvl2pPr>
            <a:lvl3pPr marL="1371600" lvl="2" indent="-304800" algn="l">
              <a:lnSpc>
                <a:spcPct val="143333"/>
              </a:lnSpc>
              <a:spcBef>
                <a:spcPts val="24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•"/>
              <a:defRPr sz="1200"/>
            </a:lvl3pPr>
            <a:lvl4pPr marL="1828800" lvl="3" indent="-298450" algn="l">
              <a:lnSpc>
                <a:spcPct val="156363"/>
              </a:lnSpc>
              <a:spcBef>
                <a:spcPts val="220"/>
              </a:spcBef>
              <a:spcAft>
                <a:spcPts val="0"/>
              </a:spcAft>
              <a:buClr>
                <a:schemeClr val="accent6"/>
              </a:buClr>
              <a:buSzPts val="1100"/>
              <a:buChar char="–"/>
              <a:defRPr sz="1100"/>
            </a:lvl4pPr>
            <a:lvl5pPr marL="2286000" lvl="4" indent="-298450" algn="l">
              <a:lnSpc>
                <a:spcPct val="156363"/>
              </a:lnSpc>
              <a:spcBef>
                <a:spcPts val="220"/>
              </a:spcBef>
              <a:spcAft>
                <a:spcPts val="0"/>
              </a:spcAft>
              <a:buClr>
                <a:schemeClr val="accent6"/>
              </a:buClr>
              <a:buSzPts val="1100"/>
              <a:buChar char="»"/>
              <a:defRPr sz="11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  <p:sp>
        <p:nvSpPr>
          <p:cNvPr id="34" name="Google Shape;34;p32"/>
          <p:cNvSpPr txBox="1">
            <a:spLocks noGrp="1"/>
          </p:cNvSpPr>
          <p:nvPr>
            <p:ph type="title"/>
          </p:nvPr>
        </p:nvSpPr>
        <p:spPr>
          <a:xfrm>
            <a:off x="457200" y="358775"/>
            <a:ext cx="8229600" cy="627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titolo" type="title">
  <p:cSld name="TITLE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5"/>
          <p:cNvSpPr txBox="1">
            <a:spLocks noGrp="1"/>
          </p:cNvSpPr>
          <p:nvPr>
            <p:ph type="ctrTitle"/>
          </p:nvPr>
        </p:nvSpPr>
        <p:spPr>
          <a:xfrm>
            <a:off x="457199" y="1162050"/>
            <a:ext cx="8234363" cy="122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35"/>
          <p:cNvSpPr txBox="1">
            <a:spLocks noGrp="1"/>
          </p:cNvSpPr>
          <p:nvPr>
            <p:ph type="subTitle" idx="1"/>
          </p:nvPr>
        </p:nvSpPr>
        <p:spPr>
          <a:xfrm>
            <a:off x="457200" y="2540001"/>
            <a:ext cx="8234362" cy="2335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>
                <a:solidFill>
                  <a:schemeClr val="accent6"/>
                </a:solidFill>
              </a:defRPr>
            </a:lvl1pPr>
            <a:lvl2pPr lvl="1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A6898A"/>
              </a:buClr>
              <a:buSzPts val="1400"/>
              <a:buNone/>
              <a:defRPr>
                <a:solidFill>
                  <a:srgbClr val="A6898A"/>
                </a:solidFill>
              </a:defRPr>
            </a:lvl2pPr>
            <a:lvl3pPr lvl="2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A6898A"/>
              </a:buClr>
              <a:buSzPts val="1400"/>
              <a:buNone/>
              <a:defRPr>
                <a:solidFill>
                  <a:srgbClr val="A6898A"/>
                </a:solidFill>
              </a:defRPr>
            </a:lvl3pPr>
            <a:lvl4pPr lvl="3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A6898A"/>
              </a:buClr>
              <a:buSzPts val="1200"/>
              <a:buNone/>
              <a:defRPr>
                <a:solidFill>
                  <a:srgbClr val="A6898A"/>
                </a:solidFill>
              </a:defRPr>
            </a:lvl4pPr>
            <a:lvl5pPr lvl="4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A6898A"/>
              </a:buClr>
              <a:buSzPts val="1200"/>
              <a:buNone/>
              <a:defRPr>
                <a:solidFill>
                  <a:srgbClr val="A6898A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A6898A"/>
              </a:buClr>
              <a:buSzPts val="2000"/>
              <a:buNone/>
              <a:defRPr>
                <a:solidFill>
                  <a:srgbClr val="A6898A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A6898A"/>
              </a:buClr>
              <a:buSzPts val="2000"/>
              <a:buNone/>
              <a:defRPr>
                <a:solidFill>
                  <a:srgbClr val="A6898A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A6898A"/>
              </a:buClr>
              <a:buSzPts val="2000"/>
              <a:buNone/>
              <a:defRPr>
                <a:solidFill>
                  <a:srgbClr val="A6898A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A6898A"/>
              </a:buClr>
              <a:buSzPts val="2000"/>
              <a:buNone/>
              <a:defRPr>
                <a:solidFill>
                  <a:srgbClr val="A6898A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35"/>
          <p:cNvSpPr txBox="1">
            <a:spLocks noGrp="1"/>
          </p:cNvSpPr>
          <p:nvPr>
            <p:ph type="sldNum" idx="12"/>
          </p:nvPr>
        </p:nvSpPr>
        <p:spPr>
          <a:xfrm>
            <a:off x="6553200" y="5297488"/>
            <a:ext cx="2133600" cy="303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 contenuto">
  <p:cSld name=" contenuto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6"/>
          <p:cNvSpPr txBox="1">
            <a:spLocks noGrp="1"/>
          </p:cNvSpPr>
          <p:nvPr>
            <p:ph type="body" idx="1"/>
          </p:nvPr>
        </p:nvSpPr>
        <p:spPr>
          <a:xfrm>
            <a:off x="457200" y="1150939"/>
            <a:ext cx="8229600" cy="3724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/>
            </a:lvl1pPr>
            <a:lvl2pPr marL="914400" lvl="1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rial"/>
              <a:buChar char="•"/>
              <a:defRPr sz="1400"/>
            </a:lvl2pPr>
            <a:lvl3pPr marL="1371600" lvl="2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ourier New"/>
              <a:buChar char="o"/>
              <a:defRPr sz="1200"/>
            </a:lvl3pPr>
            <a:lvl4pPr marL="1828800" lvl="3" indent="-29845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Noto Sans Symbols"/>
              <a:buChar char="▪"/>
              <a:defRPr sz="1100"/>
            </a:lvl4pPr>
            <a:lvl5pPr marL="2286000" lvl="4" indent="-295275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accent6"/>
              </a:buClr>
              <a:buSzPts val="1050"/>
              <a:buFont typeface="Courier New"/>
              <a:buChar char="o"/>
              <a:defRPr sz="105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36"/>
          <p:cNvSpPr txBox="1">
            <a:spLocks noGrp="1"/>
          </p:cNvSpPr>
          <p:nvPr>
            <p:ph type="title"/>
          </p:nvPr>
        </p:nvSpPr>
        <p:spPr>
          <a:xfrm>
            <a:off x="457200" y="358775"/>
            <a:ext cx="8229600" cy="627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6"/>
          <p:cNvSpPr txBox="1">
            <a:spLocks noGrp="1"/>
          </p:cNvSpPr>
          <p:nvPr>
            <p:ph type="sldNum" idx="12"/>
          </p:nvPr>
        </p:nvSpPr>
        <p:spPr>
          <a:xfrm>
            <a:off x="6553200" y="5297488"/>
            <a:ext cx="2133600" cy="303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stazione sezione" type="secHead">
  <p:cSld name="SECTION_HEAD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7"/>
          <p:cNvSpPr txBox="1">
            <a:spLocks noGrp="1"/>
          </p:cNvSpPr>
          <p:nvPr>
            <p:ph type="title"/>
          </p:nvPr>
        </p:nvSpPr>
        <p:spPr>
          <a:xfrm>
            <a:off x="454025" y="3941970"/>
            <a:ext cx="8237538" cy="933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Arial"/>
              <a:buNone/>
              <a:defRPr sz="28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37"/>
          <p:cNvSpPr txBox="1">
            <a:spLocks noGrp="1"/>
          </p:cNvSpPr>
          <p:nvPr>
            <p:ph type="body" idx="1"/>
          </p:nvPr>
        </p:nvSpPr>
        <p:spPr>
          <a:xfrm>
            <a:off x="454025" y="2317545"/>
            <a:ext cx="8237538" cy="934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5A76"/>
              </a:buClr>
              <a:buSzPts val="1600"/>
              <a:buNone/>
              <a:defRPr sz="1600">
                <a:solidFill>
                  <a:srgbClr val="005A76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6898A"/>
              </a:buClr>
              <a:buSzPts val="1800"/>
              <a:buNone/>
              <a:defRPr sz="1800">
                <a:solidFill>
                  <a:srgbClr val="A6898A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A6898A"/>
              </a:buClr>
              <a:buSzPts val="1600"/>
              <a:buNone/>
              <a:defRPr sz="1600">
                <a:solidFill>
                  <a:srgbClr val="A6898A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A6898A"/>
              </a:buClr>
              <a:buSzPts val="1400"/>
              <a:buNone/>
              <a:defRPr sz="1400">
                <a:solidFill>
                  <a:srgbClr val="A6898A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A6898A"/>
              </a:buClr>
              <a:buSzPts val="1400"/>
              <a:buNone/>
              <a:defRPr sz="1400">
                <a:solidFill>
                  <a:srgbClr val="A6898A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A6898A"/>
              </a:buClr>
              <a:buSzPts val="1400"/>
              <a:buNone/>
              <a:defRPr sz="1400">
                <a:solidFill>
                  <a:srgbClr val="A6898A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A6898A"/>
              </a:buClr>
              <a:buSzPts val="1400"/>
              <a:buNone/>
              <a:defRPr sz="1400">
                <a:solidFill>
                  <a:srgbClr val="A6898A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A6898A"/>
              </a:buClr>
              <a:buSzPts val="1400"/>
              <a:buNone/>
              <a:defRPr sz="1400">
                <a:solidFill>
                  <a:srgbClr val="A6898A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A6898A"/>
              </a:buClr>
              <a:buSzPts val="1400"/>
              <a:buNone/>
              <a:defRPr sz="1400">
                <a:solidFill>
                  <a:srgbClr val="A6898A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37"/>
          <p:cNvSpPr txBox="1">
            <a:spLocks noGrp="1"/>
          </p:cNvSpPr>
          <p:nvPr>
            <p:ph type="sldNum" idx="12"/>
          </p:nvPr>
        </p:nvSpPr>
        <p:spPr>
          <a:xfrm>
            <a:off x="6553200" y="5297488"/>
            <a:ext cx="2133600" cy="303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 b="0" i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 b="0" i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 b="0" i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 b="0" i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 b="0" i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 b="0" i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 b="0" i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 b="0" i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Contenuto 2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8"/>
          <p:cNvSpPr txBox="1">
            <a:spLocks noGrp="1"/>
          </p:cNvSpPr>
          <p:nvPr>
            <p:ph type="title"/>
          </p:nvPr>
        </p:nvSpPr>
        <p:spPr>
          <a:xfrm>
            <a:off x="457200" y="347341"/>
            <a:ext cx="8229600" cy="627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38"/>
          <p:cNvSpPr txBox="1">
            <a:spLocks noGrp="1"/>
          </p:cNvSpPr>
          <p:nvPr>
            <p:ph type="body" idx="1"/>
          </p:nvPr>
        </p:nvSpPr>
        <p:spPr>
          <a:xfrm>
            <a:off x="457200" y="1150937"/>
            <a:ext cx="2546350" cy="3724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 b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33333"/>
              </a:lnSpc>
              <a:spcBef>
                <a:spcPts val="24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Arial"/>
              <a:buNone/>
              <a:defRPr sz="120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rial"/>
              <a:buNone/>
              <a:defRPr sz="14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–"/>
              <a:defRPr sz="1600"/>
            </a:lvl4pPr>
            <a:lvl5pPr marL="2286000" lvl="4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»"/>
              <a:defRPr sz="1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50" name="Google Shape;50;p38"/>
          <p:cNvSpPr txBox="1">
            <a:spLocks noGrp="1"/>
          </p:cNvSpPr>
          <p:nvPr>
            <p:ph type="body" idx="2"/>
          </p:nvPr>
        </p:nvSpPr>
        <p:spPr>
          <a:xfrm>
            <a:off x="3162300" y="1150937"/>
            <a:ext cx="2743200" cy="37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 b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33333"/>
              </a:lnSpc>
              <a:spcBef>
                <a:spcPts val="24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Arial"/>
              <a:buNone/>
              <a:defRPr sz="12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rial"/>
              <a:buChar char="•"/>
              <a:defRPr sz="14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–"/>
              <a:defRPr sz="1600"/>
            </a:lvl4pPr>
            <a:lvl5pPr marL="2286000" lvl="4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»"/>
              <a:defRPr sz="1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51" name="Google Shape;51;p38"/>
          <p:cNvSpPr txBox="1">
            <a:spLocks noGrp="1"/>
          </p:cNvSpPr>
          <p:nvPr>
            <p:ph type="body" idx="3"/>
          </p:nvPr>
        </p:nvSpPr>
        <p:spPr>
          <a:xfrm>
            <a:off x="6026150" y="1150937"/>
            <a:ext cx="2654300" cy="37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 b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33333"/>
              </a:lnSpc>
              <a:spcBef>
                <a:spcPts val="24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Arial"/>
              <a:buNone/>
              <a:defRPr sz="12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rial"/>
              <a:buChar char="•"/>
              <a:defRPr sz="14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–"/>
              <a:defRPr sz="1600"/>
            </a:lvl4pPr>
            <a:lvl5pPr marL="2286000" lvl="4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»"/>
              <a:defRPr sz="1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52" name="Google Shape;52;p38"/>
          <p:cNvSpPr txBox="1">
            <a:spLocks noGrp="1"/>
          </p:cNvSpPr>
          <p:nvPr>
            <p:ph type="sldNum" idx="12"/>
          </p:nvPr>
        </p:nvSpPr>
        <p:spPr>
          <a:xfrm>
            <a:off x="6553200" y="5297488"/>
            <a:ext cx="2133600" cy="303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Contenuto 2">
  <p:cSld name="3_Contenuto 2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9"/>
          <p:cNvSpPr txBox="1">
            <a:spLocks noGrp="1"/>
          </p:cNvSpPr>
          <p:nvPr>
            <p:ph type="title"/>
          </p:nvPr>
        </p:nvSpPr>
        <p:spPr>
          <a:xfrm>
            <a:off x="457200" y="356980"/>
            <a:ext cx="8229600" cy="627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39"/>
          <p:cNvSpPr txBox="1">
            <a:spLocks noGrp="1"/>
          </p:cNvSpPr>
          <p:nvPr>
            <p:ph type="body" idx="1"/>
          </p:nvPr>
        </p:nvSpPr>
        <p:spPr>
          <a:xfrm>
            <a:off x="457200" y="1150937"/>
            <a:ext cx="4038600" cy="37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Autofit/>
          </a:bodyPr>
          <a:lstStyle>
            <a:lvl1pPr marL="457200" marR="0" lvl="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600"/>
              <a:buFont typeface="Arial"/>
              <a:buChar char="•"/>
              <a:defRPr sz="16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Courier New"/>
              <a:buChar char="o"/>
              <a:defRPr sz="1400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Noto Sans Symbols"/>
              <a:buChar char="▪"/>
              <a:defRPr sz="1200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Courier New"/>
              <a:buChar char="o"/>
              <a:defRPr sz="1100"/>
            </a:lvl4pPr>
            <a:lvl5pPr marL="2286000" marR="0" lvl="4" indent="-295275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accent6"/>
              </a:buClr>
              <a:buSzPts val="1050"/>
              <a:buFont typeface="Noto Sans Symbols"/>
              <a:buChar char="▪"/>
              <a:defRPr sz="105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56" name="Google Shape;56;p39"/>
          <p:cNvSpPr txBox="1">
            <a:spLocks noGrp="1"/>
          </p:cNvSpPr>
          <p:nvPr>
            <p:ph type="body" idx="2"/>
          </p:nvPr>
        </p:nvSpPr>
        <p:spPr>
          <a:xfrm>
            <a:off x="4648200" y="1150937"/>
            <a:ext cx="4038600" cy="37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Autofit/>
          </a:bodyPr>
          <a:lstStyle>
            <a:lvl1pPr marL="457200" lvl="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•"/>
              <a:defRPr sz="1600"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Courier New"/>
              <a:buChar char="o"/>
              <a:defRPr sz="14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Noto Sans Symbols"/>
              <a:buChar char="▪"/>
              <a:defRPr sz="1200">
                <a:latin typeface="Arial"/>
                <a:ea typeface="Arial"/>
                <a:cs typeface="Arial"/>
                <a:sym typeface="Arial"/>
              </a:defRPr>
            </a:lvl3pPr>
            <a:lvl4pPr marL="1828800" lvl="3" indent="-29845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Courier New"/>
              <a:buChar char="o"/>
              <a:defRPr sz="1100"/>
            </a:lvl4pPr>
            <a:lvl5pPr marL="2286000" lvl="4" indent="-295275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accent6"/>
              </a:buClr>
              <a:buSzPts val="1050"/>
              <a:buFont typeface="Noto Sans Symbols"/>
              <a:buChar char="▪"/>
              <a:defRPr sz="105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57" name="Google Shape;57;p39"/>
          <p:cNvSpPr txBox="1">
            <a:spLocks noGrp="1"/>
          </p:cNvSpPr>
          <p:nvPr>
            <p:ph type="sldNum" idx="12"/>
          </p:nvPr>
        </p:nvSpPr>
        <p:spPr>
          <a:xfrm>
            <a:off x="6553200" y="5297488"/>
            <a:ext cx="2133600" cy="303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fronto" type="twoTxTwoObj">
  <p:cSld name="TWO_OBJECTS_WITH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0"/>
          <p:cNvSpPr txBox="1">
            <a:spLocks noGrp="1"/>
          </p:cNvSpPr>
          <p:nvPr>
            <p:ph type="title"/>
          </p:nvPr>
        </p:nvSpPr>
        <p:spPr>
          <a:xfrm>
            <a:off x="457200" y="358775"/>
            <a:ext cx="8229600" cy="627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0"/>
          <p:cNvSpPr txBox="1">
            <a:spLocks noGrp="1"/>
          </p:cNvSpPr>
          <p:nvPr>
            <p:ph type="body" idx="1"/>
          </p:nvPr>
        </p:nvSpPr>
        <p:spPr>
          <a:xfrm>
            <a:off x="462239" y="1150938"/>
            <a:ext cx="4040188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1" name="Google Shape;61;p40"/>
          <p:cNvSpPr txBox="1">
            <a:spLocks noGrp="1"/>
          </p:cNvSpPr>
          <p:nvPr>
            <p:ph type="body" idx="2"/>
          </p:nvPr>
        </p:nvSpPr>
        <p:spPr>
          <a:xfrm>
            <a:off x="457200" y="1725545"/>
            <a:ext cx="4040188" cy="3149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Autofit/>
          </a:bodyPr>
          <a:lstStyle>
            <a:lvl1pPr marL="457200" lvl="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•"/>
              <a:defRPr sz="1600"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Courier New"/>
              <a:buChar char="o"/>
              <a:defRPr sz="14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Noto Sans Symbols"/>
              <a:buChar char="▪"/>
              <a:defRPr sz="1200">
                <a:latin typeface="Arial"/>
                <a:ea typeface="Arial"/>
                <a:cs typeface="Arial"/>
                <a:sym typeface="Arial"/>
              </a:defRPr>
            </a:lvl3pPr>
            <a:lvl4pPr marL="1828800" lvl="3" indent="-29845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Courier New"/>
              <a:buChar char="o"/>
              <a:defRPr sz="1100">
                <a:latin typeface="Arial"/>
                <a:ea typeface="Arial"/>
                <a:cs typeface="Arial"/>
                <a:sym typeface="Arial"/>
              </a:defRPr>
            </a:lvl4pPr>
            <a:lvl5pPr marL="2286000" lvl="4" indent="-295275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accent6"/>
              </a:buClr>
              <a:buSzPts val="1050"/>
              <a:buFont typeface="Noto Sans Symbols"/>
              <a:buChar char="▪"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62" name="Google Shape;62;p40"/>
          <p:cNvSpPr txBox="1">
            <a:spLocks noGrp="1"/>
          </p:cNvSpPr>
          <p:nvPr>
            <p:ph type="body" idx="3"/>
          </p:nvPr>
        </p:nvSpPr>
        <p:spPr>
          <a:xfrm>
            <a:off x="4645025" y="1150938"/>
            <a:ext cx="4041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3" name="Google Shape;63;p40"/>
          <p:cNvSpPr txBox="1">
            <a:spLocks noGrp="1"/>
          </p:cNvSpPr>
          <p:nvPr>
            <p:ph type="body" idx="4"/>
          </p:nvPr>
        </p:nvSpPr>
        <p:spPr>
          <a:xfrm>
            <a:off x="4645025" y="1725544"/>
            <a:ext cx="4041775" cy="3149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Autofit/>
          </a:bodyPr>
          <a:lstStyle>
            <a:lvl1pPr marL="457200" lvl="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•"/>
              <a:defRPr sz="1600"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Courier New"/>
              <a:buChar char="o"/>
              <a:defRPr sz="14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Noto Sans Symbols"/>
              <a:buChar char="▪"/>
              <a:defRPr sz="1200">
                <a:latin typeface="Arial"/>
                <a:ea typeface="Arial"/>
                <a:cs typeface="Arial"/>
                <a:sym typeface="Arial"/>
              </a:defRPr>
            </a:lvl3pPr>
            <a:lvl4pPr marL="1828800" lvl="3" indent="-29845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Courier New"/>
              <a:buChar char="o"/>
              <a:defRPr sz="1100">
                <a:latin typeface="Arial"/>
                <a:ea typeface="Arial"/>
                <a:cs typeface="Arial"/>
                <a:sym typeface="Arial"/>
              </a:defRPr>
            </a:lvl4pPr>
            <a:lvl5pPr marL="2286000" lvl="4" indent="-295275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accent6"/>
              </a:buClr>
              <a:buSzPts val="1050"/>
              <a:buFont typeface="Noto Sans Symbols"/>
              <a:buChar char="▪"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64" name="Google Shape;64;p40"/>
          <p:cNvSpPr txBox="1">
            <a:spLocks noGrp="1"/>
          </p:cNvSpPr>
          <p:nvPr>
            <p:ph type="sldNum" idx="12"/>
          </p:nvPr>
        </p:nvSpPr>
        <p:spPr>
          <a:xfrm>
            <a:off x="6553200" y="5297488"/>
            <a:ext cx="2133600" cy="303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onfronto">
  <p:cSld name="2_Confronto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1"/>
          <p:cNvSpPr txBox="1">
            <a:spLocks noGrp="1"/>
          </p:cNvSpPr>
          <p:nvPr>
            <p:ph type="title"/>
          </p:nvPr>
        </p:nvSpPr>
        <p:spPr>
          <a:xfrm>
            <a:off x="457200" y="358775"/>
            <a:ext cx="8229600" cy="627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41"/>
          <p:cNvSpPr txBox="1">
            <a:spLocks noGrp="1"/>
          </p:cNvSpPr>
          <p:nvPr>
            <p:ph type="body" idx="1"/>
          </p:nvPr>
        </p:nvSpPr>
        <p:spPr>
          <a:xfrm>
            <a:off x="462238" y="1154574"/>
            <a:ext cx="8218211" cy="381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8" name="Google Shape;68;p41"/>
          <p:cNvSpPr txBox="1">
            <a:spLocks noGrp="1"/>
          </p:cNvSpPr>
          <p:nvPr>
            <p:ph type="body" idx="2"/>
          </p:nvPr>
        </p:nvSpPr>
        <p:spPr>
          <a:xfrm>
            <a:off x="457200" y="1729180"/>
            <a:ext cx="4040188" cy="3146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Courier New"/>
              <a:buChar char="o"/>
              <a:defRPr sz="14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Noto Sans Symbols"/>
              <a:buChar char="▪"/>
              <a:defRPr sz="1200">
                <a:latin typeface="Arial"/>
                <a:ea typeface="Arial"/>
                <a:cs typeface="Arial"/>
                <a:sym typeface="Arial"/>
              </a:defRPr>
            </a:lvl3pPr>
            <a:lvl4pPr marL="1828800" lvl="3" indent="-29845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Courier New"/>
              <a:buChar char="o"/>
              <a:defRPr sz="1100">
                <a:latin typeface="Arial"/>
                <a:ea typeface="Arial"/>
                <a:cs typeface="Arial"/>
                <a:sym typeface="Arial"/>
              </a:defRPr>
            </a:lvl4pPr>
            <a:lvl5pPr marL="2286000" lvl="4" indent="-295275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accent6"/>
              </a:buClr>
              <a:buSzPts val="1050"/>
              <a:buFont typeface="Noto Sans Symbols"/>
              <a:buChar char="▪"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69" name="Google Shape;69;p41"/>
          <p:cNvSpPr txBox="1">
            <a:spLocks noGrp="1"/>
          </p:cNvSpPr>
          <p:nvPr>
            <p:ph type="body" idx="3"/>
          </p:nvPr>
        </p:nvSpPr>
        <p:spPr>
          <a:xfrm>
            <a:off x="4645025" y="1729180"/>
            <a:ext cx="4041775" cy="3146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Courier New"/>
              <a:buChar char="o"/>
              <a:defRPr sz="14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Noto Sans Symbols"/>
              <a:buChar char="▪"/>
              <a:defRPr sz="1200">
                <a:latin typeface="Arial"/>
                <a:ea typeface="Arial"/>
                <a:cs typeface="Arial"/>
                <a:sym typeface="Arial"/>
              </a:defRPr>
            </a:lvl3pPr>
            <a:lvl4pPr marL="1828800" lvl="3" indent="-295275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accent6"/>
              </a:buClr>
              <a:buSzPts val="1050"/>
              <a:buFont typeface="Courier New"/>
              <a:buChar char="o"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95275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accent6"/>
              </a:buClr>
              <a:buSzPts val="1050"/>
              <a:buFont typeface="Noto Sans Symbols"/>
              <a:buChar char="▪"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70" name="Google Shape;70;p41"/>
          <p:cNvSpPr txBox="1">
            <a:spLocks noGrp="1"/>
          </p:cNvSpPr>
          <p:nvPr>
            <p:ph type="sldNum" idx="12"/>
          </p:nvPr>
        </p:nvSpPr>
        <p:spPr>
          <a:xfrm>
            <a:off x="6553200" y="5297488"/>
            <a:ext cx="2133600" cy="303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fronto">
  <p:cSld name="1_Confronto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2"/>
          <p:cNvSpPr txBox="1">
            <a:spLocks noGrp="1"/>
          </p:cNvSpPr>
          <p:nvPr>
            <p:ph type="title"/>
          </p:nvPr>
        </p:nvSpPr>
        <p:spPr>
          <a:xfrm>
            <a:off x="457200" y="358775"/>
            <a:ext cx="8229600" cy="627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42"/>
          <p:cNvSpPr txBox="1">
            <a:spLocks noGrp="1"/>
          </p:cNvSpPr>
          <p:nvPr>
            <p:ph type="body" idx="1"/>
          </p:nvPr>
        </p:nvSpPr>
        <p:spPr>
          <a:xfrm>
            <a:off x="462238" y="1150938"/>
            <a:ext cx="8218211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4" name="Google Shape;74;p42"/>
          <p:cNvSpPr txBox="1">
            <a:spLocks noGrp="1"/>
          </p:cNvSpPr>
          <p:nvPr>
            <p:ph type="body" idx="2"/>
          </p:nvPr>
        </p:nvSpPr>
        <p:spPr>
          <a:xfrm>
            <a:off x="457200" y="1823969"/>
            <a:ext cx="8229600" cy="3051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Courier New"/>
              <a:buChar char="o"/>
              <a:defRPr sz="14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75" name="Google Shape;75;p42"/>
          <p:cNvSpPr txBox="1">
            <a:spLocks noGrp="1"/>
          </p:cNvSpPr>
          <p:nvPr>
            <p:ph type="sldNum" idx="12"/>
          </p:nvPr>
        </p:nvSpPr>
        <p:spPr>
          <a:xfrm>
            <a:off x="6553200" y="5297488"/>
            <a:ext cx="2133600" cy="303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olo e contenuto">
  <p:cSld name="4_Titolo e contenuto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3"/>
          <p:cNvSpPr txBox="1">
            <a:spLocks noGrp="1"/>
          </p:cNvSpPr>
          <p:nvPr>
            <p:ph type="title"/>
          </p:nvPr>
        </p:nvSpPr>
        <p:spPr>
          <a:xfrm>
            <a:off x="457200" y="358775"/>
            <a:ext cx="8229600" cy="627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43"/>
          <p:cNvSpPr txBox="1">
            <a:spLocks noGrp="1"/>
          </p:cNvSpPr>
          <p:nvPr>
            <p:ph type="body" idx="1"/>
          </p:nvPr>
        </p:nvSpPr>
        <p:spPr>
          <a:xfrm>
            <a:off x="457200" y="1171000"/>
            <a:ext cx="8229600" cy="3704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/>
            </a:lvl1pPr>
            <a:lvl2pPr marL="914400" lvl="1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Courier New"/>
              <a:buChar char="o"/>
              <a:defRPr sz="1400"/>
            </a:lvl2pPr>
            <a:lvl3pPr marL="1371600" lvl="2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Noto Sans Symbols"/>
              <a:buChar char="▪"/>
              <a:defRPr sz="1400"/>
            </a:lvl3pPr>
            <a:lvl4pPr marL="1828800" lvl="3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ourier New"/>
              <a:buChar char="o"/>
              <a:defRPr/>
            </a:lvl4pPr>
            <a:lvl5pPr marL="2286000" lvl="4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Noto Sans Symbols"/>
              <a:buChar char="▪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43"/>
          <p:cNvSpPr txBox="1">
            <a:spLocks noGrp="1"/>
          </p:cNvSpPr>
          <p:nvPr>
            <p:ph type="sldNum" idx="12"/>
          </p:nvPr>
        </p:nvSpPr>
        <p:spPr>
          <a:xfrm>
            <a:off x="6553200" y="5297488"/>
            <a:ext cx="2133600" cy="303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titolo" type="titleOnly">
  <p:cSld name="TITLE_ONLY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4"/>
          <p:cNvSpPr txBox="1">
            <a:spLocks noGrp="1"/>
          </p:cNvSpPr>
          <p:nvPr>
            <p:ph type="title"/>
          </p:nvPr>
        </p:nvSpPr>
        <p:spPr>
          <a:xfrm>
            <a:off x="457200" y="358775"/>
            <a:ext cx="8229600" cy="627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44"/>
          <p:cNvSpPr txBox="1">
            <a:spLocks noGrp="1"/>
          </p:cNvSpPr>
          <p:nvPr>
            <p:ph type="sldNum" idx="12"/>
          </p:nvPr>
        </p:nvSpPr>
        <p:spPr>
          <a:xfrm>
            <a:off x="6553200" y="5297488"/>
            <a:ext cx="2133600" cy="303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to con didascalia" type="objTx">
  <p:cSld name="OBJECT_WITH_CAPTION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5"/>
          <p:cNvSpPr txBox="1">
            <a:spLocks noGrp="1"/>
          </p:cNvSpPr>
          <p:nvPr>
            <p:ph type="title"/>
          </p:nvPr>
        </p:nvSpPr>
        <p:spPr>
          <a:xfrm>
            <a:off x="457200" y="358775"/>
            <a:ext cx="3008313" cy="812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Arial"/>
              <a:buNone/>
              <a:defRPr sz="28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45"/>
          <p:cNvSpPr txBox="1">
            <a:spLocks noGrp="1"/>
          </p:cNvSpPr>
          <p:nvPr>
            <p:ph type="body" idx="1"/>
          </p:nvPr>
        </p:nvSpPr>
        <p:spPr>
          <a:xfrm>
            <a:off x="3575050" y="358776"/>
            <a:ext cx="5111750" cy="4516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Autofit/>
          </a:bodyPr>
          <a:lstStyle>
            <a:lvl1pPr marL="457200" lvl="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•"/>
              <a:defRPr sz="1600"/>
            </a:lvl1pPr>
            <a:lvl2pPr marL="914400" lvl="1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Courier New"/>
              <a:buChar char="o"/>
              <a:defRPr sz="1400"/>
            </a:lvl2pPr>
            <a:lvl3pPr marL="1371600" lvl="2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Noto Sans Symbols"/>
              <a:buChar char="▪"/>
              <a:defRPr sz="1200"/>
            </a:lvl3pPr>
            <a:lvl4pPr marL="1828800" lvl="3" indent="-29845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Courier New"/>
              <a:buChar char="o"/>
              <a:defRPr sz="1100"/>
            </a:lvl4pPr>
            <a:lvl5pPr marL="2286000" lvl="4" indent="-295275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accent6"/>
              </a:buClr>
              <a:buSzPts val="1050"/>
              <a:buFont typeface="Noto Sans Symbols"/>
              <a:buChar char="▪"/>
              <a:defRPr sz="105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86" name="Google Shape;86;p45"/>
          <p:cNvSpPr txBox="1">
            <a:spLocks noGrp="1"/>
          </p:cNvSpPr>
          <p:nvPr>
            <p:ph type="body" idx="2"/>
          </p:nvPr>
        </p:nvSpPr>
        <p:spPr>
          <a:xfrm>
            <a:off x="457200" y="1171573"/>
            <a:ext cx="3008313" cy="3703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7" name="Google Shape;87;p45"/>
          <p:cNvSpPr txBox="1">
            <a:spLocks noGrp="1"/>
          </p:cNvSpPr>
          <p:nvPr>
            <p:ph type="sldNum" idx="12"/>
          </p:nvPr>
        </p:nvSpPr>
        <p:spPr>
          <a:xfrm>
            <a:off x="6553200" y="5297488"/>
            <a:ext cx="2133600" cy="303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magine con didascalia" type="picTx">
  <p:cSld name="PICTURE_WITH_CAPTION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6"/>
          <p:cNvSpPr txBox="1">
            <a:spLocks noGrp="1"/>
          </p:cNvSpPr>
          <p:nvPr>
            <p:ph type="title"/>
          </p:nvPr>
        </p:nvSpPr>
        <p:spPr>
          <a:xfrm>
            <a:off x="1792287" y="3183996"/>
            <a:ext cx="5521325" cy="473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46"/>
          <p:cNvSpPr>
            <a:spLocks noGrp="1"/>
          </p:cNvSpPr>
          <p:nvPr>
            <p:ph type="pic" idx="2"/>
          </p:nvPr>
        </p:nvSpPr>
        <p:spPr>
          <a:xfrm>
            <a:off x="1792287" y="350308"/>
            <a:ext cx="5521326" cy="2776330"/>
          </a:xfrm>
          <a:prstGeom prst="rect">
            <a:avLst/>
          </a:prstGeom>
          <a:noFill/>
          <a:ln>
            <a:noFill/>
          </a:ln>
        </p:spPr>
      </p:sp>
      <p:sp>
        <p:nvSpPr>
          <p:cNvPr id="91" name="Google Shape;91;p46"/>
          <p:cNvSpPr txBox="1">
            <a:spLocks noGrp="1"/>
          </p:cNvSpPr>
          <p:nvPr>
            <p:ph type="body" idx="1"/>
          </p:nvPr>
        </p:nvSpPr>
        <p:spPr>
          <a:xfrm>
            <a:off x="1792287" y="3657071"/>
            <a:ext cx="5521325" cy="1218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92" name="Google Shape;92;p46"/>
          <p:cNvSpPr txBox="1">
            <a:spLocks noGrp="1"/>
          </p:cNvSpPr>
          <p:nvPr>
            <p:ph type="sldNum" idx="12"/>
          </p:nvPr>
        </p:nvSpPr>
        <p:spPr>
          <a:xfrm>
            <a:off x="6553200" y="5297488"/>
            <a:ext cx="2133600" cy="303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e testo verticale">
  <p:cSld name="Titolo e testo verticale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7"/>
          <p:cNvSpPr txBox="1">
            <a:spLocks noGrp="1"/>
          </p:cNvSpPr>
          <p:nvPr>
            <p:ph type="title"/>
          </p:nvPr>
        </p:nvSpPr>
        <p:spPr>
          <a:xfrm>
            <a:off x="457200" y="345016"/>
            <a:ext cx="8229600" cy="627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47"/>
          <p:cNvSpPr txBox="1">
            <a:spLocks noGrp="1"/>
          </p:cNvSpPr>
          <p:nvPr>
            <p:ph type="body" idx="1"/>
          </p:nvPr>
        </p:nvSpPr>
        <p:spPr>
          <a:xfrm rot="5400000">
            <a:off x="2711575" y="-1100012"/>
            <a:ext cx="372085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1pPr>
            <a:lvl2pPr marL="914400" lvl="1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Courier New"/>
              <a:buChar char="o"/>
              <a:defRPr/>
            </a:lvl2pPr>
            <a:lvl3pPr marL="1371600" lvl="2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Noto Sans Symbols"/>
              <a:buChar char="▪"/>
              <a:defRPr/>
            </a:lvl3pPr>
            <a:lvl4pPr marL="1828800" lvl="3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ourier New"/>
              <a:buChar char="o"/>
              <a:defRPr/>
            </a:lvl4pPr>
            <a:lvl5pPr marL="2286000" lvl="4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Noto Sans Symbols"/>
              <a:buChar char="▪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6" name="Google Shape;96;p47"/>
          <p:cNvSpPr txBox="1">
            <a:spLocks noGrp="1"/>
          </p:cNvSpPr>
          <p:nvPr>
            <p:ph type="sldNum" idx="12"/>
          </p:nvPr>
        </p:nvSpPr>
        <p:spPr>
          <a:xfrm>
            <a:off x="6553200" y="5297488"/>
            <a:ext cx="2133600" cy="303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verticale e testo">
  <p:cSld name="Titolo verticale e testo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8"/>
          <p:cNvSpPr txBox="1">
            <a:spLocks noGrp="1"/>
          </p:cNvSpPr>
          <p:nvPr>
            <p:ph type="title"/>
          </p:nvPr>
        </p:nvSpPr>
        <p:spPr>
          <a:xfrm rot="5400000">
            <a:off x="5813181" y="2003668"/>
            <a:ext cx="4518513" cy="1228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48"/>
          <p:cNvSpPr txBox="1">
            <a:spLocks noGrp="1"/>
          </p:cNvSpPr>
          <p:nvPr>
            <p:ph type="body" idx="1"/>
          </p:nvPr>
        </p:nvSpPr>
        <p:spPr>
          <a:xfrm rot="5400000">
            <a:off x="1590742" y="-754129"/>
            <a:ext cx="4498975" cy="6759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1pPr>
            <a:lvl2pPr marL="914400" lvl="1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Courier New"/>
              <a:buChar char="o"/>
              <a:defRPr/>
            </a:lvl2pPr>
            <a:lvl3pPr marL="1371600" lvl="2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Noto Sans Symbols"/>
              <a:buChar char="▪"/>
              <a:defRPr/>
            </a:lvl3pPr>
            <a:lvl4pPr marL="1828800" lvl="3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ourier New"/>
              <a:buChar char="o"/>
              <a:defRPr/>
            </a:lvl4pPr>
            <a:lvl5pPr marL="2286000" lvl="4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Noto Sans Symbols"/>
              <a:buChar char="▪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0" name="Google Shape;100;p48"/>
          <p:cNvSpPr txBox="1">
            <a:spLocks noGrp="1"/>
          </p:cNvSpPr>
          <p:nvPr>
            <p:ph type="sldNum" idx="12"/>
          </p:nvPr>
        </p:nvSpPr>
        <p:spPr>
          <a:xfrm>
            <a:off x="6553200" y="5297488"/>
            <a:ext cx="2133600" cy="303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uoto">
  <p:cSld name="Vuoto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4"/>
          <p:cNvSpPr txBox="1">
            <a:spLocks noGrp="1"/>
          </p:cNvSpPr>
          <p:nvPr>
            <p:ph type="title"/>
          </p:nvPr>
        </p:nvSpPr>
        <p:spPr>
          <a:xfrm>
            <a:off x="3984625" y="3724276"/>
            <a:ext cx="4346576" cy="7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FFFE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FFFFF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uoto">
  <p:cSld name="Vuoto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titolo" type="title">
  <p:cSld name="TITLE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2"/>
          <p:cNvSpPr txBox="1">
            <a:spLocks noGrp="1"/>
          </p:cNvSpPr>
          <p:nvPr>
            <p:ph type="ctrTitle"/>
          </p:nvPr>
        </p:nvSpPr>
        <p:spPr>
          <a:xfrm>
            <a:off x="457201" y="1162051"/>
            <a:ext cx="8234363" cy="122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52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52"/>
          <p:cNvSpPr txBox="1">
            <a:spLocks noGrp="1"/>
          </p:cNvSpPr>
          <p:nvPr>
            <p:ph type="subTitle" idx="1"/>
          </p:nvPr>
        </p:nvSpPr>
        <p:spPr>
          <a:xfrm>
            <a:off x="457200" y="2540002"/>
            <a:ext cx="8234362" cy="2335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accent6"/>
              </a:buClr>
              <a:buSzPts val="1440"/>
              <a:buNone/>
              <a:defRPr>
                <a:solidFill>
                  <a:schemeClr val="accent6"/>
                </a:solidFill>
              </a:defRPr>
            </a:lvl1pPr>
            <a:lvl2pPr lvl="1" algn="ctr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Clr>
                <a:srgbClr val="A6898A"/>
              </a:buClr>
              <a:buSzPts val="1260"/>
              <a:buNone/>
              <a:defRPr>
                <a:solidFill>
                  <a:srgbClr val="A6898A"/>
                </a:solidFill>
              </a:defRPr>
            </a:lvl2pPr>
            <a:lvl3pPr lvl="2" algn="ctr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Clr>
                <a:srgbClr val="A6898A"/>
              </a:buClr>
              <a:buSzPts val="1260"/>
              <a:buNone/>
              <a:defRPr>
                <a:solidFill>
                  <a:srgbClr val="A6898A"/>
                </a:solidFill>
              </a:defRPr>
            </a:lvl3pPr>
            <a:lvl4pPr lvl="3" algn="ctr">
              <a:lnSpc>
                <a:spcPct val="100000"/>
              </a:lnSpc>
              <a:spcBef>
                <a:spcPts val="216"/>
              </a:spcBef>
              <a:spcAft>
                <a:spcPts val="0"/>
              </a:spcAft>
              <a:buClr>
                <a:srgbClr val="A6898A"/>
              </a:buClr>
              <a:buSzPts val="1080"/>
              <a:buNone/>
              <a:defRPr>
                <a:solidFill>
                  <a:srgbClr val="A6898A"/>
                </a:solidFill>
              </a:defRPr>
            </a:lvl4pPr>
            <a:lvl5pPr lvl="4" algn="ctr">
              <a:lnSpc>
                <a:spcPct val="100000"/>
              </a:lnSpc>
              <a:spcBef>
                <a:spcPts val="216"/>
              </a:spcBef>
              <a:spcAft>
                <a:spcPts val="0"/>
              </a:spcAft>
              <a:buClr>
                <a:srgbClr val="A6898A"/>
              </a:buClr>
              <a:buSzPts val="1080"/>
              <a:buNone/>
              <a:defRPr>
                <a:solidFill>
                  <a:srgbClr val="A6898A"/>
                </a:solidFill>
              </a:defRPr>
            </a:lvl5pPr>
            <a:lvl6pPr lvl="5" algn="ctr">
              <a:spcBef>
                <a:spcPts val="360"/>
              </a:spcBef>
              <a:spcAft>
                <a:spcPts val="0"/>
              </a:spcAft>
              <a:buClr>
                <a:srgbClr val="A6898A"/>
              </a:buClr>
              <a:buSzPts val="1800"/>
              <a:buNone/>
              <a:defRPr>
                <a:solidFill>
                  <a:srgbClr val="A6898A"/>
                </a:solidFill>
              </a:defRPr>
            </a:lvl6pPr>
            <a:lvl7pPr lvl="6" algn="ctr">
              <a:spcBef>
                <a:spcPts val="360"/>
              </a:spcBef>
              <a:spcAft>
                <a:spcPts val="0"/>
              </a:spcAft>
              <a:buClr>
                <a:srgbClr val="A6898A"/>
              </a:buClr>
              <a:buSzPts val="1800"/>
              <a:buNone/>
              <a:defRPr>
                <a:solidFill>
                  <a:srgbClr val="A6898A"/>
                </a:solidFill>
              </a:defRPr>
            </a:lvl7pPr>
            <a:lvl8pPr lvl="7" algn="ctr">
              <a:spcBef>
                <a:spcPts val="360"/>
              </a:spcBef>
              <a:spcAft>
                <a:spcPts val="0"/>
              </a:spcAft>
              <a:buClr>
                <a:srgbClr val="A6898A"/>
              </a:buClr>
              <a:buSzPts val="1800"/>
              <a:buNone/>
              <a:defRPr>
                <a:solidFill>
                  <a:srgbClr val="A6898A"/>
                </a:solidFill>
              </a:defRPr>
            </a:lvl8pPr>
            <a:lvl9pPr lvl="8" algn="ctr">
              <a:spcBef>
                <a:spcPts val="360"/>
              </a:spcBef>
              <a:spcAft>
                <a:spcPts val="0"/>
              </a:spcAft>
              <a:buClr>
                <a:srgbClr val="A6898A"/>
              </a:buClr>
              <a:buSzPts val="1800"/>
              <a:buNone/>
              <a:defRPr>
                <a:solidFill>
                  <a:srgbClr val="A6898A"/>
                </a:solidFill>
              </a:defRPr>
            </a:lvl9pPr>
          </a:lstStyle>
          <a:p>
            <a:endParaRPr/>
          </a:p>
        </p:txBody>
      </p:sp>
      <p:sp>
        <p:nvSpPr>
          <p:cNvPr id="124" name="Google Shape;124;p52"/>
          <p:cNvSpPr txBox="1">
            <a:spLocks noGrp="1"/>
          </p:cNvSpPr>
          <p:nvPr>
            <p:ph type="sldNum" idx="12"/>
          </p:nvPr>
        </p:nvSpPr>
        <p:spPr>
          <a:xfrm>
            <a:off x="6553200" y="5297488"/>
            <a:ext cx="2133600" cy="303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e contenuto" type="obj">
  <p:cSld name="OBJEC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3"/>
          <p:cNvSpPr txBox="1">
            <a:spLocks noGrp="1"/>
          </p:cNvSpPr>
          <p:nvPr>
            <p:ph type="title"/>
          </p:nvPr>
        </p:nvSpPr>
        <p:spPr>
          <a:xfrm>
            <a:off x="457200" y="358776"/>
            <a:ext cx="8229600" cy="627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52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53"/>
          <p:cNvSpPr txBox="1">
            <a:spLocks noGrp="1"/>
          </p:cNvSpPr>
          <p:nvPr>
            <p:ph type="body" idx="1"/>
          </p:nvPr>
        </p:nvSpPr>
        <p:spPr>
          <a:xfrm>
            <a:off x="457200" y="1150938"/>
            <a:ext cx="8229600" cy="3724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accent6"/>
              </a:buClr>
              <a:buSzPts val="1440"/>
              <a:buChar char="•"/>
              <a:defRPr sz="1440"/>
            </a:lvl1pPr>
            <a:lvl2pPr marL="914400" lvl="1" indent="-308610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Clr>
                <a:schemeClr val="accent6"/>
              </a:buClr>
              <a:buSzPts val="1260"/>
              <a:buFont typeface="Courier New"/>
              <a:buChar char="o"/>
              <a:defRPr sz="1260"/>
            </a:lvl2pPr>
            <a:lvl3pPr marL="1371600" lvl="2" indent="-297180" algn="l">
              <a:lnSpc>
                <a:spcPct val="100000"/>
              </a:lnSpc>
              <a:spcBef>
                <a:spcPts val="216"/>
              </a:spcBef>
              <a:spcAft>
                <a:spcPts val="0"/>
              </a:spcAft>
              <a:buClr>
                <a:schemeClr val="accent6"/>
              </a:buClr>
              <a:buSzPts val="1080"/>
              <a:buFont typeface="Noto Sans Symbols"/>
              <a:buChar char="▪"/>
              <a:defRPr sz="1080"/>
            </a:lvl3pPr>
            <a:lvl4pPr marL="1828800" lvl="3" indent="-291464" algn="l">
              <a:lnSpc>
                <a:spcPct val="100000"/>
              </a:lnSpc>
              <a:spcBef>
                <a:spcPts val="198"/>
              </a:spcBef>
              <a:spcAft>
                <a:spcPts val="0"/>
              </a:spcAft>
              <a:buClr>
                <a:schemeClr val="accent6"/>
              </a:buClr>
              <a:buSzPts val="990"/>
              <a:buFont typeface="Courier New"/>
              <a:buChar char="o"/>
              <a:defRPr sz="989"/>
            </a:lvl4pPr>
            <a:lvl5pPr marL="2286000" lvl="4" indent="-288607" algn="l">
              <a:lnSpc>
                <a:spcPct val="100000"/>
              </a:lnSpc>
              <a:spcBef>
                <a:spcPts val="189"/>
              </a:spcBef>
              <a:spcAft>
                <a:spcPts val="0"/>
              </a:spcAft>
              <a:buClr>
                <a:schemeClr val="accent6"/>
              </a:buClr>
              <a:buSzPts val="945"/>
              <a:buFont typeface="Noto Sans Symbols"/>
              <a:buChar char="▪"/>
              <a:defRPr sz="945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8" name="Google Shape;128;p53"/>
          <p:cNvSpPr txBox="1">
            <a:spLocks noGrp="1"/>
          </p:cNvSpPr>
          <p:nvPr>
            <p:ph type="sldNum" idx="12"/>
          </p:nvPr>
        </p:nvSpPr>
        <p:spPr>
          <a:xfrm>
            <a:off x="6553200" y="5297488"/>
            <a:ext cx="2133600" cy="303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 contenuto">
  <p:cSld name=" contenuto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4"/>
          <p:cNvSpPr txBox="1">
            <a:spLocks noGrp="1"/>
          </p:cNvSpPr>
          <p:nvPr>
            <p:ph type="body" idx="1"/>
          </p:nvPr>
        </p:nvSpPr>
        <p:spPr>
          <a:xfrm>
            <a:off x="457200" y="1150940"/>
            <a:ext cx="8229600" cy="3724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accent6"/>
              </a:buClr>
              <a:buSzPts val="1440"/>
              <a:buNone/>
              <a:defRPr sz="1440"/>
            </a:lvl1pPr>
            <a:lvl2pPr marL="914400" lvl="1" indent="-308610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Clr>
                <a:schemeClr val="accent6"/>
              </a:buClr>
              <a:buSzPts val="1260"/>
              <a:buFont typeface="Arial"/>
              <a:buChar char="•"/>
              <a:defRPr sz="1260"/>
            </a:lvl2pPr>
            <a:lvl3pPr marL="1371600" lvl="2" indent="-297180" algn="l">
              <a:lnSpc>
                <a:spcPct val="100000"/>
              </a:lnSpc>
              <a:spcBef>
                <a:spcPts val="216"/>
              </a:spcBef>
              <a:spcAft>
                <a:spcPts val="0"/>
              </a:spcAft>
              <a:buClr>
                <a:schemeClr val="accent6"/>
              </a:buClr>
              <a:buSzPts val="1080"/>
              <a:buFont typeface="Courier New"/>
              <a:buChar char="o"/>
              <a:defRPr sz="1080"/>
            </a:lvl3pPr>
            <a:lvl4pPr marL="1828800" lvl="3" indent="-291464" algn="l">
              <a:lnSpc>
                <a:spcPct val="100000"/>
              </a:lnSpc>
              <a:spcBef>
                <a:spcPts val="198"/>
              </a:spcBef>
              <a:spcAft>
                <a:spcPts val="0"/>
              </a:spcAft>
              <a:buClr>
                <a:schemeClr val="accent6"/>
              </a:buClr>
              <a:buSzPts val="990"/>
              <a:buFont typeface="Noto Sans Symbols"/>
              <a:buChar char="▪"/>
              <a:defRPr sz="989"/>
            </a:lvl4pPr>
            <a:lvl5pPr marL="2286000" lvl="4" indent="-288607" algn="l">
              <a:lnSpc>
                <a:spcPct val="100000"/>
              </a:lnSpc>
              <a:spcBef>
                <a:spcPts val="189"/>
              </a:spcBef>
              <a:spcAft>
                <a:spcPts val="0"/>
              </a:spcAft>
              <a:buClr>
                <a:schemeClr val="accent6"/>
              </a:buClr>
              <a:buSzPts val="945"/>
              <a:buFont typeface="Courier New"/>
              <a:buChar char="o"/>
              <a:defRPr sz="945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1" name="Google Shape;131;p54"/>
          <p:cNvSpPr txBox="1">
            <a:spLocks noGrp="1"/>
          </p:cNvSpPr>
          <p:nvPr>
            <p:ph type="title"/>
          </p:nvPr>
        </p:nvSpPr>
        <p:spPr>
          <a:xfrm>
            <a:off x="457200" y="358776"/>
            <a:ext cx="8229600" cy="627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52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54"/>
          <p:cNvSpPr txBox="1">
            <a:spLocks noGrp="1"/>
          </p:cNvSpPr>
          <p:nvPr>
            <p:ph type="sldNum" idx="12"/>
          </p:nvPr>
        </p:nvSpPr>
        <p:spPr>
          <a:xfrm>
            <a:off x="6553200" y="5297488"/>
            <a:ext cx="2133600" cy="303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stazione sezione" type="secHead">
  <p:cSld name="SECTION_HEADER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5"/>
          <p:cNvSpPr txBox="1">
            <a:spLocks noGrp="1"/>
          </p:cNvSpPr>
          <p:nvPr>
            <p:ph type="title"/>
          </p:nvPr>
        </p:nvSpPr>
        <p:spPr>
          <a:xfrm>
            <a:off x="454025" y="3941971"/>
            <a:ext cx="8237538" cy="933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520"/>
              <a:buFont typeface="Arial"/>
              <a:buNone/>
              <a:defRPr sz="252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55"/>
          <p:cNvSpPr txBox="1">
            <a:spLocks noGrp="1"/>
          </p:cNvSpPr>
          <p:nvPr>
            <p:ph type="body" idx="1"/>
          </p:nvPr>
        </p:nvSpPr>
        <p:spPr>
          <a:xfrm>
            <a:off x="454025" y="2317545"/>
            <a:ext cx="8237538" cy="934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rgbClr val="005A76"/>
              </a:buClr>
              <a:buSzPts val="1440"/>
              <a:buNone/>
              <a:defRPr sz="1440">
                <a:solidFill>
                  <a:srgbClr val="005A76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24"/>
              </a:spcBef>
              <a:spcAft>
                <a:spcPts val="0"/>
              </a:spcAft>
              <a:buClr>
                <a:srgbClr val="A6898A"/>
              </a:buClr>
              <a:buSzPts val="1620"/>
              <a:buNone/>
              <a:defRPr sz="1620">
                <a:solidFill>
                  <a:srgbClr val="A6898A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rgbClr val="A6898A"/>
              </a:buClr>
              <a:buSzPts val="1440"/>
              <a:buNone/>
              <a:defRPr sz="1440">
                <a:solidFill>
                  <a:srgbClr val="A6898A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Clr>
                <a:srgbClr val="A6898A"/>
              </a:buClr>
              <a:buSzPts val="1260"/>
              <a:buNone/>
              <a:defRPr sz="1260">
                <a:solidFill>
                  <a:srgbClr val="A6898A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Clr>
                <a:srgbClr val="A6898A"/>
              </a:buClr>
              <a:buSzPts val="1260"/>
              <a:buNone/>
              <a:defRPr sz="1260">
                <a:solidFill>
                  <a:srgbClr val="A6898A"/>
                </a:solidFill>
              </a:defRPr>
            </a:lvl5pPr>
            <a:lvl6pPr marL="2743200" lvl="5" indent="-228600" algn="l">
              <a:spcBef>
                <a:spcPts val="252"/>
              </a:spcBef>
              <a:spcAft>
                <a:spcPts val="0"/>
              </a:spcAft>
              <a:buClr>
                <a:srgbClr val="A6898A"/>
              </a:buClr>
              <a:buSzPts val="1260"/>
              <a:buNone/>
              <a:defRPr sz="1260">
                <a:solidFill>
                  <a:srgbClr val="A6898A"/>
                </a:solidFill>
              </a:defRPr>
            </a:lvl6pPr>
            <a:lvl7pPr marL="3200400" lvl="6" indent="-228600" algn="l">
              <a:spcBef>
                <a:spcPts val="252"/>
              </a:spcBef>
              <a:spcAft>
                <a:spcPts val="0"/>
              </a:spcAft>
              <a:buClr>
                <a:srgbClr val="A6898A"/>
              </a:buClr>
              <a:buSzPts val="1260"/>
              <a:buNone/>
              <a:defRPr sz="1260">
                <a:solidFill>
                  <a:srgbClr val="A6898A"/>
                </a:solidFill>
              </a:defRPr>
            </a:lvl7pPr>
            <a:lvl8pPr marL="3657600" lvl="7" indent="-228600" algn="l">
              <a:spcBef>
                <a:spcPts val="252"/>
              </a:spcBef>
              <a:spcAft>
                <a:spcPts val="0"/>
              </a:spcAft>
              <a:buClr>
                <a:srgbClr val="A6898A"/>
              </a:buClr>
              <a:buSzPts val="1260"/>
              <a:buNone/>
              <a:defRPr sz="1260">
                <a:solidFill>
                  <a:srgbClr val="A6898A"/>
                </a:solidFill>
              </a:defRPr>
            </a:lvl8pPr>
            <a:lvl9pPr marL="4114800" lvl="8" indent="-228600" algn="l">
              <a:spcBef>
                <a:spcPts val="252"/>
              </a:spcBef>
              <a:spcAft>
                <a:spcPts val="0"/>
              </a:spcAft>
              <a:buClr>
                <a:srgbClr val="A6898A"/>
              </a:buClr>
              <a:buSzPts val="1260"/>
              <a:buNone/>
              <a:defRPr sz="1260">
                <a:solidFill>
                  <a:srgbClr val="A6898A"/>
                </a:solidFill>
              </a:defRPr>
            </a:lvl9pPr>
          </a:lstStyle>
          <a:p>
            <a:endParaRPr/>
          </a:p>
        </p:txBody>
      </p:sp>
      <p:sp>
        <p:nvSpPr>
          <p:cNvPr id="136" name="Google Shape;136;p55"/>
          <p:cNvSpPr txBox="1">
            <a:spLocks noGrp="1"/>
          </p:cNvSpPr>
          <p:nvPr>
            <p:ph type="sldNum" idx="12"/>
          </p:nvPr>
        </p:nvSpPr>
        <p:spPr>
          <a:xfrm>
            <a:off x="6553200" y="5297488"/>
            <a:ext cx="2133600" cy="303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810" b="0" i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810" b="0" i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810" b="0" i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810" b="0" i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810" b="0" i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810" b="0" i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810" b="0" i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810" b="0" i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810" b="0" i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Contenuto 2" type="twoObj">
  <p:cSld name="TWO_OBJECTS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6"/>
          <p:cNvSpPr txBox="1">
            <a:spLocks noGrp="1"/>
          </p:cNvSpPr>
          <p:nvPr>
            <p:ph type="title"/>
          </p:nvPr>
        </p:nvSpPr>
        <p:spPr>
          <a:xfrm>
            <a:off x="457200" y="347342"/>
            <a:ext cx="8229600" cy="627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52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56"/>
          <p:cNvSpPr txBox="1">
            <a:spLocks noGrp="1"/>
          </p:cNvSpPr>
          <p:nvPr>
            <p:ph type="body" idx="1"/>
          </p:nvPr>
        </p:nvSpPr>
        <p:spPr>
          <a:xfrm>
            <a:off x="457200" y="1150938"/>
            <a:ext cx="2546350" cy="3724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Clr>
                <a:schemeClr val="accent6"/>
              </a:buClr>
              <a:buSzPts val="1260"/>
              <a:buNone/>
              <a:defRPr sz="1260" b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33333"/>
              </a:lnSpc>
              <a:spcBef>
                <a:spcPts val="216"/>
              </a:spcBef>
              <a:spcAft>
                <a:spcPts val="0"/>
              </a:spcAft>
              <a:buClr>
                <a:schemeClr val="accent6"/>
              </a:buClr>
              <a:buSzPts val="1080"/>
              <a:buFont typeface="Arial"/>
              <a:buNone/>
              <a:defRPr sz="108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Clr>
                <a:schemeClr val="accent6"/>
              </a:buClr>
              <a:buSzPts val="1260"/>
              <a:buFont typeface="Arial"/>
              <a:buNone/>
              <a:defRPr sz="126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0039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accent6"/>
              </a:buClr>
              <a:buSzPts val="1440"/>
              <a:buChar char="–"/>
              <a:defRPr sz="1440"/>
            </a:lvl4pPr>
            <a:lvl5pPr marL="2286000" lvl="4" indent="-308610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Clr>
                <a:schemeClr val="accent6"/>
              </a:buClr>
              <a:buSzPts val="1260"/>
              <a:buChar char="»"/>
              <a:defRPr sz="1260"/>
            </a:lvl5pPr>
            <a:lvl6pPr marL="2743200" lvl="5" indent="-331470" algn="l">
              <a:spcBef>
                <a:spcPts val="324"/>
              </a:spcBef>
              <a:spcAft>
                <a:spcPts val="0"/>
              </a:spcAft>
              <a:buClr>
                <a:schemeClr val="dk1"/>
              </a:buClr>
              <a:buSzPts val="1620"/>
              <a:buChar char="•"/>
              <a:defRPr sz="1620"/>
            </a:lvl6pPr>
            <a:lvl7pPr marL="3200400" lvl="6" indent="-331470" algn="l">
              <a:spcBef>
                <a:spcPts val="324"/>
              </a:spcBef>
              <a:spcAft>
                <a:spcPts val="0"/>
              </a:spcAft>
              <a:buClr>
                <a:schemeClr val="dk1"/>
              </a:buClr>
              <a:buSzPts val="1620"/>
              <a:buChar char="•"/>
              <a:defRPr sz="1620"/>
            </a:lvl7pPr>
            <a:lvl8pPr marL="3657600" lvl="7" indent="-331470" algn="l">
              <a:spcBef>
                <a:spcPts val="324"/>
              </a:spcBef>
              <a:spcAft>
                <a:spcPts val="0"/>
              </a:spcAft>
              <a:buClr>
                <a:schemeClr val="dk1"/>
              </a:buClr>
              <a:buSzPts val="1620"/>
              <a:buChar char="•"/>
              <a:defRPr sz="1620"/>
            </a:lvl8pPr>
            <a:lvl9pPr marL="4114800" lvl="8" indent="-331470" algn="l">
              <a:spcBef>
                <a:spcPts val="324"/>
              </a:spcBef>
              <a:spcAft>
                <a:spcPts val="0"/>
              </a:spcAft>
              <a:buClr>
                <a:schemeClr val="dk1"/>
              </a:buClr>
              <a:buSzPts val="1620"/>
              <a:buChar char="•"/>
              <a:defRPr sz="1620"/>
            </a:lvl9pPr>
          </a:lstStyle>
          <a:p>
            <a:endParaRPr/>
          </a:p>
        </p:txBody>
      </p:sp>
      <p:sp>
        <p:nvSpPr>
          <p:cNvPr id="140" name="Google Shape;140;p56"/>
          <p:cNvSpPr txBox="1">
            <a:spLocks noGrp="1"/>
          </p:cNvSpPr>
          <p:nvPr>
            <p:ph type="body" idx="2"/>
          </p:nvPr>
        </p:nvSpPr>
        <p:spPr>
          <a:xfrm>
            <a:off x="3162300" y="1150938"/>
            <a:ext cx="2743200" cy="3724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Clr>
                <a:schemeClr val="accent6"/>
              </a:buClr>
              <a:buSzPts val="1260"/>
              <a:buNone/>
              <a:defRPr sz="1260" b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33333"/>
              </a:lnSpc>
              <a:spcBef>
                <a:spcPts val="216"/>
              </a:spcBef>
              <a:spcAft>
                <a:spcPts val="0"/>
              </a:spcAft>
              <a:buClr>
                <a:schemeClr val="accent6"/>
              </a:buClr>
              <a:buSzPts val="1080"/>
              <a:buFont typeface="Arial"/>
              <a:buNone/>
              <a:defRPr sz="1080">
                <a:latin typeface="Arial"/>
                <a:ea typeface="Arial"/>
                <a:cs typeface="Arial"/>
                <a:sym typeface="Arial"/>
              </a:defRPr>
            </a:lvl2pPr>
            <a:lvl3pPr marL="1371600" lvl="2" indent="-308610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Clr>
                <a:schemeClr val="accent6"/>
              </a:buClr>
              <a:buSzPts val="1260"/>
              <a:buFont typeface="Arial"/>
              <a:buChar char="•"/>
              <a:defRPr sz="126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0039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accent6"/>
              </a:buClr>
              <a:buSzPts val="1440"/>
              <a:buChar char="–"/>
              <a:defRPr sz="1440"/>
            </a:lvl4pPr>
            <a:lvl5pPr marL="2286000" lvl="4" indent="-308610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Clr>
                <a:schemeClr val="accent6"/>
              </a:buClr>
              <a:buSzPts val="1260"/>
              <a:buChar char="»"/>
              <a:defRPr sz="1260"/>
            </a:lvl5pPr>
            <a:lvl6pPr marL="2743200" lvl="5" indent="-331470" algn="l">
              <a:spcBef>
                <a:spcPts val="324"/>
              </a:spcBef>
              <a:spcAft>
                <a:spcPts val="0"/>
              </a:spcAft>
              <a:buClr>
                <a:schemeClr val="dk1"/>
              </a:buClr>
              <a:buSzPts val="1620"/>
              <a:buChar char="•"/>
              <a:defRPr sz="1620"/>
            </a:lvl6pPr>
            <a:lvl7pPr marL="3200400" lvl="6" indent="-331470" algn="l">
              <a:spcBef>
                <a:spcPts val="324"/>
              </a:spcBef>
              <a:spcAft>
                <a:spcPts val="0"/>
              </a:spcAft>
              <a:buClr>
                <a:schemeClr val="dk1"/>
              </a:buClr>
              <a:buSzPts val="1620"/>
              <a:buChar char="•"/>
              <a:defRPr sz="1620"/>
            </a:lvl7pPr>
            <a:lvl8pPr marL="3657600" lvl="7" indent="-331470" algn="l">
              <a:spcBef>
                <a:spcPts val="324"/>
              </a:spcBef>
              <a:spcAft>
                <a:spcPts val="0"/>
              </a:spcAft>
              <a:buClr>
                <a:schemeClr val="dk1"/>
              </a:buClr>
              <a:buSzPts val="1620"/>
              <a:buChar char="•"/>
              <a:defRPr sz="1620"/>
            </a:lvl8pPr>
            <a:lvl9pPr marL="4114800" lvl="8" indent="-331470" algn="l">
              <a:spcBef>
                <a:spcPts val="324"/>
              </a:spcBef>
              <a:spcAft>
                <a:spcPts val="0"/>
              </a:spcAft>
              <a:buClr>
                <a:schemeClr val="dk1"/>
              </a:buClr>
              <a:buSzPts val="1620"/>
              <a:buChar char="•"/>
              <a:defRPr sz="1620"/>
            </a:lvl9pPr>
          </a:lstStyle>
          <a:p>
            <a:endParaRPr/>
          </a:p>
        </p:txBody>
      </p:sp>
      <p:sp>
        <p:nvSpPr>
          <p:cNvPr id="141" name="Google Shape;141;p56"/>
          <p:cNvSpPr txBox="1">
            <a:spLocks noGrp="1"/>
          </p:cNvSpPr>
          <p:nvPr>
            <p:ph type="body" idx="3"/>
          </p:nvPr>
        </p:nvSpPr>
        <p:spPr>
          <a:xfrm>
            <a:off x="6026150" y="1150938"/>
            <a:ext cx="2654300" cy="3724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Clr>
                <a:schemeClr val="accent6"/>
              </a:buClr>
              <a:buSzPts val="1260"/>
              <a:buNone/>
              <a:defRPr sz="1260" b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33333"/>
              </a:lnSpc>
              <a:spcBef>
                <a:spcPts val="216"/>
              </a:spcBef>
              <a:spcAft>
                <a:spcPts val="0"/>
              </a:spcAft>
              <a:buClr>
                <a:schemeClr val="accent6"/>
              </a:buClr>
              <a:buSzPts val="1080"/>
              <a:buFont typeface="Arial"/>
              <a:buNone/>
              <a:defRPr sz="1080">
                <a:latin typeface="Arial"/>
                <a:ea typeface="Arial"/>
                <a:cs typeface="Arial"/>
                <a:sym typeface="Arial"/>
              </a:defRPr>
            </a:lvl2pPr>
            <a:lvl3pPr marL="1371600" lvl="2" indent="-308610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Clr>
                <a:schemeClr val="accent6"/>
              </a:buClr>
              <a:buSzPts val="1260"/>
              <a:buFont typeface="Arial"/>
              <a:buChar char="•"/>
              <a:defRPr sz="126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0039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accent6"/>
              </a:buClr>
              <a:buSzPts val="1440"/>
              <a:buChar char="–"/>
              <a:defRPr sz="1440"/>
            </a:lvl4pPr>
            <a:lvl5pPr marL="2286000" lvl="4" indent="-308610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Clr>
                <a:schemeClr val="accent6"/>
              </a:buClr>
              <a:buSzPts val="1260"/>
              <a:buChar char="»"/>
              <a:defRPr sz="1260"/>
            </a:lvl5pPr>
            <a:lvl6pPr marL="2743200" lvl="5" indent="-331470" algn="l">
              <a:spcBef>
                <a:spcPts val="324"/>
              </a:spcBef>
              <a:spcAft>
                <a:spcPts val="0"/>
              </a:spcAft>
              <a:buClr>
                <a:schemeClr val="dk1"/>
              </a:buClr>
              <a:buSzPts val="1620"/>
              <a:buChar char="•"/>
              <a:defRPr sz="1620"/>
            </a:lvl6pPr>
            <a:lvl7pPr marL="3200400" lvl="6" indent="-331470" algn="l">
              <a:spcBef>
                <a:spcPts val="324"/>
              </a:spcBef>
              <a:spcAft>
                <a:spcPts val="0"/>
              </a:spcAft>
              <a:buClr>
                <a:schemeClr val="dk1"/>
              </a:buClr>
              <a:buSzPts val="1620"/>
              <a:buChar char="•"/>
              <a:defRPr sz="1620"/>
            </a:lvl7pPr>
            <a:lvl8pPr marL="3657600" lvl="7" indent="-331470" algn="l">
              <a:spcBef>
                <a:spcPts val="324"/>
              </a:spcBef>
              <a:spcAft>
                <a:spcPts val="0"/>
              </a:spcAft>
              <a:buClr>
                <a:schemeClr val="dk1"/>
              </a:buClr>
              <a:buSzPts val="1620"/>
              <a:buChar char="•"/>
              <a:defRPr sz="1620"/>
            </a:lvl8pPr>
            <a:lvl9pPr marL="4114800" lvl="8" indent="-331470" algn="l">
              <a:spcBef>
                <a:spcPts val="324"/>
              </a:spcBef>
              <a:spcAft>
                <a:spcPts val="0"/>
              </a:spcAft>
              <a:buClr>
                <a:schemeClr val="dk1"/>
              </a:buClr>
              <a:buSzPts val="1620"/>
              <a:buChar char="•"/>
              <a:defRPr sz="1620"/>
            </a:lvl9pPr>
          </a:lstStyle>
          <a:p>
            <a:endParaRPr/>
          </a:p>
        </p:txBody>
      </p:sp>
      <p:sp>
        <p:nvSpPr>
          <p:cNvPr id="142" name="Google Shape;142;p56"/>
          <p:cNvSpPr txBox="1">
            <a:spLocks noGrp="1"/>
          </p:cNvSpPr>
          <p:nvPr>
            <p:ph type="sldNum" idx="12"/>
          </p:nvPr>
        </p:nvSpPr>
        <p:spPr>
          <a:xfrm>
            <a:off x="6553200" y="5297488"/>
            <a:ext cx="2133600" cy="303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Contenuto 2">
  <p:cSld name="3_Contenuto 2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7"/>
          <p:cNvSpPr txBox="1">
            <a:spLocks noGrp="1"/>
          </p:cNvSpPr>
          <p:nvPr>
            <p:ph type="title"/>
          </p:nvPr>
        </p:nvSpPr>
        <p:spPr>
          <a:xfrm>
            <a:off x="457200" y="356981"/>
            <a:ext cx="8229600" cy="627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52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57"/>
          <p:cNvSpPr txBox="1">
            <a:spLocks noGrp="1"/>
          </p:cNvSpPr>
          <p:nvPr>
            <p:ph type="body" idx="1"/>
          </p:nvPr>
        </p:nvSpPr>
        <p:spPr>
          <a:xfrm>
            <a:off x="457200" y="1150938"/>
            <a:ext cx="4038600" cy="3724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Autofit/>
          </a:bodyPr>
          <a:lstStyle>
            <a:lvl1pPr marL="457200" marR="0" lvl="0" indent="-32004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accent6"/>
              </a:buClr>
              <a:buSzPts val="1440"/>
              <a:buFont typeface="Arial"/>
              <a:buChar char="•"/>
              <a:defRPr sz="144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8610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Clr>
                <a:schemeClr val="accent6"/>
              </a:buClr>
              <a:buSzPts val="1260"/>
              <a:buFont typeface="Courier New"/>
              <a:buChar char="o"/>
              <a:defRPr sz="1260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7180" algn="l">
              <a:lnSpc>
                <a:spcPct val="100000"/>
              </a:lnSpc>
              <a:spcBef>
                <a:spcPts val="216"/>
              </a:spcBef>
              <a:spcAft>
                <a:spcPts val="0"/>
              </a:spcAft>
              <a:buClr>
                <a:schemeClr val="accent6"/>
              </a:buClr>
              <a:buSzPts val="1080"/>
              <a:buFont typeface="Noto Sans Symbols"/>
              <a:buChar char="▪"/>
              <a:defRPr sz="1080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1464" algn="l">
              <a:lnSpc>
                <a:spcPct val="100000"/>
              </a:lnSpc>
              <a:spcBef>
                <a:spcPts val="198"/>
              </a:spcBef>
              <a:spcAft>
                <a:spcPts val="0"/>
              </a:spcAft>
              <a:buClr>
                <a:schemeClr val="accent6"/>
              </a:buClr>
              <a:buSzPts val="990"/>
              <a:buFont typeface="Courier New"/>
              <a:buChar char="o"/>
              <a:defRPr sz="989"/>
            </a:lvl4pPr>
            <a:lvl5pPr marL="2286000" marR="0" lvl="4" indent="-288607" algn="l">
              <a:lnSpc>
                <a:spcPct val="100000"/>
              </a:lnSpc>
              <a:spcBef>
                <a:spcPts val="189"/>
              </a:spcBef>
              <a:spcAft>
                <a:spcPts val="0"/>
              </a:spcAft>
              <a:buClr>
                <a:schemeClr val="accent6"/>
              </a:buClr>
              <a:buSzPts val="945"/>
              <a:buFont typeface="Noto Sans Symbols"/>
              <a:buChar char="▪"/>
              <a:defRPr sz="945"/>
            </a:lvl5pPr>
            <a:lvl6pPr marL="2743200" lvl="5" indent="-331470" algn="l">
              <a:spcBef>
                <a:spcPts val="324"/>
              </a:spcBef>
              <a:spcAft>
                <a:spcPts val="0"/>
              </a:spcAft>
              <a:buClr>
                <a:schemeClr val="dk1"/>
              </a:buClr>
              <a:buSzPts val="1620"/>
              <a:buChar char="•"/>
              <a:defRPr sz="1620"/>
            </a:lvl6pPr>
            <a:lvl7pPr marL="3200400" lvl="6" indent="-331470" algn="l">
              <a:spcBef>
                <a:spcPts val="324"/>
              </a:spcBef>
              <a:spcAft>
                <a:spcPts val="0"/>
              </a:spcAft>
              <a:buClr>
                <a:schemeClr val="dk1"/>
              </a:buClr>
              <a:buSzPts val="1620"/>
              <a:buChar char="•"/>
              <a:defRPr sz="1620"/>
            </a:lvl7pPr>
            <a:lvl8pPr marL="3657600" lvl="7" indent="-331470" algn="l">
              <a:spcBef>
                <a:spcPts val="324"/>
              </a:spcBef>
              <a:spcAft>
                <a:spcPts val="0"/>
              </a:spcAft>
              <a:buClr>
                <a:schemeClr val="dk1"/>
              </a:buClr>
              <a:buSzPts val="1620"/>
              <a:buChar char="•"/>
              <a:defRPr sz="1620"/>
            </a:lvl8pPr>
            <a:lvl9pPr marL="4114800" lvl="8" indent="-331470" algn="l">
              <a:spcBef>
                <a:spcPts val="324"/>
              </a:spcBef>
              <a:spcAft>
                <a:spcPts val="0"/>
              </a:spcAft>
              <a:buClr>
                <a:schemeClr val="dk1"/>
              </a:buClr>
              <a:buSzPts val="1620"/>
              <a:buChar char="•"/>
              <a:defRPr sz="1620"/>
            </a:lvl9pPr>
          </a:lstStyle>
          <a:p>
            <a:endParaRPr/>
          </a:p>
        </p:txBody>
      </p:sp>
      <p:sp>
        <p:nvSpPr>
          <p:cNvPr id="146" name="Google Shape;146;p57"/>
          <p:cNvSpPr txBox="1">
            <a:spLocks noGrp="1"/>
          </p:cNvSpPr>
          <p:nvPr>
            <p:ph type="body" idx="2"/>
          </p:nvPr>
        </p:nvSpPr>
        <p:spPr>
          <a:xfrm>
            <a:off x="4648200" y="1150938"/>
            <a:ext cx="4038600" cy="3724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accent6"/>
              </a:buClr>
              <a:buSzPts val="1440"/>
              <a:buChar char="•"/>
              <a:defRPr sz="1440">
                <a:latin typeface="Arial"/>
                <a:ea typeface="Arial"/>
                <a:cs typeface="Arial"/>
                <a:sym typeface="Arial"/>
              </a:defRPr>
            </a:lvl1pPr>
            <a:lvl2pPr marL="914400" lvl="1" indent="-308610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Clr>
                <a:schemeClr val="accent6"/>
              </a:buClr>
              <a:buSzPts val="1260"/>
              <a:buFont typeface="Courier New"/>
              <a:buChar char="o"/>
              <a:defRPr sz="1260">
                <a:latin typeface="Arial"/>
                <a:ea typeface="Arial"/>
                <a:cs typeface="Arial"/>
                <a:sym typeface="Arial"/>
              </a:defRPr>
            </a:lvl2pPr>
            <a:lvl3pPr marL="1371600" lvl="2" indent="-297180" algn="l">
              <a:lnSpc>
                <a:spcPct val="100000"/>
              </a:lnSpc>
              <a:spcBef>
                <a:spcPts val="216"/>
              </a:spcBef>
              <a:spcAft>
                <a:spcPts val="0"/>
              </a:spcAft>
              <a:buClr>
                <a:schemeClr val="accent6"/>
              </a:buClr>
              <a:buSzPts val="1080"/>
              <a:buFont typeface="Noto Sans Symbols"/>
              <a:buChar char="▪"/>
              <a:defRPr sz="1080">
                <a:latin typeface="Arial"/>
                <a:ea typeface="Arial"/>
                <a:cs typeface="Arial"/>
                <a:sym typeface="Arial"/>
              </a:defRPr>
            </a:lvl3pPr>
            <a:lvl4pPr marL="1828800" lvl="3" indent="-291464" algn="l">
              <a:lnSpc>
                <a:spcPct val="100000"/>
              </a:lnSpc>
              <a:spcBef>
                <a:spcPts val="198"/>
              </a:spcBef>
              <a:spcAft>
                <a:spcPts val="0"/>
              </a:spcAft>
              <a:buClr>
                <a:schemeClr val="accent6"/>
              </a:buClr>
              <a:buSzPts val="990"/>
              <a:buFont typeface="Courier New"/>
              <a:buChar char="o"/>
              <a:defRPr sz="989"/>
            </a:lvl4pPr>
            <a:lvl5pPr marL="2286000" lvl="4" indent="-288607" algn="l">
              <a:lnSpc>
                <a:spcPct val="100000"/>
              </a:lnSpc>
              <a:spcBef>
                <a:spcPts val="189"/>
              </a:spcBef>
              <a:spcAft>
                <a:spcPts val="0"/>
              </a:spcAft>
              <a:buClr>
                <a:schemeClr val="accent6"/>
              </a:buClr>
              <a:buSzPts val="945"/>
              <a:buFont typeface="Noto Sans Symbols"/>
              <a:buChar char="▪"/>
              <a:defRPr sz="945"/>
            </a:lvl5pPr>
            <a:lvl6pPr marL="2743200" lvl="5" indent="-331470" algn="l">
              <a:spcBef>
                <a:spcPts val="324"/>
              </a:spcBef>
              <a:spcAft>
                <a:spcPts val="0"/>
              </a:spcAft>
              <a:buClr>
                <a:schemeClr val="dk1"/>
              </a:buClr>
              <a:buSzPts val="1620"/>
              <a:buChar char="•"/>
              <a:defRPr sz="1620"/>
            </a:lvl6pPr>
            <a:lvl7pPr marL="3200400" lvl="6" indent="-331470" algn="l">
              <a:spcBef>
                <a:spcPts val="324"/>
              </a:spcBef>
              <a:spcAft>
                <a:spcPts val="0"/>
              </a:spcAft>
              <a:buClr>
                <a:schemeClr val="dk1"/>
              </a:buClr>
              <a:buSzPts val="1620"/>
              <a:buChar char="•"/>
              <a:defRPr sz="1620"/>
            </a:lvl7pPr>
            <a:lvl8pPr marL="3657600" lvl="7" indent="-331470" algn="l">
              <a:spcBef>
                <a:spcPts val="324"/>
              </a:spcBef>
              <a:spcAft>
                <a:spcPts val="0"/>
              </a:spcAft>
              <a:buClr>
                <a:schemeClr val="dk1"/>
              </a:buClr>
              <a:buSzPts val="1620"/>
              <a:buChar char="•"/>
              <a:defRPr sz="1620"/>
            </a:lvl8pPr>
            <a:lvl9pPr marL="4114800" lvl="8" indent="-331470" algn="l">
              <a:spcBef>
                <a:spcPts val="324"/>
              </a:spcBef>
              <a:spcAft>
                <a:spcPts val="0"/>
              </a:spcAft>
              <a:buClr>
                <a:schemeClr val="dk1"/>
              </a:buClr>
              <a:buSzPts val="1620"/>
              <a:buChar char="•"/>
              <a:defRPr sz="1620"/>
            </a:lvl9pPr>
          </a:lstStyle>
          <a:p>
            <a:endParaRPr/>
          </a:p>
        </p:txBody>
      </p:sp>
      <p:sp>
        <p:nvSpPr>
          <p:cNvPr id="147" name="Google Shape;147;p57"/>
          <p:cNvSpPr txBox="1">
            <a:spLocks noGrp="1"/>
          </p:cNvSpPr>
          <p:nvPr>
            <p:ph type="sldNum" idx="12"/>
          </p:nvPr>
        </p:nvSpPr>
        <p:spPr>
          <a:xfrm>
            <a:off x="6553200" y="5297488"/>
            <a:ext cx="2133600" cy="303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fronto" type="twoTxTwoObj">
  <p:cSld name="TWO_OBJECTS_WITH_TEXT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8"/>
          <p:cNvSpPr txBox="1">
            <a:spLocks noGrp="1"/>
          </p:cNvSpPr>
          <p:nvPr>
            <p:ph type="title"/>
          </p:nvPr>
        </p:nvSpPr>
        <p:spPr>
          <a:xfrm>
            <a:off x="457200" y="358776"/>
            <a:ext cx="8229600" cy="627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52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58"/>
          <p:cNvSpPr txBox="1">
            <a:spLocks noGrp="1"/>
          </p:cNvSpPr>
          <p:nvPr>
            <p:ph type="body" idx="1"/>
          </p:nvPr>
        </p:nvSpPr>
        <p:spPr>
          <a:xfrm>
            <a:off x="462239" y="1150938"/>
            <a:ext cx="4040188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accent6"/>
              </a:buClr>
              <a:buSzPts val="1440"/>
              <a:buNone/>
              <a:defRPr sz="144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/>
            </a:lvl2pPr>
            <a:lvl3pPr marL="1371600" lvl="2" indent="-228600" algn="l">
              <a:lnSpc>
                <a:spcPct val="100000"/>
              </a:lnSpc>
              <a:spcBef>
                <a:spcPts val="324"/>
              </a:spcBef>
              <a:spcAft>
                <a:spcPts val="0"/>
              </a:spcAft>
              <a:buClr>
                <a:schemeClr val="accent6"/>
              </a:buClr>
              <a:buSzPts val="1620"/>
              <a:buNone/>
              <a:defRPr sz="1620" b="1"/>
            </a:lvl3pPr>
            <a:lvl4pPr marL="1828800" lvl="3" indent="-228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accent6"/>
              </a:buClr>
              <a:buSzPts val="1440"/>
              <a:buNone/>
              <a:defRPr sz="1440" b="1"/>
            </a:lvl4pPr>
            <a:lvl5pPr marL="2286000" lvl="4" indent="-228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accent6"/>
              </a:buClr>
              <a:buSzPts val="1440"/>
              <a:buNone/>
              <a:defRPr sz="1440" b="1"/>
            </a:lvl5pPr>
            <a:lvl6pPr marL="2743200" lvl="5" indent="-228600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440" b="1"/>
            </a:lvl6pPr>
            <a:lvl7pPr marL="3200400" lvl="6" indent="-228600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440" b="1"/>
            </a:lvl7pPr>
            <a:lvl8pPr marL="3657600" lvl="7" indent="-228600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440" b="1"/>
            </a:lvl8pPr>
            <a:lvl9pPr marL="4114800" lvl="8" indent="-228600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440" b="1"/>
            </a:lvl9pPr>
          </a:lstStyle>
          <a:p>
            <a:endParaRPr/>
          </a:p>
        </p:txBody>
      </p:sp>
      <p:sp>
        <p:nvSpPr>
          <p:cNvPr id="151" name="Google Shape;151;p58"/>
          <p:cNvSpPr txBox="1">
            <a:spLocks noGrp="1"/>
          </p:cNvSpPr>
          <p:nvPr>
            <p:ph type="body" idx="2"/>
          </p:nvPr>
        </p:nvSpPr>
        <p:spPr>
          <a:xfrm>
            <a:off x="457200" y="1725546"/>
            <a:ext cx="4040188" cy="3149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accent6"/>
              </a:buClr>
              <a:buSzPts val="1440"/>
              <a:buChar char="•"/>
              <a:defRPr sz="1440">
                <a:latin typeface="Arial"/>
                <a:ea typeface="Arial"/>
                <a:cs typeface="Arial"/>
                <a:sym typeface="Arial"/>
              </a:defRPr>
            </a:lvl1pPr>
            <a:lvl2pPr marL="914400" lvl="1" indent="-308610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Clr>
                <a:schemeClr val="accent6"/>
              </a:buClr>
              <a:buSzPts val="1260"/>
              <a:buFont typeface="Courier New"/>
              <a:buChar char="o"/>
              <a:defRPr sz="1260">
                <a:latin typeface="Arial"/>
                <a:ea typeface="Arial"/>
                <a:cs typeface="Arial"/>
                <a:sym typeface="Arial"/>
              </a:defRPr>
            </a:lvl2pPr>
            <a:lvl3pPr marL="1371600" lvl="2" indent="-297180" algn="l">
              <a:lnSpc>
                <a:spcPct val="100000"/>
              </a:lnSpc>
              <a:spcBef>
                <a:spcPts val="216"/>
              </a:spcBef>
              <a:spcAft>
                <a:spcPts val="0"/>
              </a:spcAft>
              <a:buClr>
                <a:schemeClr val="accent6"/>
              </a:buClr>
              <a:buSzPts val="1080"/>
              <a:buFont typeface="Noto Sans Symbols"/>
              <a:buChar char="▪"/>
              <a:defRPr sz="1080">
                <a:latin typeface="Arial"/>
                <a:ea typeface="Arial"/>
                <a:cs typeface="Arial"/>
                <a:sym typeface="Arial"/>
              </a:defRPr>
            </a:lvl3pPr>
            <a:lvl4pPr marL="1828800" lvl="3" indent="-291464" algn="l">
              <a:lnSpc>
                <a:spcPct val="100000"/>
              </a:lnSpc>
              <a:spcBef>
                <a:spcPts val="198"/>
              </a:spcBef>
              <a:spcAft>
                <a:spcPts val="0"/>
              </a:spcAft>
              <a:buClr>
                <a:schemeClr val="accent6"/>
              </a:buClr>
              <a:buSzPts val="990"/>
              <a:buFont typeface="Courier New"/>
              <a:buChar char="o"/>
              <a:defRPr sz="989">
                <a:latin typeface="Arial"/>
                <a:ea typeface="Arial"/>
                <a:cs typeface="Arial"/>
                <a:sym typeface="Arial"/>
              </a:defRPr>
            </a:lvl4pPr>
            <a:lvl5pPr marL="2286000" lvl="4" indent="-288607" algn="l">
              <a:lnSpc>
                <a:spcPct val="100000"/>
              </a:lnSpc>
              <a:spcBef>
                <a:spcPts val="189"/>
              </a:spcBef>
              <a:spcAft>
                <a:spcPts val="0"/>
              </a:spcAft>
              <a:buClr>
                <a:schemeClr val="accent6"/>
              </a:buClr>
              <a:buSzPts val="945"/>
              <a:buFont typeface="Noto Sans Symbols"/>
              <a:buChar char="▪"/>
              <a:defRPr sz="945">
                <a:latin typeface="Arial"/>
                <a:ea typeface="Arial"/>
                <a:cs typeface="Arial"/>
                <a:sym typeface="Arial"/>
              </a:defRPr>
            </a:lvl5pPr>
            <a:lvl6pPr marL="2743200" lvl="5" indent="-320039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 sz="1440"/>
            </a:lvl6pPr>
            <a:lvl7pPr marL="3200400" lvl="6" indent="-320039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 sz="1440"/>
            </a:lvl7pPr>
            <a:lvl8pPr marL="3657600" lvl="7" indent="-320040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 sz="1440"/>
            </a:lvl8pPr>
            <a:lvl9pPr marL="4114800" lvl="8" indent="-320040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 sz="1440"/>
            </a:lvl9pPr>
          </a:lstStyle>
          <a:p>
            <a:endParaRPr/>
          </a:p>
        </p:txBody>
      </p:sp>
      <p:sp>
        <p:nvSpPr>
          <p:cNvPr id="152" name="Google Shape;152;p58"/>
          <p:cNvSpPr txBox="1">
            <a:spLocks noGrp="1"/>
          </p:cNvSpPr>
          <p:nvPr>
            <p:ph type="body" idx="3"/>
          </p:nvPr>
        </p:nvSpPr>
        <p:spPr>
          <a:xfrm>
            <a:off x="4645027" y="1150938"/>
            <a:ext cx="4041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accent6"/>
              </a:buClr>
              <a:buSzPts val="1440"/>
              <a:buNone/>
              <a:defRPr sz="144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/>
            </a:lvl2pPr>
            <a:lvl3pPr marL="1371600" lvl="2" indent="-228600" algn="l">
              <a:lnSpc>
                <a:spcPct val="100000"/>
              </a:lnSpc>
              <a:spcBef>
                <a:spcPts val="324"/>
              </a:spcBef>
              <a:spcAft>
                <a:spcPts val="0"/>
              </a:spcAft>
              <a:buClr>
                <a:schemeClr val="accent6"/>
              </a:buClr>
              <a:buSzPts val="1620"/>
              <a:buNone/>
              <a:defRPr sz="1620" b="1"/>
            </a:lvl3pPr>
            <a:lvl4pPr marL="1828800" lvl="3" indent="-228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accent6"/>
              </a:buClr>
              <a:buSzPts val="1440"/>
              <a:buNone/>
              <a:defRPr sz="1440" b="1"/>
            </a:lvl4pPr>
            <a:lvl5pPr marL="2286000" lvl="4" indent="-228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accent6"/>
              </a:buClr>
              <a:buSzPts val="1440"/>
              <a:buNone/>
              <a:defRPr sz="1440" b="1"/>
            </a:lvl5pPr>
            <a:lvl6pPr marL="2743200" lvl="5" indent="-228600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440" b="1"/>
            </a:lvl6pPr>
            <a:lvl7pPr marL="3200400" lvl="6" indent="-228600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440" b="1"/>
            </a:lvl7pPr>
            <a:lvl8pPr marL="3657600" lvl="7" indent="-228600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440" b="1"/>
            </a:lvl8pPr>
            <a:lvl9pPr marL="4114800" lvl="8" indent="-228600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440" b="1"/>
            </a:lvl9pPr>
          </a:lstStyle>
          <a:p>
            <a:endParaRPr/>
          </a:p>
        </p:txBody>
      </p:sp>
      <p:sp>
        <p:nvSpPr>
          <p:cNvPr id="153" name="Google Shape;153;p58"/>
          <p:cNvSpPr txBox="1">
            <a:spLocks noGrp="1"/>
          </p:cNvSpPr>
          <p:nvPr>
            <p:ph type="body" idx="4"/>
          </p:nvPr>
        </p:nvSpPr>
        <p:spPr>
          <a:xfrm>
            <a:off x="4645027" y="1725544"/>
            <a:ext cx="4041775" cy="3149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accent6"/>
              </a:buClr>
              <a:buSzPts val="1440"/>
              <a:buChar char="•"/>
              <a:defRPr sz="1440">
                <a:latin typeface="Arial"/>
                <a:ea typeface="Arial"/>
                <a:cs typeface="Arial"/>
                <a:sym typeface="Arial"/>
              </a:defRPr>
            </a:lvl1pPr>
            <a:lvl2pPr marL="914400" lvl="1" indent="-308610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Clr>
                <a:schemeClr val="accent6"/>
              </a:buClr>
              <a:buSzPts val="1260"/>
              <a:buFont typeface="Courier New"/>
              <a:buChar char="o"/>
              <a:defRPr sz="1260">
                <a:latin typeface="Arial"/>
                <a:ea typeface="Arial"/>
                <a:cs typeface="Arial"/>
                <a:sym typeface="Arial"/>
              </a:defRPr>
            </a:lvl2pPr>
            <a:lvl3pPr marL="1371600" lvl="2" indent="-297180" algn="l">
              <a:lnSpc>
                <a:spcPct val="100000"/>
              </a:lnSpc>
              <a:spcBef>
                <a:spcPts val="216"/>
              </a:spcBef>
              <a:spcAft>
                <a:spcPts val="0"/>
              </a:spcAft>
              <a:buClr>
                <a:schemeClr val="accent6"/>
              </a:buClr>
              <a:buSzPts val="1080"/>
              <a:buFont typeface="Noto Sans Symbols"/>
              <a:buChar char="▪"/>
              <a:defRPr sz="1080">
                <a:latin typeface="Arial"/>
                <a:ea typeface="Arial"/>
                <a:cs typeface="Arial"/>
                <a:sym typeface="Arial"/>
              </a:defRPr>
            </a:lvl3pPr>
            <a:lvl4pPr marL="1828800" lvl="3" indent="-291464" algn="l">
              <a:lnSpc>
                <a:spcPct val="100000"/>
              </a:lnSpc>
              <a:spcBef>
                <a:spcPts val="198"/>
              </a:spcBef>
              <a:spcAft>
                <a:spcPts val="0"/>
              </a:spcAft>
              <a:buClr>
                <a:schemeClr val="accent6"/>
              </a:buClr>
              <a:buSzPts val="990"/>
              <a:buFont typeface="Courier New"/>
              <a:buChar char="o"/>
              <a:defRPr sz="989">
                <a:latin typeface="Arial"/>
                <a:ea typeface="Arial"/>
                <a:cs typeface="Arial"/>
                <a:sym typeface="Arial"/>
              </a:defRPr>
            </a:lvl4pPr>
            <a:lvl5pPr marL="2286000" lvl="4" indent="-288607" algn="l">
              <a:lnSpc>
                <a:spcPct val="100000"/>
              </a:lnSpc>
              <a:spcBef>
                <a:spcPts val="189"/>
              </a:spcBef>
              <a:spcAft>
                <a:spcPts val="0"/>
              </a:spcAft>
              <a:buClr>
                <a:schemeClr val="accent6"/>
              </a:buClr>
              <a:buSzPts val="945"/>
              <a:buFont typeface="Noto Sans Symbols"/>
              <a:buChar char="▪"/>
              <a:defRPr sz="945">
                <a:latin typeface="Arial"/>
                <a:ea typeface="Arial"/>
                <a:cs typeface="Arial"/>
                <a:sym typeface="Arial"/>
              </a:defRPr>
            </a:lvl5pPr>
            <a:lvl6pPr marL="2743200" lvl="5" indent="-320039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 sz="1440"/>
            </a:lvl6pPr>
            <a:lvl7pPr marL="3200400" lvl="6" indent="-320039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 sz="1440"/>
            </a:lvl7pPr>
            <a:lvl8pPr marL="3657600" lvl="7" indent="-320040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 sz="1440"/>
            </a:lvl8pPr>
            <a:lvl9pPr marL="4114800" lvl="8" indent="-320040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 sz="1440"/>
            </a:lvl9pPr>
          </a:lstStyle>
          <a:p>
            <a:endParaRPr/>
          </a:p>
        </p:txBody>
      </p:sp>
      <p:sp>
        <p:nvSpPr>
          <p:cNvPr id="154" name="Google Shape;154;p58"/>
          <p:cNvSpPr txBox="1">
            <a:spLocks noGrp="1"/>
          </p:cNvSpPr>
          <p:nvPr>
            <p:ph type="sldNum" idx="12"/>
          </p:nvPr>
        </p:nvSpPr>
        <p:spPr>
          <a:xfrm>
            <a:off x="6553200" y="5297488"/>
            <a:ext cx="2133600" cy="303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onfronto">
  <p:cSld name="2_Confronto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9"/>
          <p:cNvSpPr txBox="1">
            <a:spLocks noGrp="1"/>
          </p:cNvSpPr>
          <p:nvPr>
            <p:ph type="title"/>
          </p:nvPr>
        </p:nvSpPr>
        <p:spPr>
          <a:xfrm>
            <a:off x="457200" y="358776"/>
            <a:ext cx="8229600" cy="627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52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59"/>
          <p:cNvSpPr txBox="1">
            <a:spLocks noGrp="1"/>
          </p:cNvSpPr>
          <p:nvPr>
            <p:ph type="body" idx="1"/>
          </p:nvPr>
        </p:nvSpPr>
        <p:spPr>
          <a:xfrm>
            <a:off x="462240" y="1154575"/>
            <a:ext cx="8218211" cy="381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24"/>
              </a:spcBef>
              <a:spcAft>
                <a:spcPts val="0"/>
              </a:spcAft>
              <a:buClr>
                <a:schemeClr val="accent6"/>
              </a:buClr>
              <a:buSzPts val="1620"/>
              <a:buNone/>
              <a:defRPr sz="162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/>
            </a:lvl2pPr>
            <a:lvl3pPr marL="1371600" lvl="2" indent="-228600" algn="l">
              <a:lnSpc>
                <a:spcPct val="100000"/>
              </a:lnSpc>
              <a:spcBef>
                <a:spcPts val="324"/>
              </a:spcBef>
              <a:spcAft>
                <a:spcPts val="0"/>
              </a:spcAft>
              <a:buClr>
                <a:schemeClr val="accent6"/>
              </a:buClr>
              <a:buSzPts val="1620"/>
              <a:buNone/>
              <a:defRPr sz="1620" b="1"/>
            </a:lvl3pPr>
            <a:lvl4pPr marL="1828800" lvl="3" indent="-228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accent6"/>
              </a:buClr>
              <a:buSzPts val="1440"/>
              <a:buNone/>
              <a:defRPr sz="1440" b="1"/>
            </a:lvl4pPr>
            <a:lvl5pPr marL="2286000" lvl="4" indent="-228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accent6"/>
              </a:buClr>
              <a:buSzPts val="1440"/>
              <a:buNone/>
              <a:defRPr sz="1440" b="1"/>
            </a:lvl5pPr>
            <a:lvl6pPr marL="2743200" lvl="5" indent="-228600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440" b="1"/>
            </a:lvl6pPr>
            <a:lvl7pPr marL="3200400" lvl="6" indent="-228600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440" b="1"/>
            </a:lvl7pPr>
            <a:lvl8pPr marL="3657600" lvl="7" indent="-228600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440" b="1"/>
            </a:lvl8pPr>
            <a:lvl9pPr marL="4114800" lvl="8" indent="-228600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440" b="1"/>
            </a:lvl9pPr>
          </a:lstStyle>
          <a:p>
            <a:endParaRPr/>
          </a:p>
        </p:txBody>
      </p:sp>
      <p:sp>
        <p:nvSpPr>
          <p:cNvPr id="158" name="Google Shape;158;p59"/>
          <p:cNvSpPr txBox="1">
            <a:spLocks noGrp="1"/>
          </p:cNvSpPr>
          <p:nvPr>
            <p:ph type="body" idx="2"/>
          </p:nvPr>
        </p:nvSpPr>
        <p:spPr>
          <a:xfrm>
            <a:off x="457200" y="1729180"/>
            <a:ext cx="4040188" cy="3146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accent6"/>
              </a:buClr>
              <a:buSzPts val="1440"/>
              <a:buNone/>
              <a:defRPr sz="1440">
                <a:latin typeface="Arial"/>
                <a:ea typeface="Arial"/>
                <a:cs typeface="Arial"/>
                <a:sym typeface="Arial"/>
              </a:defRPr>
            </a:lvl1pPr>
            <a:lvl2pPr marL="914400" lvl="1" indent="-308610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Clr>
                <a:schemeClr val="accent6"/>
              </a:buClr>
              <a:buSzPts val="1260"/>
              <a:buFont typeface="Courier New"/>
              <a:buChar char="o"/>
              <a:defRPr sz="1260">
                <a:latin typeface="Arial"/>
                <a:ea typeface="Arial"/>
                <a:cs typeface="Arial"/>
                <a:sym typeface="Arial"/>
              </a:defRPr>
            </a:lvl2pPr>
            <a:lvl3pPr marL="1371600" lvl="2" indent="-297180" algn="l">
              <a:lnSpc>
                <a:spcPct val="100000"/>
              </a:lnSpc>
              <a:spcBef>
                <a:spcPts val="216"/>
              </a:spcBef>
              <a:spcAft>
                <a:spcPts val="0"/>
              </a:spcAft>
              <a:buClr>
                <a:schemeClr val="accent6"/>
              </a:buClr>
              <a:buSzPts val="1080"/>
              <a:buFont typeface="Noto Sans Symbols"/>
              <a:buChar char="▪"/>
              <a:defRPr sz="1080">
                <a:latin typeface="Arial"/>
                <a:ea typeface="Arial"/>
                <a:cs typeface="Arial"/>
                <a:sym typeface="Arial"/>
              </a:defRPr>
            </a:lvl3pPr>
            <a:lvl4pPr marL="1828800" lvl="3" indent="-291464" algn="l">
              <a:lnSpc>
                <a:spcPct val="100000"/>
              </a:lnSpc>
              <a:spcBef>
                <a:spcPts val="198"/>
              </a:spcBef>
              <a:spcAft>
                <a:spcPts val="0"/>
              </a:spcAft>
              <a:buClr>
                <a:schemeClr val="accent6"/>
              </a:buClr>
              <a:buSzPts val="990"/>
              <a:buFont typeface="Courier New"/>
              <a:buChar char="o"/>
              <a:defRPr sz="989">
                <a:latin typeface="Arial"/>
                <a:ea typeface="Arial"/>
                <a:cs typeface="Arial"/>
                <a:sym typeface="Arial"/>
              </a:defRPr>
            </a:lvl4pPr>
            <a:lvl5pPr marL="2286000" lvl="4" indent="-288607" algn="l">
              <a:lnSpc>
                <a:spcPct val="100000"/>
              </a:lnSpc>
              <a:spcBef>
                <a:spcPts val="189"/>
              </a:spcBef>
              <a:spcAft>
                <a:spcPts val="0"/>
              </a:spcAft>
              <a:buClr>
                <a:schemeClr val="accent6"/>
              </a:buClr>
              <a:buSzPts val="945"/>
              <a:buFont typeface="Noto Sans Symbols"/>
              <a:buChar char="▪"/>
              <a:defRPr sz="945">
                <a:latin typeface="Arial"/>
                <a:ea typeface="Arial"/>
                <a:cs typeface="Arial"/>
                <a:sym typeface="Arial"/>
              </a:defRPr>
            </a:lvl5pPr>
            <a:lvl6pPr marL="2743200" lvl="5" indent="-320039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 sz="1440"/>
            </a:lvl6pPr>
            <a:lvl7pPr marL="3200400" lvl="6" indent="-320039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 sz="1440"/>
            </a:lvl7pPr>
            <a:lvl8pPr marL="3657600" lvl="7" indent="-320040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 sz="1440"/>
            </a:lvl8pPr>
            <a:lvl9pPr marL="4114800" lvl="8" indent="-320040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 sz="1440"/>
            </a:lvl9pPr>
          </a:lstStyle>
          <a:p>
            <a:endParaRPr/>
          </a:p>
        </p:txBody>
      </p:sp>
      <p:sp>
        <p:nvSpPr>
          <p:cNvPr id="159" name="Google Shape;159;p59"/>
          <p:cNvSpPr txBox="1">
            <a:spLocks noGrp="1"/>
          </p:cNvSpPr>
          <p:nvPr>
            <p:ph type="body" idx="3"/>
          </p:nvPr>
        </p:nvSpPr>
        <p:spPr>
          <a:xfrm>
            <a:off x="4645027" y="1729180"/>
            <a:ext cx="4041775" cy="3146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accent6"/>
              </a:buClr>
              <a:buSzPts val="1440"/>
              <a:buNone/>
              <a:defRPr sz="1440">
                <a:latin typeface="Arial"/>
                <a:ea typeface="Arial"/>
                <a:cs typeface="Arial"/>
                <a:sym typeface="Arial"/>
              </a:defRPr>
            </a:lvl1pPr>
            <a:lvl2pPr marL="914400" lvl="1" indent="-308610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Clr>
                <a:schemeClr val="accent6"/>
              </a:buClr>
              <a:buSzPts val="1260"/>
              <a:buFont typeface="Courier New"/>
              <a:buChar char="o"/>
              <a:defRPr sz="1260">
                <a:latin typeface="Arial"/>
                <a:ea typeface="Arial"/>
                <a:cs typeface="Arial"/>
                <a:sym typeface="Arial"/>
              </a:defRPr>
            </a:lvl2pPr>
            <a:lvl3pPr marL="1371600" lvl="2" indent="-297180" algn="l">
              <a:lnSpc>
                <a:spcPct val="100000"/>
              </a:lnSpc>
              <a:spcBef>
                <a:spcPts val="216"/>
              </a:spcBef>
              <a:spcAft>
                <a:spcPts val="0"/>
              </a:spcAft>
              <a:buClr>
                <a:schemeClr val="accent6"/>
              </a:buClr>
              <a:buSzPts val="1080"/>
              <a:buFont typeface="Noto Sans Symbols"/>
              <a:buChar char="▪"/>
              <a:defRPr sz="1080">
                <a:latin typeface="Arial"/>
                <a:ea typeface="Arial"/>
                <a:cs typeface="Arial"/>
                <a:sym typeface="Arial"/>
              </a:defRPr>
            </a:lvl3pPr>
            <a:lvl4pPr marL="1828800" lvl="3" indent="-288607" algn="l">
              <a:lnSpc>
                <a:spcPct val="100000"/>
              </a:lnSpc>
              <a:spcBef>
                <a:spcPts val="189"/>
              </a:spcBef>
              <a:spcAft>
                <a:spcPts val="0"/>
              </a:spcAft>
              <a:buClr>
                <a:schemeClr val="accent6"/>
              </a:buClr>
              <a:buSzPts val="945"/>
              <a:buFont typeface="Courier New"/>
              <a:buChar char="o"/>
              <a:defRPr sz="945">
                <a:latin typeface="Arial"/>
                <a:ea typeface="Arial"/>
                <a:cs typeface="Arial"/>
                <a:sym typeface="Arial"/>
              </a:defRPr>
            </a:lvl4pPr>
            <a:lvl5pPr marL="2286000" lvl="4" indent="-288607" algn="l">
              <a:lnSpc>
                <a:spcPct val="100000"/>
              </a:lnSpc>
              <a:spcBef>
                <a:spcPts val="189"/>
              </a:spcBef>
              <a:spcAft>
                <a:spcPts val="0"/>
              </a:spcAft>
              <a:buClr>
                <a:schemeClr val="accent6"/>
              </a:buClr>
              <a:buSzPts val="945"/>
              <a:buFont typeface="Noto Sans Symbols"/>
              <a:buChar char="▪"/>
              <a:defRPr sz="945">
                <a:latin typeface="Arial"/>
                <a:ea typeface="Arial"/>
                <a:cs typeface="Arial"/>
                <a:sym typeface="Arial"/>
              </a:defRPr>
            </a:lvl5pPr>
            <a:lvl6pPr marL="2743200" lvl="5" indent="-320039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 sz="1440"/>
            </a:lvl6pPr>
            <a:lvl7pPr marL="3200400" lvl="6" indent="-320039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 sz="1440"/>
            </a:lvl7pPr>
            <a:lvl8pPr marL="3657600" lvl="7" indent="-320040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 sz="1440"/>
            </a:lvl8pPr>
            <a:lvl9pPr marL="4114800" lvl="8" indent="-320040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 sz="1440"/>
            </a:lvl9pPr>
          </a:lstStyle>
          <a:p>
            <a:endParaRPr/>
          </a:p>
        </p:txBody>
      </p:sp>
      <p:sp>
        <p:nvSpPr>
          <p:cNvPr id="160" name="Google Shape;160;p59"/>
          <p:cNvSpPr txBox="1">
            <a:spLocks noGrp="1"/>
          </p:cNvSpPr>
          <p:nvPr>
            <p:ph type="sldNum" idx="12"/>
          </p:nvPr>
        </p:nvSpPr>
        <p:spPr>
          <a:xfrm>
            <a:off x="6553200" y="5297488"/>
            <a:ext cx="2133600" cy="303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fronto">
  <p:cSld name="1_Confronto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0"/>
          <p:cNvSpPr txBox="1">
            <a:spLocks noGrp="1"/>
          </p:cNvSpPr>
          <p:nvPr>
            <p:ph type="title"/>
          </p:nvPr>
        </p:nvSpPr>
        <p:spPr>
          <a:xfrm>
            <a:off x="457200" y="358776"/>
            <a:ext cx="8229600" cy="627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52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60"/>
          <p:cNvSpPr txBox="1">
            <a:spLocks noGrp="1"/>
          </p:cNvSpPr>
          <p:nvPr>
            <p:ph type="body" idx="1"/>
          </p:nvPr>
        </p:nvSpPr>
        <p:spPr>
          <a:xfrm>
            <a:off x="462240" y="1150938"/>
            <a:ext cx="8218211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accent6"/>
              </a:buClr>
              <a:buSzPts val="1440"/>
              <a:buNone/>
              <a:defRPr sz="144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/>
            </a:lvl2pPr>
            <a:lvl3pPr marL="1371600" lvl="2" indent="-228600" algn="l">
              <a:lnSpc>
                <a:spcPct val="100000"/>
              </a:lnSpc>
              <a:spcBef>
                <a:spcPts val="324"/>
              </a:spcBef>
              <a:spcAft>
                <a:spcPts val="0"/>
              </a:spcAft>
              <a:buClr>
                <a:schemeClr val="accent6"/>
              </a:buClr>
              <a:buSzPts val="1620"/>
              <a:buNone/>
              <a:defRPr sz="1620" b="1"/>
            </a:lvl3pPr>
            <a:lvl4pPr marL="1828800" lvl="3" indent="-228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accent6"/>
              </a:buClr>
              <a:buSzPts val="1440"/>
              <a:buNone/>
              <a:defRPr sz="1440" b="1"/>
            </a:lvl4pPr>
            <a:lvl5pPr marL="2286000" lvl="4" indent="-228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accent6"/>
              </a:buClr>
              <a:buSzPts val="1440"/>
              <a:buNone/>
              <a:defRPr sz="1440" b="1"/>
            </a:lvl5pPr>
            <a:lvl6pPr marL="2743200" lvl="5" indent="-228600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440" b="1"/>
            </a:lvl6pPr>
            <a:lvl7pPr marL="3200400" lvl="6" indent="-228600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440" b="1"/>
            </a:lvl7pPr>
            <a:lvl8pPr marL="3657600" lvl="7" indent="-228600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440" b="1"/>
            </a:lvl8pPr>
            <a:lvl9pPr marL="4114800" lvl="8" indent="-228600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440" b="1"/>
            </a:lvl9pPr>
          </a:lstStyle>
          <a:p>
            <a:endParaRPr/>
          </a:p>
        </p:txBody>
      </p:sp>
      <p:sp>
        <p:nvSpPr>
          <p:cNvPr id="164" name="Google Shape;164;p60"/>
          <p:cNvSpPr txBox="1">
            <a:spLocks noGrp="1"/>
          </p:cNvSpPr>
          <p:nvPr>
            <p:ph type="body" idx="2"/>
          </p:nvPr>
        </p:nvSpPr>
        <p:spPr>
          <a:xfrm>
            <a:off x="457200" y="1823969"/>
            <a:ext cx="8229600" cy="3051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accent6"/>
              </a:buClr>
              <a:buSzPts val="1440"/>
              <a:buNone/>
              <a:defRPr sz="1440">
                <a:latin typeface="Arial"/>
                <a:ea typeface="Arial"/>
                <a:cs typeface="Arial"/>
                <a:sym typeface="Arial"/>
              </a:defRPr>
            </a:lvl1pPr>
            <a:lvl2pPr marL="914400" lvl="1" indent="-308610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Clr>
                <a:schemeClr val="accent6"/>
              </a:buClr>
              <a:buSzPts val="1260"/>
              <a:buFont typeface="Courier New"/>
              <a:buChar char="o"/>
              <a:defRPr sz="126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0039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accent6"/>
              </a:buClr>
              <a:buSzPts val="1440"/>
              <a:buChar char="•"/>
              <a:defRPr sz="1440"/>
            </a:lvl3pPr>
            <a:lvl4pPr marL="1828800" lvl="3" indent="-320039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accent6"/>
              </a:buClr>
              <a:buSzPts val="1440"/>
              <a:buChar char="–"/>
              <a:defRPr sz="1440"/>
            </a:lvl4pPr>
            <a:lvl5pPr marL="2286000" lvl="4" indent="-320039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accent6"/>
              </a:buClr>
              <a:buSzPts val="1440"/>
              <a:buChar char="»"/>
              <a:defRPr sz="1440"/>
            </a:lvl5pPr>
            <a:lvl6pPr marL="2743200" lvl="5" indent="-320039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 sz="1440"/>
            </a:lvl6pPr>
            <a:lvl7pPr marL="3200400" lvl="6" indent="-320039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 sz="1440"/>
            </a:lvl7pPr>
            <a:lvl8pPr marL="3657600" lvl="7" indent="-320040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 sz="1440"/>
            </a:lvl8pPr>
            <a:lvl9pPr marL="4114800" lvl="8" indent="-320040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 sz="1440"/>
            </a:lvl9pPr>
          </a:lstStyle>
          <a:p>
            <a:endParaRPr/>
          </a:p>
        </p:txBody>
      </p:sp>
      <p:sp>
        <p:nvSpPr>
          <p:cNvPr id="165" name="Google Shape;165;p60"/>
          <p:cNvSpPr txBox="1">
            <a:spLocks noGrp="1"/>
          </p:cNvSpPr>
          <p:nvPr>
            <p:ph type="sldNum" idx="12"/>
          </p:nvPr>
        </p:nvSpPr>
        <p:spPr>
          <a:xfrm>
            <a:off x="6553200" y="5297488"/>
            <a:ext cx="2133600" cy="303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olo e contenuto">
  <p:cSld name="4_Titolo e contenuto"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1"/>
          <p:cNvSpPr txBox="1">
            <a:spLocks noGrp="1"/>
          </p:cNvSpPr>
          <p:nvPr>
            <p:ph type="title"/>
          </p:nvPr>
        </p:nvSpPr>
        <p:spPr>
          <a:xfrm>
            <a:off x="457200" y="358776"/>
            <a:ext cx="8229600" cy="627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52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61"/>
          <p:cNvSpPr txBox="1">
            <a:spLocks noGrp="1"/>
          </p:cNvSpPr>
          <p:nvPr>
            <p:ph type="body" idx="1"/>
          </p:nvPr>
        </p:nvSpPr>
        <p:spPr>
          <a:xfrm>
            <a:off x="457200" y="1171000"/>
            <a:ext cx="8229600" cy="3704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accent6"/>
              </a:buClr>
              <a:buSzPts val="1440"/>
              <a:buNone/>
              <a:defRPr sz="1440"/>
            </a:lvl1pPr>
            <a:lvl2pPr marL="914400" lvl="1" indent="-308610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Clr>
                <a:schemeClr val="accent6"/>
              </a:buClr>
              <a:buSzPts val="1260"/>
              <a:buFont typeface="Courier New"/>
              <a:buChar char="o"/>
              <a:defRPr sz="1260"/>
            </a:lvl2pPr>
            <a:lvl3pPr marL="1371600" lvl="2" indent="-308610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Clr>
                <a:schemeClr val="accent6"/>
              </a:buClr>
              <a:buSzPts val="1260"/>
              <a:buFont typeface="Noto Sans Symbols"/>
              <a:buChar char="▪"/>
              <a:defRPr sz="1260"/>
            </a:lvl3pPr>
            <a:lvl4pPr marL="1828800" lvl="3" indent="-297180" algn="l">
              <a:lnSpc>
                <a:spcPct val="100000"/>
              </a:lnSpc>
              <a:spcBef>
                <a:spcPts val="216"/>
              </a:spcBef>
              <a:spcAft>
                <a:spcPts val="0"/>
              </a:spcAft>
              <a:buClr>
                <a:schemeClr val="accent6"/>
              </a:buClr>
              <a:buSzPts val="1080"/>
              <a:buFont typeface="Courier New"/>
              <a:buChar char="o"/>
              <a:defRPr/>
            </a:lvl4pPr>
            <a:lvl5pPr marL="2286000" lvl="4" indent="-297179" algn="l">
              <a:lnSpc>
                <a:spcPct val="100000"/>
              </a:lnSpc>
              <a:spcBef>
                <a:spcPts val="216"/>
              </a:spcBef>
              <a:spcAft>
                <a:spcPts val="0"/>
              </a:spcAft>
              <a:buClr>
                <a:schemeClr val="accent6"/>
              </a:buClr>
              <a:buSzPts val="1080"/>
              <a:buFont typeface="Noto Sans Symbols"/>
              <a:buChar char="▪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9" name="Google Shape;169;p61"/>
          <p:cNvSpPr txBox="1">
            <a:spLocks noGrp="1"/>
          </p:cNvSpPr>
          <p:nvPr>
            <p:ph type="sldNum" idx="12"/>
          </p:nvPr>
        </p:nvSpPr>
        <p:spPr>
          <a:xfrm>
            <a:off x="6553200" y="5297488"/>
            <a:ext cx="2133600" cy="303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titolo" type="titleOnly">
  <p:cSld name="TITLE_ONLY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2"/>
          <p:cNvSpPr txBox="1">
            <a:spLocks noGrp="1"/>
          </p:cNvSpPr>
          <p:nvPr>
            <p:ph type="title"/>
          </p:nvPr>
        </p:nvSpPr>
        <p:spPr>
          <a:xfrm>
            <a:off x="457200" y="358776"/>
            <a:ext cx="8229600" cy="627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52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62"/>
          <p:cNvSpPr txBox="1">
            <a:spLocks noGrp="1"/>
          </p:cNvSpPr>
          <p:nvPr>
            <p:ph type="sldNum" idx="12"/>
          </p:nvPr>
        </p:nvSpPr>
        <p:spPr>
          <a:xfrm>
            <a:off x="6553200" y="5297488"/>
            <a:ext cx="2133600" cy="303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to con didascalia" type="objTx">
  <p:cSld name="OBJECT_WITH_CAPTION_TEXT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3"/>
          <p:cNvSpPr txBox="1">
            <a:spLocks noGrp="1"/>
          </p:cNvSpPr>
          <p:nvPr>
            <p:ph type="title"/>
          </p:nvPr>
        </p:nvSpPr>
        <p:spPr>
          <a:xfrm>
            <a:off x="457202" y="358776"/>
            <a:ext cx="3008313" cy="812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520"/>
              <a:buFont typeface="Arial"/>
              <a:buNone/>
              <a:defRPr sz="252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63"/>
          <p:cNvSpPr txBox="1">
            <a:spLocks noGrp="1"/>
          </p:cNvSpPr>
          <p:nvPr>
            <p:ph type="body" idx="1"/>
          </p:nvPr>
        </p:nvSpPr>
        <p:spPr>
          <a:xfrm>
            <a:off x="3575050" y="358777"/>
            <a:ext cx="5111750" cy="4516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accent6"/>
              </a:buClr>
              <a:buSzPts val="1440"/>
              <a:buChar char="•"/>
              <a:defRPr sz="1440"/>
            </a:lvl1pPr>
            <a:lvl2pPr marL="914400" lvl="1" indent="-308610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Clr>
                <a:schemeClr val="accent6"/>
              </a:buClr>
              <a:buSzPts val="1260"/>
              <a:buFont typeface="Courier New"/>
              <a:buChar char="o"/>
              <a:defRPr sz="1260"/>
            </a:lvl2pPr>
            <a:lvl3pPr marL="1371600" lvl="2" indent="-297180" algn="l">
              <a:lnSpc>
                <a:spcPct val="100000"/>
              </a:lnSpc>
              <a:spcBef>
                <a:spcPts val="216"/>
              </a:spcBef>
              <a:spcAft>
                <a:spcPts val="0"/>
              </a:spcAft>
              <a:buClr>
                <a:schemeClr val="accent6"/>
              </a:buClr>
              <a:buSzPts val="1080"/>
              <a:buFont typeface="Noto Sans Symbols"/>
              <a:buChar char="▪"/>
              <a:defRPr sz="1080"/>
            </a:lvl3pPr>
            <a:lvl4pPr marL="1828800" lvl="3" indent="-291464" algn="l">
              <a:lnSpc>
                <a:spcPct val="100000"/>
              </a:lnSpc>
              <a:spcBef>
                <a:spcPts val="198"/>
              </a:spcBef>
              <a:spcAft>
                <a:spcPts val="0"/>
              </a:spcAft>
              <a:buClr>
                <a:schemeClr val="accent6"/>
              </a:buClr>
              <a:buSzPts val="990"/>
              <a:buFont typeface="Courier New"/>
              <a:buChar char="o"/>
              <a:defRPr sz="989"/>
            </a:lvl4pPr>
            <a:lvl5pPr marL="2286000" lvl="4" indent="-288607" algn="l">
              <a:lnSpc>
                <a:spcPct val="100000"/>
              </a:lnSpc>
              <a:spcBef>
                <a:spcPts val="189"/>
              </a:spcBef>
              <a:spcAft>
                <a:spcPts val="0"/>
              </a:spcAft>
              <a:buClr>
                <a:schemeClr val="accent6"/>
              </a:buClr>
              <a:buSzPts val="945"/>
              <a:buFont typeface="Noto Sans Symbols"/>
              <a:buChar char="▪"/>
              <a:defRPr sz="945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76" name="Google Shape;176;p63"/>
          <p:cNvSpPr txBox="1">
            <a:spLocks noGrp="1"/>
          </p:cNvSpPr>
          <p:nvPr>
            <p:ph type="body" idx="2"/>
          </p:nvPr>
        </p:nvSpPr>
        <p:spPr>
          <a:xfrm>
            <a:off x="457202" y="1171574"/>
            <a:ext cx="3008313" cy="3703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accent6"/>
              </a:buClr>
              <a:buSzPts val="1440"/>
              <a:buNone/>
              <a:defRPr sz="1440"/>
            </a:lvl1pPr>
            <a:lvl2pPr marL="914400" lvl="1" indent="-228600" algn="l">
              <a:lnSpc>
                <a:spcPct val="100000"/>
              </a:lnSpc>
              <a:spcBef>
                <a:spcPts val="216"/>
              </a:spcBef>
              <a:spcAft>
                <a:spcPts val="0"/>
              </a:spcAft>
              <a:buClr>
                <a:schemeClr val="accent6"/>
              </a:buClr>
              <a:buSzPts val="1080"/>
              <a:buNone/>
              <a:defRPr sz="1080"/>
            </a:lvl2pPr>
            <a:lvl3pPr marL="1371600" lvl="2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Clr>
                <a:schemeClr val="accent6"/>
              </a:buClr>
              <a:buSzPts val="810"/>
              <a:buNone/>
              <a:defRPr sz="810"/>
            </a:lvl4pPr>
            <a:lvl5pPr marL="2286000" lvl="4" indent="-228600" algn="l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Clr>
                <a:schemeClr val="accent6"/>
              </a:buClr>
              <a:buSzPts val="810"/>
              <a:buNone/>
              <a:defRPr sz="810"/>
            </a:lvl5pPr>
            <a:lvl6pPr marL="2743200" lvl="5" indent="-228600" algn="l">
              <a:spcBef>
                <a:spcPts val="162"/>
              </a:spcBef>
              <a:spcAft>
                <a:spcPts val="0"/>
              </a:spcAft>
              <a:buClr>
                <a:schemeClr val="dk1"/>
              </a:buClr>
              <a:buSzPts val="810"/>
              <a:buNone/>
              <a:defRPr sz="810"/>
            </a:lvl6pPr>
            <a:lvl7pPr marL="3200400" lvl="6" indent="-228600" algn="l">
              <a:spcBef>
                <a:spcPts val="162"/>
              </a:spcBef>
              <a:spcAft>
                <a:spcPts val="0"/>
              </a:spcAft>
              <a:buClr>
                <a:schemeClr val="dk1"/>
              </a:buClr>
              <a:buSzPts val="810"/>
              <a:buNone/>
              <a:defRPr sz="810"/>
            </a:lvl7pPr>
            <a:lvl8pPr marL="3657600" lvl="7" indent="-228600" algn="l">
              <a:spcBef>
                <a:spcPts val="162"/>
              </a:spcBef>
              <a:spcAft>
                <a:spcPts val="0"/>
              </a:spcAft>
              <a:buClr>
                <a:schemeClr val="dk1"/>
              </a:buClr>
              <a:buSzPts val="810"/>
              <a:buNone/>
              <a:defRPr sz="810"/>
            </a:lvl8pPr>
            <a:lvl9pPr marL="4114800" lvl="8" indent="-228600" algn="l">
              <a:spcBef>
                <a:spcPts val="162"/>
              </a:spcBef>
              <a:spcAft>
                <a:spcPts val="0"/>
              </a:spcAft>
              <a:buClr>
                <a:schemeClr val="dk1"/>
              </a:buClr>
              <a:buSzPts val="810"/>
              <a:buNone/>
              <a:defRPr sz="810"/>
            </a:lvl9pPr>
          </a:lstStyle>
          <a:p>
            <a:endParaRPr/>
          </a:p>
        </p:txBody>
      </p:sp>
      <p:sp>
        <p:nvSpPr>
          <p:cNvPr id="177" name="Google Shape;177;p63"/>
          <p:cNvSpPr txBox="1">
            <a:spLocks noGrp="1"/>
          </p:cNvSpPr>
          <p:nvPr>
            <p:ph type="sldNum" idx="12"/>
          </p:nvPr>
        </p:nvSpPr>
        <p:spPr>
          <a:xfrm>
            <a:off x="6553200" y="5297488"/>
            <a:ext cx="2133600" cy="303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magine con didascalia" type="picTx">
  <p:cSld name="PICTURE_WITH_CAPTION_TEXT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4"/>
          <p:cNvSpPr txBox="1">
            <a:spLocks noGrp="1"/>
          </p:cNvSpPr>
          <p:nvPr>
            <p:ph type="title"/>
          </p:nvPr>
        </p:nvSpPr>
        <p:spPr>
          <a:xfrm>
            <a:off x="1792289" y="3183996"/>
            <a:ext cx="5521325" cy="473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  <a:defRPr sz="18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64"/>
          <p:cNvSpPr>
            <a:spLocks noGrp="1"/>
          </p:cNvSpPr>
          <p:nvPr>
            <p:ph type="pic" idx="2"/>
          </p:nvPr>
        </p:nvSpPr>
        <p:spPr>
          <a:xfrm>
            <a:off x="1792287" y="350308"/>
            <a:ext cx="5521326" cy="2776330"/>
          </a:xfrm>
          <a:prstGeom prst="rect">
            <a:avLst/>
          </a:prstGeom>
          <a:noFill/>
          <a:ln>
            <a:noFill/>
          </a:ln>
        </p:spPr>
      </p:sp>
      <p:sp>
        <p:nvSpPr>
          <p:cNvPr id="181" name="Google Shape;181;p64"/>
          <p:cNvSpPr txBox="1">
            <a:spLocks noGrp="1"/>
          </p:cNvSpPr>
          <p:nvPr>
            <p:ph type="body" idx="1"/>
          </p:nvPr>
        </p:nvSpPr>
        <p:spPr>
          <a:xfrm>
            <a:off x="1792289" y="3657072"/>
            <a:ext cx="5521325" cy="1218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Clr>
                <a:schemeClr val="accent6"/>
              </a:buClr>
              <a:buSzPts val="1260"/>
              <a:buNone/>
              <a:defRPr sz="1260"/>
            </a:lvl1pPr>
            <a:lvl2pPr marL="914400" lvl="1" indent="-228600" algn="l">
              <a:lnSpc>
                <a:spcPct val="100000"/>
              </a:lnSpc>
              <a:spcBef>
                <a:spcPts val="216"/>
              </a:spcBef>
              <a:spcAft>
                <a:spcPts val="0"/>
              </a:spcAft>
              <a:buClr>
                <a:schemeClr val="accent6"/>
              </a:buClr>
              <a:buSzPts val="1080"/>
              <a:buNone/>
              <a:defRPr sz="1080"/>
            </a:lvl2pPr>
            <a:lvl3pPr marL="1371600" lvl="2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Clr>
                <a:schemeClr val="accent6"/>
              </a:buClr>
              <a:buSzPts val="810"/>
              <a:buNone/>
              <a:defRPr sz="810"/>
            </a:lvl4pPr>
            <a:lvl5pPr marL="2286000" lvl="4" indent="-228600" algn="l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Clr>
                <a:schemeClr val="accent6"/>
              </a:buClr>
              <a:buSzPts val="810"/>
              <a:buNone/>
              <a:defRPr sz="810"/>
            </a:lvl5pPr>
            <a:lvl6pPr marL="2743200" lvl="5" indent="-228600" algn="l">
              <a:spcBef>
                <a:spcPts val="162"/>
              </a:spcBef>
              <a:spcAft>
                <a:spcPts val="0"/>
              </a:spcAft>
              <a:buClr>
                <a:schemeClr val="dk1"/>
              </a:buClr>
              <a:buSzPts val="810"/>
              <a:buNone/>
              <a:defRPr sz="810"/>
            </a:lvl6pPr>
            <a:lvl7pPr marL="3200400" lvl="6" indent="-228600" algn="l">
              <a:spcBef>
                <a:spcPts val="162"/>
              </a:spcBef>
              <a:spcAft>
                <a:spcPts val="0"/>
              </a:spcAft>
              <a:buClr>
                <a:schemeClr val="dk1"/>
              </a:buClr>
              <a:buSzPts val="810"/>
              <a:buNone/>
              <a:defRPr sz="810"/>
            </a:lvl7pPr>
            <a:lvl8pPr marL="3657600" lvl="7" indent="-228600" algn="l">
              <a:spcBef>
                <a:spcPts val="162"/>
              </a:spcBef>
              <a:spcAft>
                <a:spcPts val="0"/>
              </a:spcAft>
              <a:buClr>
                <a:schemeClr val="dk1"/>
              </a:buClr>
              <a:buSzPts val="810"/>
              <a:buNone/>
              <a:defRPr sz="810"/>
            </a:lvl8pPr>
            <a:lvl9pPr marL="4114800" lvl="8" indent="-228600" algn="l">
              <a:spcBef>
                <a:spcPts val="162"/>
              </a:spcBef>
              <a:spcAft>
                <a:spcPts val="0"/>
              </a:spcAft>
              <a:buClr>
                <a:schemeClr val="dk1"/>
              </a:buClr>
              <a:buSzPts val="810"/>
              <a:buNone/>
              <a:defRPr sz="810"/>
            </a:lvl9pPr>
          </a:lstStyle>
          <a:p>
            <a:endParaRPr/>
          </a:p>
        </p:txBody>
      </p:sp>
      <p:sp>
        <p:nvSpPr>
          <p:cNvPr id="182" name="Google Shape;182;p64"/>
          <p:cNvSpPr txBox="1">
            <a:spLocks noGrp="1"/>
          </p:cNvSpPr>
          <p:nvPr>
            <p:ph type="sldNum" idx="12"/>
          </p:nvPr>
        </p:nvSpPr>
        <p:spPr>
          <a:xfrm>
            <a:off x="6553200" y="5297488"/>
            <a:ext cx="2133600" cy="303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e testo verticale">
  <p:cSld name="Titolo e testo verticale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5"/>
          <p:cNvSpPr txBox="1">
            <a:spLocks noGrp="1"/>
          </p:cNvSpPr>
          <p:nvPr>
            <p:ph type="title"/>
          </p:nvPr>
        </p:nvSpPr>
        <p:spPr>
          <a:xfrm>
            <a:off x="457200" y="345016"/>
            <a:ext cx="8229600" cy="627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65"/>
          <p:cNvSpPr txBox="1">
            <a:spLocks noGrp="1"/>
          </p:cNvSpPr>
          <p:nvPr>
            <p:ph type="body" idx="1"/>
          </p:nvPr>
        </p:nvSpPr>
        <p:spPr>
          <a:xfrm rot="5400000">
            <a:off x="2711575" y="-1100011"/>
            <a:ext cx="372085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1pPr>
            <a:lvl2pPr marL="914400" lvl="1" indent="-308610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Clr>
                <a:schemeClr val="accent6"/>
              </a:buClr>
              <a:buSzPts val="1260"/>
              <a:buFont typeface="Courier New"/>
              <a:buChar char="o"/>
              <a:defRPr/>
            </a:lvl2pPr>
            <a:lvl3pPr marL="1371600" lvl="2" indent="-308610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Clr>
                <a:schemeClr val="accent6"/>
              </a:buClr>
              <a:buSzPts val="1260"/>
              <a:buFont typeface="Noto Sans Symbols"/>
              <a:buChar char="▪"/>
              <a:defRPr/>
            </a:lvl3pPr>
            <a:lvl4pPr marL="1828800" lvl="3" indent="-297180" algn="l">
              <a:lnSpc>
                <a:spcPct val="100000"/>
              </a:lnSpc>
              <a:spcBef>
                <a:spcPts val="216"/>
              </a:spcBef>
              <a:spcAft>
                <a:spcPts val="0"/>
              </a:spcAft>
              <a:buClr>
                <a:schemeClr val="accent6"/>
              </a:buClr>
              <a:buSzPts val="1080"/>
              <a:buFont typeface="Courier New"/>
              <a:buChar char="o"/>
              <a:defRPr/>
            </a:lvl4pPr>
            <a:lvl5pPr marL="2286000" lvl="4" indent="-297179" algn="l">
              <a:lnSpc>
                <a:spcPct val="100000"/>
              </a:lnSpc>
              <a:spcBef>
                <a:spcPts val="216"/>
              </a:spcBef>
              <a:spcAft>
                <a:spcPts val="0"/>
              </a:spcAft>
              <a:buClr>
                <a:schemeClr val="accent6"/>
              </a:buClr>
              <a:buSzPts val="1080"/>
              <a:buFont typeface="Noto Sans Symbols"/>
              <a:buChar char="▪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6" name="Google Shape;186;p65"/>
          <p:cNvSpPr txBox="1">
            <a:spLocks noGrp="1"/>
          </p:cNvSpPr>
          <p:nvPr>
            <p:ph type="sldNum" idx="12"/>
          </p:nvPr>
        </p:nvSpPr>
        <p:spPr>
          <a:xfrm>
            <a:off x="6553200" y="5297488"/>
            <a:ext cx="2133600" cy="303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verticale e testo">
  <p:cSld name="Titolo verticale e testo"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6"/>
          <p:cNvSpPr txBox="1">
            <a:spLocks noGrp="1"/>
          </p:cNvSpPr>
          <p:nvPr>
            <p:ph type="title"/>
          </p:nvPr>
        </p:nvSpPr>
        <p:spPr>
          <a:xfrm rot="5400000">
            <a:off x="5813181" y="2003669"/>
            <a:ext cx="4518513" cy="1228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66"/>
          <p:cNvSpPr txBox="1">
            <a:spLocks noGrp="1"/>
          </p:cNvSpPr>
          <p:nvPr>
            <p:ph type="body" idx="1"/>
          </p:nvPr>
        </p:nvSpPr>
        <p:spPr>
          <a:xfrm rot="5400000">
            <a:off x="1590744" y="-754128"/>
            <a:ext cx="4498976" cy="6759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1pPr>
            <a:lvl2pPr marL="914400" lvl="1" indent="-308610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Clr>
                <a:schemeClr val="accent6"/>
              </a:buClr>
              <a:buSzPts val="1260"/>
              <a:buFont typeface="Courier New"/>
              <a:buChar char="o"/>
              <a:defRPr/>
            </a:lvl2pPr>
            <a:lvl3pPr marL="1371600" lvl="2" indent="-308610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Clr>
                <a:schemeClr val="accent6"/>
              </a:buClr>
              <a:buSzPts val="1260"/>
              <a:buFont typeface="Noto Sans Symbols"/>
              <a:buChar char="▪"/>
              <a:defRPr/>
            </a:lvl3pPr>
            <a:lvl4pPr marL="1828800" lvl="3" indent="-297180" algn="l">
              <a:lnSpc>
                <a:spcPct val="100000"/>
              </a:lnSpc>
              <a:spcBef>
                <a:spcPts val="216"/>
              </a:spcBef>
              <a:spcAft>
                <a:spcPts val="0"/>
              </a:spcAft>
              <a:buClr>
                <a:schemeClr val="accent6"/>
              </a:buClr>
              <a:buSzPts val="1080"/>
              <a:buFont typeface="Courier New"/>
              <a:buChar char="o"/>
              <a:defRPr/>
            </a:lvl4pPr>
            <a:lvl5pPr marL="2286000" lvl="4" indent="-297179" algn="l">
              <a:lnSpc>
                <a:spcPct val="100000"/>
              </a:lnSpc>
              <a:spcBef>
                <a:spcPts val="216"/>
              </a:spcBef>
              <a:spcAft>
                <a:spcPts val="0"/>
              </a:spcAft>
              <a:buClr>
                <a:schemeClr val="accent6"/>
              </a:buClr>
              <a:buSzPts val="1080"/>
              <a:buFont typeface="Noto Sans Symbols"/>
              <a:buChar char="▪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0" name="Google Shape;190;p66"/>
          <p:cNvSpPr txBox="1">
            <a:spLocks noGrp="1"/>
          </p:cNvSpPr>
          <p:nvPr>
            <p:ph type="sldNum" idx="12"/>
          </p:nvPr>
        </p:nvSpPr>
        <p:spPr>
          <a:xfrm>
            <a:off x="6553200" y="5297488"/>
            <a:ext cx="2133600" cy="303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uota" type="blank">
  <p:cSld name="BLANK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67"/>
          <p:cNvSpPr txBox="1">
            <a:spLocks noGrp="1"/>
          </p:cNvSpPr>
          <p:nvPr>
            <p:ph type="sldNum" idx="12"/>
          </p:nvPr>
        </p:nvSpPr>
        <p:spPr>
          <a:xfrm>
            <a:off x="6553200" y="5297488"/>
            <a:ext cx="2133600" cy="303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_Пользовательский макет">
  <p:cSld name="12_Пользовательский макет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_Пользовательский макет">
  <p:cSld name="13_Пользовательский макет"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70"/>
          <p:cNvSpPr>
            <a:spLocks noGrp="1"/>
          </p:cNvSpPr>
          <p:nvPr>
            <p:ph type="pic" idx="2"/>
          </p:nvPr>
        </p:nvSpPr>
        <p:spPr>
          <a:xfrm>
            <a:off x="4586287" y="539736"/>
            <a:ext cx="4347200" cy="473188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99" name="Google Shape;199;p70"/>
          <p:cNvSpPr txBox="1">
            <a:spLocks noGrp="1"/>
          </p:cNvSpPr>
          <p:nvPr>
            <p:ph type="sldNum" idx="12"/>
          </p:nvPr>
        </p:nvSpPr>
        <p:spPr>
          <a:xfrm>
            <a:off x="6482256" y="5296960"/>
            <a:ext cx="2133600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  <p:sp>
        <p:nvSpPr>
          <p:cNvPr id="200" name="Google Shape;200;p70"/>
          <p:cNvSpPr txBox="1">
            <a:spLocks noGrp="1"/>
          </p:cNvSpPr>
          <p:nvPr>
            <p:ph type="title"/>
          </p:nvPr>
        </p:nvSpPr>
        <p:spPr>
          <a:xfrm>
            <a:off x="494813" y="470194"/>
            <a:ext cx="3591165" cy="1337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01" name="Google Shape;201;p70"/>
          <p:cNvSpPr txBox="1">
            <a:spLocks noGrp="1"/>
          </p:cNvSpPr>
          <p:nvPr>
            <p:ph type="body" idx="1"/>
          </p:nvPr>
        </p:nvSpPr>
        <p:spPr>
          <a:xfrm>
            <a:off x="494813" y="1957505"/>
            <a:ext cx="3591165" cy="2999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50000"/>
              </a:lnSpc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_Пользовательский макет">
  <p:cSld name="14_Пользовательский макет"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71"/>
          <p:cNvSpPr>
            <a:spLocks noGrp="1"/>
          </p:cNvSpPr>
          <p:nvPr>
            <p:ph type="pic" idx="2"/>
          </p:nvPr>
        </p:nvSpPr>
        <p:spPr>
          <a:xfrm>
            <a:off x="4382991" y="457511"/>
            <a:ext cx="4347200" cy="4768667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04" name="Google Shape;204;p71"/>
          <p:cNvSpPr txBox="1">
            <a:spLocks noGrp="1"/>
          </p:cNvSpPr>
          <p:nvPr>
            <p:ph type="sldNum" idx="12"/>
          </p:nvPr>
        </p:nvSpPr>
        <p:spPr>
          <a:xfrm>
            <a:off x="6482256" y="5296960"/>
            <a:ext cx="2133600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  <p:sp>
        <p:nvSpPr>
          <p:cNvPr id="205" name="Google Shape;205;p71"/>
          <p:cNvSpPr txBox="1">
            <a:spLocks noGrp="1"/>
          </p:cNvSpPr>
          <p:nvPr>
            <p:ph type="title"/>
          </p:nvPr>
        </p:nvSpPr>
        <p:spPr>
          <a:xfrm>
            <a:off x="494813" y="470194"/>
            <a:ext cx="3591165" cy="1337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06" name="Google Shape;206;p71"/>
          <p:cNvSpPr txBox="1">
            <a:spLocks noGrp="1"/>
          </p:cNvSpPr>
          <p:nvPr>
            <p:ph type="body" idx="1"/>
          </p:nvPr>
        </p:nvSpPr>
        <p:spPr>
          <a:xfrm>
            <a:off x="494813" y="1957505"/>
            <a:ext cx="3591165" cy="2999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50000"/>
              </a:lnSpc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8_Пользовательский макет">
  <p:cSld name="18_Пользовательский макет"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72"/>
          <p:cNvSpPr>
            <a:spLocks noGrp="1"/>
          </p:cNvSpPr>
          <p:nvPr>
            <p:ph type="pic" idx="2"/>
          </p:nvPr>
        </p:nvSpPr>
        <p:spPr>
          <a:xfrm>
            <a:off x="-558235" y="-16916"/>
            <a:ext cx="5240923" cy="481063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09" name="Google Shape;209;p72"/>
          <p:cNvSpPr txBox="1">
            <a:spLocks noGrp="1"/>
          </p:cNvSpPr>
          <p:nvPr>
            <p:ph type="sldNum" idx="12"/>
          </p:nvPr>
        </p:nvSpPr>
        <p:spPr>
          <a:xfrm>
            <a:off x="6482256" y="5296960"/>
            <a:ext cx="2133600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  <p:sp>
        <p:nvSpPr>
          <p:cNvPr id="210" name="Google Shape;210;p72"/>
          <p:cNvSpPr txBox="1">
            <a:spLocks noGrp="1"/>
          </p:cNvSpPr>
          <p:nvPr>
            <p:ph type="title"/>
          </p:nvPr>
        </p:nvSpPr>
        <p:spPr>
          <a:xfrm>
            <a:off x="5571046" y="470194"/>
            <a:ext cx="3044810" cy="1337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11" name="Google Shape;211;p72"/>
          <p:cNvSpPr txBox="1">
            <a:spLocks noGrp="1"/>
          </p:cNvSpPr>
          <p:nvPr>
            <p:ph type="body" idx="1"/>
          </p:nvPr>
        </p:nvSpPr>
        <p:spPr>
          <a:xfrm>
            <a:off x="5571046" y="1957505"/>
            <a:ext cx="3044810" cy="2999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50000"/>
              </a:lnSpc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2_Пользовательский макет">
  <p:cSld name="32_Пользовательский макет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73"/>
          <p:cNvSpPr>
            <a:spLocks noGrp="1"/>
          </p:cNvSpPr>
          <p:nvPr>
            <p:ph type="pic" idx="2"/>
          </p:nvPr>
        </p:nvSpPr>
        <p:spPr>
          <a:xfrm>
            <a:off x="5652050" y="18248"/>
            <a:ext cx="4764476" cy="481063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14" name="Google Shape;214;p73"/>
          <p:cNvSpPr>
            <a:spLocks noGrp="1"/>
          </p:cNvSpPr>
          <p:nvPr>
            <p:ph type="pic" idx="3"/>
          </p:nvPr>
        </p:nvSpPr>
        <p:spPr>
          <a:xfrm flipH="1">
            <a:off x="-1378244" y="7212"/>
            <a:ext cx="4756560" cy="481063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1_Пользовательский макет">
  <p:cSld name="31_Пользовательский макет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74"/>
          <p:cNvSpPr>
            <a:spLocks noGrp="1"/>
          </p:cNvSpPr>
          <p:nvPr>
            <p:ph type="pic" idx="2"/>
          </p:nvPr>
        </p:nvSpPr>
        <p:spPr>
          <a:xfrm>
            <a:off x="143797" y="-16916"/>
            <a:ext cx="5240923" cy="481063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17" name="Google Shape;217;p74"/>
          <p:cNvSpPr txBox="1">
            <a:spLocks noGrp="1"/>
          </p:cNvSpPr>
          <p:nvPr>
            <p:ph type="sldNum" idx="12"/>
          </p:nvPr>
        </p:nvSpPr>
        <p:spPr>
          <a:xfrm>
            <a:off x="6482256" y="5296960"/>
            <a:ext cx="2133600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  <p:sp>
        <p:nvSpPr>
          <p:cNvPr id="218" name="Google Shape;218;p74"/>
          <p:cNvSpPr txBox="1">
            <a:spLocks noGrp="1"/>
          </p:cNvSpPr>
          <p:nvPr>
            <p:ph type="title"/>
          </p:nvPr>
        </p:nvSpPr>
        <p:spPr>
          <a:xfrm>
            <a:off x="5571046" y="470194"/>
            <a:ext cx="3044810" cy="1337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19" name="Google Shape;219;p74"/>
          <p:cNvSpPr txBox="1">
            <a:spLocks noGrp="1"/>
          </p:cNvSpPr>
          <p:nvPr>
            <p:ph type="body" idx="1"/>
          </p:nvPr>
        </p:nvSpPr>
        <p:spPr>
          <a:xfrm>
            <a:off x="5571046" y="1957505"/>
            <a:ext cx="3044810" cy="2999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50000"/>
              </a:lnSpc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9_Пользовательский макет">
  <p:cSld name="19_Пользовательский макет"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75"/>
          <p:cNvSpPr>
            <a:spLocks noGrp="1"/>
          </p:cNvSpPr>
          <p:nvPr>
            <p:ph type="pic" idx="2"/>
          </p:nvPr>
        </p:nvSpPr>
        <p:spPr>
          <a:xfrm>
            <a:off x="170797" y="1293"/>
            <a:ext cx="5211240" cy="5031483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22" name="Google Shape;222;p75"/>
          <p:cNvSpPr txBox="1">
            <a:spLocks noGrp="1"/>
          </p:cNvSpPr>
          <p:nvPr>
            <p:ph type="sldNum" idx="12"/>
          </p:nvPr>
        </p:nvSpPr>
        <p:spPr>
          <a:xfrm>
            <a:off x="6482256" y="5296960"/>
            <a:ext cx="2133600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  <p:sp>
        <p:nvSpPr>
          <p:cNvPr id="223" name="Google Shape;223;p75"/>
          <p:cNvSpPr txBox="1">
            <a:spLocks noGrp="1"/>
          </p:cNvSpPr>
          <p:nvPr>
            <p:ph type="title"/>
          </p:nvPr>
        </p:nvSpPr>
        <p:spPr>
          <a:xfrm>
            <a:off x="5571046" y="470194"/>
            <a:ext cx="3044810" cy="1337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24" name="Google Shape;224;p75"/>
          <p:cNvSpPr txBox="1">
            <a:spLocks noGrp="1"/>
          </p:cNvSpPr>
          <p:nvPr>
            <p:ph type="body" idx="1"/>
          </p:nvPr>
        </p:nvSpPr>
        <p:spPr>
          <a:xfrm>
            <a:off x="5571046" y="1957505"/>
            <a:ext cx="3044810" cy="2999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50000"/>
              </a:lnSpc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0_Пользовательский макет">
  <p:cSld name="20_Пользовательский макет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76"/>
          <p:cNvSpPr>
            <a:spLocks noGrp="1"/>
          </p:cNvSpPr>
          <p:nvPr>
            <p:ph type="pic" idx="2"/>
          </p:nvPr>
        </p:nvSpPr>
        <p:spPr>
          <a:xfrm>
            <a:off x="197799" y="1293"/>
            <a:ext cx="5211240" cy="5031483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27" name="Google Shape;227;p76"/>
          <p:cNvSpPr txBox="1">
            <a:spLocks noGrp="1"/>
          </p:cNvSpPr>
          <p:nvPr>
            <p:ph type="sldNum" idx="12"/>
          </p:nvPr>
        </p:nvSpPr>
        <p:spPr>
          <a:xfrm>
            <a:off x="6482256" y="5296960"/>
            <a:ext cx="2133600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  <p:sp>
        <p:nvSpPr>
          <p:cNvPr id="228" name="Google Shape;228;p76"/>
          <p:cNvSpPr txBox="1">
            <a:spLocks noGrp="1"/>
          </p:cNvSpPr>
          <p:nvPr>
            <p:ph type="title"/>
          </p:nvPr>
        </p:nvSpPr>
        <p:spPr>
          <a:xfrm>
            <a:off x="5571046" y="470194"/>
            <a:ext cx="3044810" cy="1337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29" name="Google Shape;229;p76"/>
          <p:cNvSpPr txBox="1">
            <a:spLocks noGrp="1"/>
          </p:cNvSpPr>
          <p:nvPr>
            <p:ph type="body" idx="1"/>
          </p:nvPr>
        </p:nvSpPr>
        <p:spPr>
          <a:xfrm>
            <a:off x="5571046" y="1957505"/>
            <a:ext cx="3044810" cy="2999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50000"/>
              </a:lnSpc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1_Пользовательский макет">
  <p:cSld name="21_Пользовательский макет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77"/>
          <p:cNvSpPr>
            <a:spLocks noGrp="1"/>
          </p:cNvSpPr>
          <p:nvPr>
            <p:ph type="pic" idx="2"/>
          </p:nvPr>
        </p:nvSpPr>
        <p:spPr>
          <a:xfrm>
            <a:off x="4016136" y="1405908"/>
            <a:ext cx="5134022" cy="430909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32" name="Google Shape;232;p77"/>
          <p:cNvSpPr txBox="1">
            <a:spLocks noGrp="1"/>
          </p:cNvSpPr>
          <p:nvPr>
            <p:ph type="title"/>
          </p:nvPr>
        </p:nvSpPr>
        <p:spPr>
          <a:xfrm>
            <a:off x="494813" y="470194"/>
            <a:ext cx="3591165" cy="1337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3" name="Google Shape;233;p77"/>
          <p:cNvSpPr txBox="1">
            <a:spLocks noGrp="1"/>
          </p:cNvSpPr>
          <p:nvPr>
            <p:ph type="body" idx="1"/>
          </p:nvPr>
        </p:nvSpPr>
        <p:spPr>
          <a:xfrm>
            <a:off x="494813" y="1957505"/>
            <a:ext cx="3591165" cy="2999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50000"/>
              </a:lnSpc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4_Пользовательский макет">
  <p:cSld name="24_Пользовательский макет"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78"/>
          <p:cNvSpPr>
            <a:spLocks noGrp="1"/>
          </p:cNvSpPr>
          <p:nvPr>
            <p:ph type="pic" idx="2"/>
          </p:nvPr>
        </p:nvSpPr>
        <p:spPr>
          <a:xfrm>
            <a:off x="1" y="2593936"/>
            <a:ext cx="1968455" cy="312106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36" name="Google Shape;236;p78"/>
          <p:cNvSpPr txBox="1">
            <a:spLocks noGrp="1"/>
          </p:cNvSpPr>
          <p:nvPr>
            <p:ph type="body" idx="1"/>
          </p:nvPr>
        </p:nvSpPr>
        <p:spPr>
          <a:xfrm>
            <a:off x="2330898" y="1957505"/>
            <a:ext cx="5724263" cy="1979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50000"/>
              </a:lnSpc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5_Пользовательский макет">
  <p:cSld name="25_Пользовательский макет"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79"/>
          <p:cNvSpPr>
            <a:spLocks noGrp="1"/>
          </p:cNvSpPr>
          <p:nvPr>
            <p:ph type="pic" idx="2"/>
          </p:nvPr>
        </p:nvSpPr>
        <p:spPr>
          <a:xfrm>
            <a:off x="-10994" y="0"/>
            <a:ext cx="2200162" cy="351287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39" name="Google Shape;239;p79"/>
          <p:cNvSpPr txBox="1">
            <a:spLocks noGrp="1"/>
          </p:cNvSpPr>
          <p:nvPr>
            <p:ph type="body" idx="1"/>
          </p:nvPr>
        </p:nvSpPr>
        <p:spPr>
          <a:xfrm>
            <a:off x="3383946" y="1147508"/>
            <a:ext cx="5231911" cy="3149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50000"/>
              </a:lnSpc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6_Пользовательский макет">
  <p:cSld name="26_Пользовательский макет"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80"/>
          <p:cNvSpPr>
            <a:spLocks noGrp="1"/>
          </p:cNvSpPr>
          <p:nvPr>
            <p:ph type="pic" idx="2"/>
          </p:nvPr>
        </p:nvSpPr>
        <p:spPr>
          <a:xfrm>
            <a:off x="3846341" y="3193"/>
            <a:ext cx="5291809" cy="394252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7_Пользовательский макет">
  <p:cSld name="17_Пользовательский макет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1"/>
          <p:cNvSpPr>
            <a:spLocks noGrp="1"/>
          </p:cNvSpPr>
          <p:nvPr>
            <p:ph type="pic" idx="2"/>
          </p:nvPr>
        </p:nvSpPr>
        <p:spPr>
          <a:xfrm>
            <a:off x="3491950" y="-3793"/>
            <a:ext cx="5645372" cy="5718793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44" name="Google Shape;244;p81"/>
          <p:cNvSpPr txBox="1">
            <a:spLocks noGrp="1"/>
          </p:cNvSpPr>
          <p:nvPr>
            <p:ph type="sldNum" idx="12"/>
          </p:nvPr>
        </p:nvSpPr>
        <p:spPr>
          <a:xfrm>
            <a:off x="6482256" y="5296960"/>
            <a:ext cx="2133600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  <p:sp>
        <p:nvSpPr>
          <p:cNvPr id="245" name="Google Shape;245;p81"/>
          <p:cNvSpPr txBox="1">
            <a:spLocks noGrp="1"/>
          </p:cNvSpPr>
          <p:nvPr>
            <p:ph type="title"/>
          </p:nvPr>
        </p:nvSpPr>
        <p:spPr>
          <a:xfrm>
            <a:off x="494813" y="470194"/>
            <a:ext cx="3591165" cy="1337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46" name="Google Shape;246;p81"/>
          <p:cNvSpPr txBox="1">
            <a:spLocks noGrp="1"/>
          </p:cNvSpPr>
          <p:nvPr>
            <p:ph type="body" idx="1"/>
          </p:nvPr>
        </p:nvSpPr>
        <p:spPr>
          <a:xfrm>
            <a:off x="494813" y="1957505"/>
            <a:ext cx="2916134" cy="2999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50000"/>
              </a:lnSpc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2_Пользовательский макет">
  <p:cSld name="22_Пользовательский макет"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82"/>
          <p:cNvSpPr>
            <a:spLocks noGrp="1"/>
          </p:cNvSpPr>
          <p:nvPr>
            <p:ph type="pic" idx="2"/>
          </p:nvPr>
        </p:nvSpPr>
        <p:spPr>
          <a:xfrm>
            <a:off x="731031" y="1507505"/>
            <a:ext cx="2166568" cy="2358287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49" name="Google Shape;249;p82"/>
          <p:cNvSpPr txBox="1">
            <a:spLocks noGrp="1"/>
          </p:cNvSpPr>
          <p:nvPr>
            <p:ph type="sldNum" idx="12"/>
          </p:nvPr>
        </p:nvSpPr>
        <p:spPr>
          <a:xfrm>
            <a:off x="6482256" y="5296960"/>
            <a:ext cx="2133600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  <p:sp>
        <p:nvSpPr>
          <p:cNvPr id="250" name="Google Shape;250;p82"/>
          <p:cNvSpPr txBox="1">
            <a:spLocks noGrp="1"/>
          </p:cNvSpPr>
          <p:nvPr>
            <p:ph type="title"/>
          </p:nvPr>
        </p:nvSpPr>
        <p:spPr>
          <a:xfrm>
            <a:off x="494814" y="470194"/>
            <a:ext cx="8121043" cy="857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51" name="Google Shape;251;p82"/>
          <p:cNvSpPr>
            <a:spLocks noGrp="1"/>
          </p:cNvSpPr>
          <p:nvPr>
            <p:ph type="pic" idx="3"/>
          </p:nvPr>
        </p:nvSpPr>
        <p:spPr>
          <a:xfrm>
            <a:off x="3498658" y="1507505"/>
            <a:ext cx="2166568" cy="2358287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52" name="Google Shape;252;p82"/>
          <p:cNvSpPr>
            <a:spLocks noGrp="1"/>
          </p:cNvSpPr>
          <p:nvPr>
            <p:ph type="pic" idx="4"/>
          </p:nvPr>
        </p:nvSpPr>
        <p:spPr>
          <a:xfrm>
            <a:off x="6266286" y="1507505"/>
            <a:ext cx="2166568" cy="2358287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53" name="Google Shape;253;p82"/>
          <p:cNvSpPr txBox="1">
            <a:spLocks noGrp="1"/>
          </p:cNvSpPr>
          <p:nvPr>
            <p:ph type="body" idx="1"/>
          </p:nvPr>
        </p:nvSpPr>
        <p:spPr>
          <a:xfrm>
            <a:off x="724572" y="4007996"/>
            <a:ext cx="2037366" cy="1088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50000"/>
              </a:lnSpc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4" name="Google Shape;254;p82"/>
          <p:cNvSpPr txBox="1">
            <a:spLocks noGrp="1"/>
          </p:cNvSpPr>
          <p:nvPr>
            <p:ph type="body" idx="5"/>
          </p:nvPr>
        </p:nvSpPr>
        <p:spPr>
          <a:xfrm>
            <a:off x="3492199" y="4007996"/>
            <a:ext cx="2037366" cy="1088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50000"/>
              </a:lnSpc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5" name="Google Shape;255;p82"/>
          <p:cNvSpPr txBox="1">
            <a:spLocks noGrp="1"/>
          </p:cNvSpPr>
          <p:nvPr>
            <p:ph type="body" idx="6"/>
          </p:nvPr>
        </p:nvSpPr>
        <p:spPr>
          <a:xfrm>
            <a:off x="6259826" y="4007996"/>
            <a:ext cx="2037366" cy="1088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50000"/>
              </a:lnSpc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_Пользовательский макет">
  <p:cSld name="16_Пользовательский макет"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83"/>
          <p:cNvSpPr>
            <a:spLocks noGrp="1"/>
          </p:cNvSpPr>
          <p:nvPr>
            <p:ph type="pic" idx="2"/>
          </p:nvPr>
        </p:nvSpPr>
        <p:spPr>
          <a:xfrm>
            <a:off x="3680960" y="-3793"/>
            <a:ext cx="5456363" cy="5718793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58" name="Google Shape;258;p83"/>
          <p:cNvSpPr txBox="1">
            <a:spLocks noGrp="1"/>
          </p:cNvSpPr>
          <p:nvPr>
            <p:ph type="sldNum" idx="12"/>
          </p:nvPr>
        </p:nvSpPr>
        <p:spPr>
          <a:xfrm>
            <a:off x="6482256" y="5296960"/>
            <a:ext cx="2133600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  <p:sp>
        <p:nvSpPr>
          <p:cNvPr id="259" name="Google Shape;259;p83"/>
          <p:cNvSpPr txBox="1">
            <a:spLocks noGrp="1"/>
          </p:cNvSpPr>
          <p:nvPr>
            <p:ph type="title"/>
          </p:nvPr>
        </p:nvSpPr>
        <p:spPr>
          <a:xfrm>
            <a:off x="494813" y="470194"/>
            <a:ext cx="3591165" cy="1337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60" name="Google Shape;260;p83"/>
          <p:cNvSpPr txBox="1">
            <a:spLocks noGrp="1"/>
          </p:cNvSpPr>
          <p:nvPr>
            <p:ph type="body" idx="1"/>
          </p:nvPr>
        </p:nvSpPr>
        <p:spPr>
          <a:xfrm>
            <a:off x="494813" y="1957505"/>
            <a:ext cx="2916134" cy="2999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50000"/>
              </a:lnSpc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3_Пользовательский макет">
  <p:cSld name="23_Пользовательский макет"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84"/>
          <p:cNvSpPr>
            <a:spLocks noGrp="1"/>
          </p:cNvSpPr>
          <p:nvPr>
            <p:ph type="pic" idx="2"/>
          </p:nvPr>
        </p:nvSpPr>
        <p:spPr>
          <a:xfrm>
            <a:off x="494813" y="1687505"/>
            <a:ext cx="2142132" cy="2331687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63" name="Google Shape;263;p84"/>
          <p:cNvSpPr txBox="1">
            <a:spLocks noGrp="1"/>
          </p:cNvSpPr>
          <p:nvPr>
            <p:ph type="sldNum" idx="12"/>
          </p:nvPr>
        </p:nvSpPr>
        <p:spPr>
          <a:xfrm>
            <a:off x="6482256" y="5296960"/>
            <a:ext cx="2133600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  <p:sp>
        <p:nvSpPr>
          <p:cNvPr id="264" name="Google Shape;264;p84"/>
          <p:cNvSpPr txBox="1">
            <a:spLocks noGrp="1"/>
          </p:cNvSpPr>
          <p:nvPr>
            <p:ph type="title"/>
          </p:nvPr>
        </p:nvSpPr>
        <p:spPr>
          <a:xfrm>
            <a:off x="494814" y="470194"/>
            <a:ext cx="8121043" cy="857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65" name="Google Shape;265;p84"/>
          <p:cNvSpPr>
            <a:spLocks noGrp="1"/>
          </p:cNvSpPr>
          <p:nvPr>
            <p:ph type="pic" idx="3"/>
          </p:nvPr>
        </p:nvSpPr>
        <p:spPr>
          <a:xfrm>
            <a:off x="4724974" y="1687505"/>
            <a:ext cx="2142132" cy="2331687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66" name="Google Shape;266;p84"/>
          <p:cNvSpPr txBox="1">
            <a:spLocks noGrp="1"/>
          </p:cNvSpPr>
          <p:nvPr>
            <p:ph type="body" idx="1"/>
          </p:nvPr>
        </p:nvSpPr>
        <p:spPr>
          <a:xfrm>
            <a:off x="2636945" y="3474696"/>
            <a:ext cx="1593073" cy="1088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50000"/>
              </a:lnSpc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7" name="Google Shape;267;p84"/>
          <p:cNvSpPr txBox="1">
            <a:spLocks noGrp="1"/>
          </p:cNvSpPr>
          <p:nvPr>
            <p:ph type="body" idx="4"/>
          </p:nvPr>
        </p:nvSpPr>
        <p:spPr>
          <a:xfrm>
            <a:off x="6867107" y="3474696"/>
            <a:ext cx="1593073" cy="1088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50000"/>
              </a:lnSpc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5_Пользовательский макет">
  <p:cSld name="15_Пользовательский макет"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85"/>
          <p:cNvSpPr txBox="1">
            <a:spLocks noGrp="1"/>
          </p:cNvSpPr>
          <p:nvPr>
            <p:ph type="sldNum" idx="12"/>
          </p:nvPr>
        </p:nvSpPr>
        <p:spPr>
          <a:xfrm>
            <a:off x="6482256" y="5296960"/>
            <a:ext cx="2133600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  <p:sp>
        <p:nvSpPr>
          <p:cNvPr id="270" name="Google Shape;270;p85"/>
          <p:cNvSpPr txBox="1">
            <a:spLocks noGrp="1"/>
          </p:cNvSpPr>
          <p:nvPr>
            <p:ph type="title"/>
          </p:nvPr>
        </p:nvSpPr>
        <p:spPr>
          <a:xfrm>
            <a:off x="494814" y="470194"/>
            <a:ext cx="8121043" cy="857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71" name="Google Shape;271;p85"/>
          <p:cNvSpPr txBox="1">
            <a:spLocks noGrp="1"/>
          </p:cNvSpPr>
          <p:nvPr>
            <p:ph type="body" idx="1"/>
          </p:nvPr>
        </p:nvSpPr>
        <p:spPr>
          <a:xfrm>
            <a:off x="494814" y="1627506"/>
            <a:ext cx="8121043" cy="27201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50000"/>
              </a:lnSpc>
              <a:spcBef>
                <a:spcPts val="18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Пользовательский макет">
  <p:cSld name="4_Пользовательский макет"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86"/>
          <p:cNvSpPr txBox="1">
            <a:spLocks noGrp="1"/>
          </p:cNvSpPr>
          <p:nvPr>
            <p:ph type="sldNum" idx="12"/>
          </p:nvPr>
        </p:nvSpPr>
        <p:spPr>
          <a:xfrm>
            <a:off x="6482256" y="5296960"/>
            <a:ext cx="2133600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  <p:sp>
        <p:nvSpPr>
          <p:cNvPr id="274" name="Google Shape;274;p86"/>
          <p:cNvSpPr txBox="1">
            <a:spLocks noGrp="1"/>
          </p:cNvSpPr>
          <p:nvPr>
            <p:ph type="title"/>
          </p:nvPr>
        </p:nvSpPr>
        <p:spPr>
          <a:xfrm>
            <a:off x="494814" y="470194"/>
            <a:ext cx="8121043" cy="857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75" name="Google Shape;275;p86"/>
          <p:cNvSpPr txBox="1">
            <a:spLocks noGrp="1"/>
          </p:cNvSpPr>
          <p:nvPr>
            <p:ph type="body" idx="1"/>
          </p:nvPr>
        </p:nvSpPr>
        <p:spPr>
          <a:xfrm>
            <a:off x="494812" y="2546453"/>
            <a:ext cx="1998092" cy="180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50000"/>
              </a:lnSpc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6" name="Google Shape;276;p86"/>
          <p:cNvSpPr>
            <a:spLocks noGrp="1"/>
          </p:cNvSpPr>
          <p:nvPr>
            <p:ph type="pic" idx="2"/>
          </p:nvPr>
        </p:nvSpPr>
        <p:spPr>
          <a:xfrm>
            <a:off x="4039082" y="1996626"/>
            <a:ext cx="1836084" cy="360460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Пользовательский макет">
  <p:cSld name="5_Пользовательский макет"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87"/>
          <p:cNvSpPr txBox="1">
            <a:spLocks noGrp="1"/>
          </p:cNvSpPr>
          <p:nvPr>
            <p:ph type="sldNum" idx="12"/>
          </p:nvPr>
        </p:nvSpPr>
        <p:spPr>
          <a:xfrm>
            <a:off x="6482256" y="5296960"/>
            <a:ext cx="2133600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  <p:sp>
        <p:nvSpPr>
          <p:cNvPr id="279" name="Google Shape;279;p87"/>
          <p:cNvSpPr txBox="1">
            <a:spLocks noGrp="1"/>
          </p:cNvSpPr>
          <p:nvPr>
            <p:ph type="title"/>
          </p:nvPr>
        </p:nvSpPr>
        <p:spPr>
          <a:xfrm>
            <a:off x="494814" y="470194"/>
            <a:ext cx="8121043" cy="857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80" name="Google Shape;280;p87"/>
          <p:cNvSpPr txBox="1">
            <a:spLocks noGrp="1"/>
          </p:cNvSpPr>
          <p:nvPr>
            <p:ph type="body" idx="1"/>
          </p:nvPr>
        </p:nvSpPr>
        <p:spPr>
          <a:xfrm>
            <a:off x="6617764" y="2417880"/>
            <a:ext cx="1998092" cy="180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50000"/>
              </a:lnSpc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1" name="Google Shape;281;p87"/>
          <p:cNvSpPr>
            <a:spLocks noGrp="1"/>
          </p:cNvSpPr>
          <p:nvPr>
            <p:ph type="pic" idx="2"/>
          </p:nvPr>
        </p:nvSpPr>
        <p:spPr>
          <a:xfrm>
            <a:off x="3491950" y="1687506"/>
            <a:ext cx="1566072" cy="3055137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Пользовательский макет">
  <p:cSld name="6_Пользовательский макет"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88"/>
          <p:cNvSpPr txBox="1">
            <a:spLocks noGrp="1"/>
          </p:cNvSpPr>
          <p:nvPr>
            <p:ph type="sldNum" idx="12"/>
          </p:nvPr>
        </p:nvSpPr>
        <p:spPr>
          <a:xfrm>
            <a:off x="6482256" y="5296960"/>
            <a:ext cx="2133600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  <p:sp>
        <p:nvSpPr>
          <p:cNvPr id="284" name="Google Shape;284;p88"/>
          <p:cNvSpPr txBox="1">
            <a:spLocks noGrp="1"/>
          </p:cNvSpPr>
          <p:nvPr>
            <p:ph type="title"/>
          </p:nvPr>
        </p:nvSpPr>
        <p:spPr>
          <a:xfrm>
            <a:off x="5247031" y="470194"/>
            <a:ext cx="3368825" cy="857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85" name="Google Shape;285;p88"/>
          <p:cNvSpPr txBox="1">
            <a:spLocks noGrp="1"/>
          </p:cNvSpPr>
          <p:nvPr>
            <p:ph type="body" idx="1"/>
          </p:nvPr>
        </p:nvSpPr>
        <p:spPr>
          <a:xfrm>
            <a:off x="6617764" y="2546453"/>
            <a:ext cx="1998092" cy="180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50000"/>
              </a:lnSpc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6" name="Google Shape;286;p88"/>
          <p:cNvSpPr>
            <a:spLocks noGrp="1"/>
          </p:cNvSpPr>
          <p:nvPr>
            <p:ph type="pic" idx="2"/>
          </p:nvPr>
        </p:nvSpPr>
        <p:spPr>
          <a:xfrm>
            <a:off x="1250847" y="1567507"/>
            <a:ext cx="2133098" cy="311998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_Пользовательский макет">
  <p:cSld name="11_Пользовательский макет"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89"/>
          <p:cNvSpPr txBox="1">
            <a:spLocks noGrp="1"/>
          </p:cNvSpPr>
          <p:nvPr>
            <p:ph type="sldNum" idx="12"/>
          </p:nvPr>
        </p:nvSpPr>
        <p:spPr>
          <a:xfrm>
            <a:off x="6482256" y="5296960"/>
            <a:ext cx="2133600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  <p:sp>
        <p:nvSpPr>
          <p:cNvPr id="289" name="Google Shape;289;p89"/>
          <p:cNvSpPr txBox="1">
            <a:spLocks noGrp="1"/>
          </p:cNvSpPr>
          <p:nvPr>
            <p:ph type="title"/>
          </p:nvPr>
        </p:nvSpPr>
        <p:spPr>
          <a:xfrm>
            <a:off x="494814" y="470194"/>
            <a:ext cx="8121043" cy="857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90" name="Google Shape;290;p89"/>
          <p:cNvSpPr txBox="1">
            <a:spLocks noGrp="1"/>
          </p:cNvSpPr>
          <p:nvPr>
            <p:ph type="body" idx="1"/>
          </p:nvPr>
        </p:nvSpPr>
        <p:spPr>
          <a:xfrm>
            <a:off x="494812" y="2546453"/>
            <a:ext cx="1998092" cy="180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50000"/>
              </a:lnSpc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1" name="Google Shape;291;p89"/>
          <p:cNvSpPr>
            <a:spLocks noGrp="1"/>
          </p:cNvSpPr>
          <p:nvPr>
            <p:ph type="pic" idx="2"/>
          </p:nvPr>
        </p:nvSpPr>
        <p:spPr>
          <a:xfrm>
            <a:off x="4727175" y="2196858"/>
            <a:ext cx="3462991" cy="24668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Пользовательский макет">
  <p:cSld name="7_Пользовательский макет"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90"/>
          <p:cNvSpPr>
            <a:spLocks noGrp="1"/>
          </p:cNvSpPr>
          <p:nvPr>
            <p:ph type="pic" idx="2"/>
          </p:nvPr>
        </p:nvSpPr>
        <p:spPr>
          <a:xfrm>
            <a:off x="5598047" y="1699228"/>
            <a:ext cx="2427740" cy="2976543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94" name="Google Shape;294;p90"/>
          <p:cNvSpPr txBox="1">
            <a:spLocks noGrp="1"/>
          </p:cNvSpPr>
          <p:nvPr>
            <p:ph type="sldNum" idx="12"/>
          </p:nvPr>
        </p:nvSpPr>
        <p:spPr>
          <a:xfrm>
            <a:off x="6482256" y="5296960"/>
            <a:ext cx="2133600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  <p:sp>
        <p:nvSpPr>
          <p:cNvPr id="295" name="Google Shape;295;p90"/>
          <p:cNvSpPr txBox="1">
            <a:spLocks noGrp="1"/>
          </p:cNvSpPr>
          <p:nvPr>
            <p:ph type="title"/>
          </p:nvPr>
        </p:nvSpPr>
        <p:spPr>
          <a:xfrm>
            <a:off x="494814" y="470194"/>
            <a:ext cx="8121043" cy="857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96" name="Google Shape;296;p90"/>
          <p:cNvSpPr txBox="1">
            <a:spLocks noGrp="1"/>
          </p:cNvSpPr>
          <p:nvPr>
            <p:ph type="body" idx="1"/>
          </p:nvPr>
        </p:nvSpPr>
        <p:spPr>
          <a:xfrm>
            <a:off x="494813" y="1627506"/>
            <a:ext cx="3618166" cy="27201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50000"/>
              </a:lnSpc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Пользовательский макет">
  <p:cSld name="8_Пользовательский макет"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91"/>
          <p:cNvSpPr>
            <a:spLocks noGrp="1"/>
          </p:cNvSpPr>
          <p:nvPr>
            <p:ph type="pic" idx="2"/>
          </p:nvPr>
        </p:nvSpPr>
        <p:spPr>
          <a:xfrm>
            <a:off x="5600419" y="1699228"/>
            <a:ext cx="2427740" cy="2976543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99" name="Google Shape;299;p91"/>
          <p:cNvSpPr txBox="1">
            <a:spLocks noGrp="1"/>
          </p:cNvSpPr>
          <p:nvPr>
            <p:ph type="sldNum" idx="12"/>
          </p:nvPr>
        </p:nvSpPr>
        <p:spPr>
          <a:xfrm>
            <a:off x="6482256" y="5296960"/>
            <a:ext cx="2133600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  <p:sp>
        <p:nvSpPr>
          <p:cNvPr id="300" name="Google Shape;300;p91"/>
          <p:cNvSpPr txBox="1">
            <a:spLocks noGrp="1"/>
          </p:cNvSpPr>
          <p:nvPr>
            <p:ph type="title"/>
          </p:nvPr>
        </p:nvSpPr>
        <p:spPr>
          <a:xfrm>
            <a:off x="494814" y="470194"/>
            <a:ext cx="8121043" cy="857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01" name="Google Shape;301;p91"/>
          <p:cNvSpPr txBox="1">
            <a:spLocks noGrp="1"/>
          </p:cNvSpPr>
          <p:nvPr>
            <p:ph type="body" idx="1"/>
          </p:nvPr>
        </p:nvSpPr>
        <p:spPr>
          <a:xfrm>
            <a:off x="494813" y="1627506"/>
            <a:ext cx="3618166" cy="27201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50000"/>
              </a:lnSpc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Пользовательский макет">
  <p:cSld name="10_Пользовательский макет"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92"/>
          <p:cNvSpPr>
            <a:spLocks noGrp="1"/>
          </p:cNvSpPr>
          <p:nvPr>
            <p:ph type="pic" idx="2"/>
          </p:nvPr>
        </p:nvSpPr>
        <p:spPr>
          <a:xfrm>
            <a:off x="5600419" y="1699228"/>
            <a:ext cx="2427740" cy="2976543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04" name="Google Shape;304;p92"/>
          <p:cNvSpPr txBox="1">
            <a:spLocks noGrp="1"/>
          </p:cNvSpPr>
          <p:nvPr>
            <p:ph type="sldNum" idx="12"/>
          </p:nvPr>
        </p:nvSpPr>
        <p:spPr>
          <a:xfrm>
            <a:off x="6482256" y="5296960"/>
            <a:ext cx="2133600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  <p:sp>
        <p:nvSpPr>
          <p:cNvPr id="305" name="Google Shape;305;p92"/>
          <p:cNvSpPr txBox="1">
            <a:spLocks noGrp="1"/>
          </p:cNvSpPr>
          <p:nvPr>
            <p:ph type="title"/>
          </p:nvPr>
        </p:nvSpPr>
        <p:spPr>
          <a:xfrm>
            <a:off x="494814" y="470194"/>
            <a:ext cx="8121043" cy="857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06" name="Google Shape;306;p92"/>
          <p:cNvSpPr txBox="1">
            <a:spLocks noGrp="1"/>
          </p:cNvSpPr>
          <p:nvPr>
            <p:ph type="body" idx="1"/>
          </p:nvPr>
        </p:nvSpPr>
        <p:spPr>
          <a:xfrm>
            <a:off x="494813" y="1627506"/>
            <a:ext cx="3618166" cy="27201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50000"/>
              </a:lnSpc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7_Пользовательский макет">
  <p:cSld name="27_Пользовательский макет"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93"/>
          <p:cNvSpPr>
            <a:spLocks noGrp="1"/>
          </p:cNvSpPr>
          <p:nvPr>
            <p:ph type="pic" idx="2"/>
          </p:nvPr>
        </p:nvSpPr>
        <p:spPr>
          <a:xfrm>
            <a:off x="0" y="7513"/>
            <a:ext cx="9144000" cy="5707487"/>
          </a:xfrm>
          <a:prstGeom prst="rect">
            <a:avLst/>
          </a:prstGeom>
          <a:solidFill>
            <a:srgbClr val="55872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sp>
      <p:sp>
        <p:nvSpPr>
          <p:cNvPr id="309" name="Google Shape;309;p93"/>
          <p:cNvSpPr txBox="1">
            <a:spLocks noGrp="1"/>
          </p:cNvSpPr>
          <p:nvPr>
            <p:ph type="title"/>
          </p:nvPr>
        </p:nvSpPr>
        <p:spPr>
          <a:xfrm>
            <a:off x="4707208" y="470193"/>
            <a:ext cx="3914978" cy="1397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10" name="Google Shape;310;p93"/>
          <p:cNvSpPr txBox="1">
            <a:spLocks noGrp="1"/>
          </p:cNvSpPr>
          <p:nvPr>
            <p:ph type="body" idx="1"/>
          </p:nvPr>
        </p:nvSpPr>
        <p:spPr>
          <a:xfrm>
            <a:off x="4707208" y="2150444"/>
            <a:ext cx="3914978" cy="219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50000"/>
              </a:lnSpc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6_Пользовательский макет">
  <p:cSld name="36_Пользовательский макет"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94"/>
          <p:cNvSpPr>
            <a:spLocks noGrp="1"/>
          </p:cNvSpPr>
          <p:nvPr>
            <p:ph type="pic" idx="2"/>
          </p:nvPr>
        </p:nvSpPr>
        <p:spPr>
          <a:xfrm>
            <a:off x="4187817" y="2922724"/>
            <a:ext cx="2209193" cy="2454535"/>
          </a:xfrm>
          <a:prstGeom prst="rect">
            <a:avLst/>
          </a:prstGeom>
          <a:solidFill>
            <a:srgbClr val="55872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sp>
      <p:sp>
        <p:nvSpPr>
          <p:cNvPr id="313" name="Google Shape;313;p94"/>
          <p:cNvSpPr>
            <a:spLocks noGrp="1"/>
          </p:cNvSpPr>
          <p:nvPr>
            <p:ph type="pic" idx="3"/>
          </p:nvPr>
        </p:nvSpPr>
        <p:spPr>
          <a:xfrm>
            <a:off x="6520999" y="355796"/>
            <a:ext cx="2209193" cy="2454535"/>
          </a:xfrm>
          <a:prstGeom prst="rect">
            <a:avLst/>
          </a:prstGeom>
          <a:solidFill>
            <a:srgbClr val="55872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sp>
      <p:sp>
        <p:nvSpPr>
          <p:cNvPr id="314" name="Google Shape;314;p94"/>
          <p:cNvSpPr>
            <a:spLocks noGrp="1"/>
          </p:cNvSpPr>
          <p:nvPr>
            <p:ph type="pic" idx="4"/>
          </p:nvPr>
        </p:nvSpPr>
        <p:spPr>
          <a:xfrm>
            <a:off x="6520969" y="2922723"/>
            <a:ext cx="2208908" cy="2454765"/>
          </a:xfrm>
          <a:prstGeom prst="rect">
            <a:avLst/>
          </a:prstGeom>
          <a:solidFill>
            <a:srgbClr val="55872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sp>
      <p:sp>
        <p:nvSpPr>
          <p:cNvPr id="315" name="Google Shape;315;p94"/>
          <p:cNvSpPr>
            <a:spLocks noGrp="1"/>
          </p:cNvSpPr>
          <p:nvPr>
            <p:ph type="pic" idx="5"/>
          </p:nvPr>
        </p:nvSpPr>
        <p:spPr>
          <a:xfrm>
            <a:off x="4188131" y="355795"/>
            <a:ext cx="2208908" cy="2454765"/>
          </a:xfrm>
          <a:prstGeom prst="rect">
            <a:avLst/>
          </a:prstGeom>
          <a:solidFill>
            <a:srgbClr val="55872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sp>
      <p:sp>
        <p:nvSpPr>
          <p:cNvPr id="316" name="Google Shape;316;p94"/>
          <p:cNvSpPr txBox="1">
            <a:spLocks noGrp="1"/>
          </p:cNvSpPr>
          <p:nvPr>
            <p:ph type="title"/>
          </p:nvPr>
        </p:nvSpPr>
        <p:spPr>
          <a:xfrm>
            <a:off x="494813" y="470193"/>
            <a:ext cx="3618166" cy="1517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17" name="Google Shape;317;p94"/>
          <p:cNvSpPr txBox="1">
            <a:spLocks noGrp="1"/>
          </p:cNvSpPr>
          <p:nvPr>
            <p:ph type="body" idx="1"/>
          </p:nvPr>
        </p:nvSpPr>
        <p:spPr>
          <a:xfrm>
            <a:off x="494813" y="2150444"/>
            <a:ext cx="4698216" cy="2687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50000"/>
              </a:lnSpc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9_Пользовательский макет">
  <p:cSld name="39_Пользовательский макет"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95"/>
          <p:cNvSpPr/>
          <p:nvPr/>
        </p:nvSpPr>
        <p:spPr>
          <a:xfrm>
            <a:off x="1412856" y="-442484"/>
            <a:ext cx="6129049" cy="6809708"/>
          </a:xfrm>
          <a:prstGeom prst="donut">
            <a:avLst>
              <a:gd name="adj" fmla="val 18969"/>
            </a:avLst>
          </a:prstGeom>
          <a:solidFill>
            <a:srgbClr val="609929">
              <a:alpha val="0"/>
            </a:srgbClr>
          </a:solidFill>
          <a:ln w="25400" cap="flat" cmpd="sng">
            <a:solidFill>
              <a:srgbClr val="609929">
                <a:alpha val="5294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675">
                <a:solidFill>
                  <a:srgbClr val="6CAB2E"/>
                </a:solidFill>
                <a:latin typeface="Arial"/>
                <a:ea typeface="Arial"/>
                <a:cs typeface="Arial"/>
                <a:sym typeface="Arial"/>
              </a:rPr>
              <a:t> v</a:t>
            </a:r>
            <a:endParaRPr sz="675">
              <a:solidFill>
                <a:srgbClr val="6CAB2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95"/>
          <p:cNvSpPr txBox="1">
            <a:spLocks noGrp="1"/>
          </p:cNvSpPr>
          <p:nvPr>
            <p:ph type="sldNum" idx="12"/>
          </p:nvPr>
        </p:nvSpPr>
        <p:spPr>
          <a:xfrm>
            <a:off x="6414696" y="5296960"/>
            <a:ext cx="2201161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  <p:sp>
        <p:nvSpPr>
          <p:cNvPr id="321" name="Google Shape;321;p95"/>
          <p:cNvSpPr txBox="1">
            <a:spLocks noGrp="1"/>
          </p:cNvSpPr>
          <p:nvPr>
            <p:ph type="body" idx="1"/>
          </p:nvPr>
        </p:nvSpPr>
        <p:spPr>
          <a:xfrm>
            <a:off x="494813" y="1297509"/>
            <a:ext cx="1620074" cy="3569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50000"/>
              </a:lnSpc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2" name="Google Shape;322;p95"/>
          <p:cNvSpPr>
            <a:spLocks noGrp="1"/>
          </p:cNvSpPr>
          <p:nvPr>
            <p:ph type="pic" idx="2"/>
          </p:nvPr>
        </p:nvSpPr>
        <p:spPr>
          <a:xfrm>
            <a:off x="2735917" y="1027509"/>
            <a:ext cx="3456159" cy="3839982"/>
          </a:xfrm>
          <a:prstGeom prst="ellipse">
            <a:avLst/>
          </a:prstGeom>
          <a:solidFill>
            <a:srgbClr val="55872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6_Пользовательский макет">
  <p:cSld name="46_Пользовательский макет"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96"/>
          <p:cNvSpPr txBox="1">
            <a:spLocks noGrp="1"/>
          </p:cNvSpPr>
          <p:nvPr>
            <p:ph type="sldNum" idx="12"/>
          </p:nvPr>
        </p:nvSpPr>
        <p:spPr>
          <a:xfrm>
            <a:off x="6414696" y="5296960"/>
            <a:ext cx="2201161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  <p:sp>
        <p:nvSpPr>
          <p:cNvPr id="325" name="Google Shape;325;p96"/>
          <p:cNvSpPr txBox="1">
            <a:spLocks noGrp="1"/>
          </p:cNvSpPr>
          <p:nvPr>
            <p:ph type="title"/>
          </p:nvPr>
        </p:nvSpPr>
        <p:spPr>
          <a:xfrm>
            <a:off x="5733054" y="1370190"/>
            <a:ext cx="2862131" cy="1367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26" name="Google Shape;326;p96"/>
          <p:cNvSpPr txBox="1">
            <a:spLocks noGrp="1"/>
          </p:cNvSpPr>
          <p:nvPr>
            <p:ph type="body" idx="1"/>
          </p:nvPr>
        </p:nvSpPr>
        <p:spPr>
          <a:xfrm>
            <a:off x="5733054" y="2887500"/>
            <a:ext cx="2862131" cy="209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50000"/>
              </a:lnSpc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7" name="Google Shape;327;p96"/>
          <p:cNvSpPr>
            <a:spLocks noGrp="1"/>
          </p:cNvSpPr>
          <p:nvPr>
            <p:ph type="pic" idx="2"/>
          </p:nvPr>
        </p:nvSpPr>
        <p:spPr>
          <a:xfrm>
            <a:off x="1540718" y="1687506"/>
            <a:ext cx="1546214" cy="3089986"/>
          </a:xfrm>
          <a:prstGeom prst="rect">
            <a:avLst/>
          </a:prstGeom>
          <a:solidFill>
            <a:srgbClr val="55872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7_Пользовательский макет">
  <p:cSld name="47_Пользовательский макет"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97"/>
          <p:cNvSpPr txBox="1">
            <a:spLocks noGrp="1"/>
          </p:cNvSpPr>
          <p:nvPr>
            <p:ph type="sldNum" idx="12"/>
          </p:nvPr>
        </p:nvSpPr>
        <p:spPr>
          <a:xfrm>
            <a:off x="6414696" y="5296960"/>
            <a:ext cx="2201161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  <p:sp>
        <p:nvSpPr>
          <p:cNvPr id="330" name="Google Shape;330;p97"/>
          <p:cNvSpPr>
            <a:spLocks noGrp="1"/>
          </p:cNvSpPr>
          <p:nvPr>
            <p:ph type="pic" idx="2"/>
          </p:nvPr>
        </p:nvSpPr>
        <p:spPr>
          <a:xfrm>
            <a:off x="4741984" y="2257502"/>
            <a:ext cx="3438659" cy="2399989"/>
          </a:xfrm>
          <a:prstGeom prst="rect">
            <a:avLst/>
          </a:prstGeom>
          <a:solidFill>
            <a:srgbClr val="55872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sp>
      <p:sp>
        <p:nvSpPr>
          <p:cNvPr id="331" name="Google Shape;331;p97"/>
          <p:cNvSpPr txBox="1">
            <a:spLocks noGrp="1"/>
          </p:cNvSpPr>
          <p:nvPr>
            <p:ph type="title"/>
          </p:nvPr>
        </p:nvSpPr>
        <p:spPr>
          <a:xfrm>
            <a:off x="494813" y="470194"/>
            <a:ext cx="3913035" cy="1487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32" name="Google Shape;332;p97"/>
          <p:cNvSpPr txBox="1">
            <a:spLocks noGrp="1"/>
          </p:cNvSpPr>
          <p:nvPr>
            <p:ph type="body" idx="1"/>
          </p:nvPr>
        </p:nvSpPr>
        <p:spPr>
          <a:xfrm>
            <a:off x="494813" y="2150444"/>
            <a:ext cx="3913035" cy="219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50000"/>
              </a:lnSpc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3_Пользовательский макет">
  <p:cSld name="43_Пользовательский макет"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98"/>
          <p:cNvSpPr txBox="1">
            <a:spLocks noGrp="1"/>
          </p:cNvSpPr>
          <p:nvPr>
            <p:ph type="sldNum" idx="12"/>
          </p:nvPr>
        </p:nvSpPr>
        <p:spPr>
          <a:xfrm>
            <a:off x="6414696" y="5296960"/>
            <a:ext cx="2201161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  <p:sp>
        <p:nvSpPr>
          <p:cNvPr id="335" name="Google Shape;335;p98"/>
          <p:cNvSpPr txBox="1">
            <a:spLocks noGrp="1"/>
          </p:cNvSpPr>
          <p:nvPr>
            <p:ph type="title"/>
          </p:nvPr>
        </p:nvSpPr>
        <p:spPr>
          <a:xfrm>
            <a:off x="5733054" y="1370190"/>
            <a:ext cx="2862131" cy="1367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36" name="Google Shape;336;p98"/>
          <p:cNvSpPr txBox="1">
            <a:spLocks noGrp="1"/>
          </p:cNvSpPr>
          <p:nvPr>
            <p:ph type="body" idx="1"/>
          </p:nvPr>
        </p:nvSpPr>
        <p:spPr>
          <a:xfrm>
            <a:off x="5733054" y="2887500"/>
            <a:ext cx="2862131" cy="209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50000"/>
              </a:lnSpc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7" name="Google Shape;337;p98"/>
          <p:cNvSpPr>
            <a:spLocks noGrp="1"/>
          </p:cNvSpPr>
          <p:nvPr>
            <p:ph type="pic" idx="2"/>
          </p:nvPr>
        </p:nvSpPr>
        <p:spPr>
          <a:xfrm>
            <a:off x="1065838" y="1552508"/>
            <a:ext cx="2048095" cy="3029985"/>
          </a:xfrm>
          <a:prstGeom prst="rect">
            <a:avLst/>
          </a:prstGeom>
          <a:solidFill>
            <a:srgbClr val="55872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4_Пользовательский макет">
  <p:cSld name="44_Пользовательский макет"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99"/>
          <p:cNvSpPr>
            <a:spLocks noGrp="1"/>
          </p:cNvSpPr>
          <p:nvPr>
            <p:ph type="pic" idx="2"/>
          </p:nvPr>
        </p:nvSpPr>
        <p:spPr>
          <a:xfrm>
            <a:off x="0" y="7513"/>
            <a:ext cx="9144000" cy="5707487"/>
          </a:xfrm>
          <a:prstGeom prst="rect">
            <a:avLst/>
          </a:prstGeom>
          <a:solidFill>
            <a:srgbClr val="55872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sp>
      <p:sp>
        <p:nvSpPr>
          <p:cNvPr id="340" name="Google Shape;340;p99"/>
          <p:cNvSpPr txBox="1">
            <a:spLocks noGrp="1"/>
          </p:cNvSpPr>
          <p:nvPr>
            <p:ph type="title"/>
          </p:nvPr>
        </p:nvSpPr>
        <p:spPr>
          <a:xfrm>
            <a:off x="4707208" y="470193"/>
            <a:ext cx="3914978" cy="1397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41" name="Google Shape;341;p99"/>
          <p:cNvSpPr txBox="1">
            <a:spLocks noGrp="1"/>
          </p:cNvSpPr>
          <p:nvPr>
            <p:ph type="body" idx="1"/>
          </p:nvPr>
        </p:nvSpPr>
        <p:spPr>
          <a:xfrm>
            <a:off x="4707208" y="2150444"/>
            <a:ext cx="3914978" cy="219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50000"/>
              </a:lnSpc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5_Пользовательский макет">
  <p:cSld name="45_Пользовательский макет"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0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7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00"/>
          <p:cNvSpPr/>
          <p:nvPr/>
        </p:nvSpPr>
        <p:spPr>
          <a:xfrm rot="7200000">
            <a:off x="-3601312" y="-1653001"/>
            <a:ext cx="9483098" cy="853521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7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00"/>
          <p:cNvSpPr>
            <a:spLocks noGrp="1"/>
          </p:cNvSpPr>
          <p:nvPr>
            <p:ph type="pic" idx="2"/>
          </p:nvPr>
        </p:nvSpPr>
        <p:spPr>
          <a:xfrm>
            <a:off x="-1940509" y="-2122476"/>
            <a:ext cx="6332550" cy="7081002"/>
          </a:xfrm>
          <a:prstGeom prst="ellipse">
            <a:avLst/>
          </a:prstGeom>
          <a:solidFill>
            <a:srgbClr val="55872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sp>
      <p:sp>
        <p:nvSpPr>
          <p:cNvPr id="346" name="Google Shape;346;p100"/>
          <p:cNvSpPr txBox="1">
            <a:spLocks noGrp="1"/>
          </p:cNvSpPr>
          <p:nvPr>
            <p:ph type="body" idx="1"/>
          </p:nvPr>
        </p:nvSpPr>
        <p:spPr>
          <a:xfrm>
            <a:off x="6146363" y="866209"/>
            <a:ext cx="2403110" cy="3982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5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8_Пользовательский макет">
  <p:cSld name="48_Пользовательский макет"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01"/>
          <p:cNvSpPr/>
          <p:nvPr/>
        </p:nvSpPr>
        <p:spPr>
          <a:xfrm>
            <a:off x="0" y="0"/>
            <a:ext cx="8163165" cy="5715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7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01"/>
          <p:cNvSpPr/>
          <p:nvPr/>
        </p:nvSpPr>
        <p:spPr>
          <a:xfrm rot="7200000">
            <a:off x="2722189" y="-1773001"/>
            <a:ext cx="9483098" cy="853521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7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01"/>
          <p:cNvSpPr>
            <a:spLocks noGrp="1"/>
          </p:cNvSpPr>
          <p:nvPr>
            <p:ph type="pic" idx="2"/>
          </p:nvPr>
        </p:nvSpPr>
        <p:spPr>
          <a:xfrm>
            <a:off x="4004974" y="-2242476"/>
            <a:ext cx="6332550" cy="7081002"/>
          </a:xfrm>
          <a:prstGeom prst="ellipse">
            <a:avLst/>
          </a:prstGeom>
          <a:solidFill>
            <a:srgbClr val="55872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sp>
      <p:sp>
        <p:nvSpPr>
          <p:cNvPr id="351" name="Google Shape;351;p101"/>
          <p:cNvSpPr txBox="1">
            <a:spLocks noGrp="1"/>
          </p:cNvSpPr>
          <p:nvPr>
            <p:ph type="body" idx="1"/>
          </p:nvPr>
        </p:nvSpPr>
        <p:spPr>
          <a:xfrm>
            <a:off x="494813" y="996294"/>
            <a:ext cx="2403110" cy="3982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5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4838" algn="l" rtl="0"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1988"/>
              <a:buFont typeface="Arial"/>
              <a:buChar char="•"/>
              <a:defRPr sz="198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5.xml"/><Relationship Id="rId15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7.xml"/><Relationship Id="rId17" Type="http://schemas.openxmlformats.org/officeDocument/2006/relationships/theme" Target="../theme/theme2.xml"/><Relationship Id="rId18" Type="http://schemas.openxmlformats.org/officeDocument/2006/relationships/image" Target="../media/image1.png"/><Relationship Id="rId19" Type="http://schemas.openxmlformats.org/officeDocument/2006/relationships/image" Target="../media/image2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theme" Target="../theme/them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theme" Target="../theme/them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1.xml"/><Relationship Id="rId3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6.xml"/><Relationship Id="rId8" Type="http://schemas.openxmlformats.org/officeDocument/2006/relationships/slideLayout" Target="../slideLayouts/slideLayout27.xml"/><Relationship Id="rId9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3.xml"/><Relationship Id="rId15" Type="http://schemas.openxmlformats.org/officeDocument/2006/relationships/slideLayout" Target="../slideLayouts/slideLayout34.xml"/><Relationship Id="rId16" Type="http://schemas.openxmlformats.org/officeDocument/2006/relationships/slideLayout" Target="../slideLayouts/slideLayout35.xml"/><Relationship Id="rId17" Type="http://schemas.openxmlformats.org/officeDocument/2006/relationships/theme" Target="../theme/theme5.xml"/><Relationship Id="rId18" Type="http://schemas.openxmlformats.org/officeDocument/2006/relationships/image" Target="../media/image1.png"/><Relationship Id="rId19" Type="http://schemas.openxmlformats.org/officeDocument/2006/relationships/image" Target="../media/image2.png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49.xml"/><Relationship Id="rId15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51.xml"/><Relationship Id="rId17" Type="http://schemas.openxmlformats.org/officeDocument/2006/relationships/slideLayout" Target="../slideLayouts/slideLayout52.xml"/><Relationship Id="rId18" Type="http://schemas.openxmlformats.org/officeDocument/2006/relationships/slideLayout" Target="../slideLayouts/slideLayout53.xml"/><Relationship Id="rId19" Type="http://schemas.openxmlformats.org/officeDocument/2006/relationships/slideLayout" Target="../slideLayouts/slideLayout54.xml"/><Relationship Id="rId20" Type="http://schemas.openxmlformats.org/officeDocument/2006/relationships/slideLayout" Target="../slideLayouts/slideLayout55.xml"/><Relationship Id="rId21" Type="http://schemas.openxmlformats.org/officeDocument/2006/relationships/slideLayout" Target="../slideLayouts/slideLayout56.xml"/><Relationship Id="rId22" Type="http://schemas.openxmlformats.org/officeDocument/2006/relationships/slideLayout" Target="../slideLayouts/slideLayout57.xml"/><Relationship Id="rId23" Type="http://schemas.openxmlformats.org/officeDocument/2006/relationships/slideLayout" Target="../slideLayouts/slideLayout58.xml"/><Relationship Id="rId24" Type="http://schemas.openxmlformats.org/officeDocument/2006/relationships/slideLayout" Target="../slideLayouts/slideLayout59.xml"/><Relationship Id="rId25" Type="http://schemas.openxmlformats.org/officeDocument/2006/relationships/slideLayout" Target="../slideLayouts/slideLayout60.xml"/><Relationship Id="rId26" Type="http://schemas.openxmlformats.org/officeDocument/2006/relationships/slideLayout" Target="../slideLayouts/slideLayout61.xml"/><Relationship Id="rId27" Type="http://schemas.openxmlformats.org/officeDocument/2006/relationships/slideLayout" Target="../slideLayouts/slideLayout62.xml"/><Relationship Id="rId28" Type="http://schemas.openxmlformats.org/officeDocument/2006/relationships/slideLayout" Target="../slideLayouts/slideLayout63.xml"/><Relationship Id="rId29" Type="http://schemas.openxmlformats.org/officeDocument/2006/relationships/slideLayout" Target="../slideLayouts/slideLayout64.xml"/><Relationship Id="rId30" Type="http://schemas.openxmlformats.org/officeDocument/2006/relationships/slideLayout" Target="../slideLayouts/slideLayout65.xml"/><Relationship Id="rId31" Type="http://schemas.openxmlformats.org/officeDocument/2006/relationships/slideLayout" Target="../slideLayouts/slideLayout66.xml"/><Relationship Id="rId32" Type="http://schemas.openxmlformats.org/officeDocument/2006/relationships/slideLayout" Target="../slideLayouts/slideLayout67.xml"/><Relationship Id="rId33" Type="http://schemas.openxmlformats.org/officeDocument/2006/relationships/slideLayout" Target="../slideLayouts/slideLayout68.xml"/><Relationship Id="rId34" Type="http://schemas.openxmlformats.org/officeDocument/2006/relationships/theme" Target="../theme/theme6.xml"/><Relationship Id="rId35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8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accent6"/>
          </a:solidFill>
          <a:ln w="9525" cap="flat" cmpd="sng">
            <a:solidFill>
              <a:srgbClr val="76777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1;p28"/>
          <p:cNvPicPr preferRelativeResize="0"/>
          <p:nvPr/>
        </p:nvPicPr>
        <p:blipFill rotWithShape="1">
          <a:blip r:embed="rId3">
            <a:alphaModFix/>
          </a:blip>
          <a:srcRect l="8810" t="6952" r="8809"/>
          <a:stretch/>
        </p:blipFill>
        <p:spPr>
          <a:xfrm>
            <a:off x="0" y="-1"/>
            <a:ext cx="9144000" cy="3458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28" descr="/CLIENTI***/exprivia/exprivia 30 strumenti/Esecutivi coordinata/Presentazione_ppt/Marchio_Exprivia_Bianco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59400" y="285750"/>
            <a:ext cx="2654300" cy="6483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8" descr="/CLIENTI***/exprivia/exprivia 30 strumenti/Esecutivi coordinata/Presentazione_ppt/PayOff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965575" y="1885950"/>
            <a:ext cx="3997325" cy="87645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005A77"/>
          </a:solidFill>
          <a:ln w="9525" cap="flat" cmpd="sng">
            <a:solidFill>
              <a:srgbClr val="76777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" name="Google Shape;21;p30"/>
          <p:cNvPicPr preferRelativeResize="0"/>
          <p:nvPr/>
        </p:nvPicPr>
        <p:blipFill rotWithShape="1">
          <a:blip r:embed="rId18">
            <a:alphaModFix/>
          </a:blip>
          <a:srcRect l="41321" t="44727" r="31561" b="4400"/>
          <a:stretch/>
        </p:blipFill>
        <p:spPr>
          <a:xfrm>
            <a:off x="0" y="0"/>
            <a:ext cx="9144000" cy="571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30" descr="/CLIENTI***/exprivia/exprivia 30 strumenti/Esecutivi coordinata/Presentazione_ppt/Marchio_Exprivia_Bianco.png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457200" y="5287448"/>
            <a:ext cx="953886" cy="23299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0"/>
          <p:cNvSpPr txBox="1">
            <a:spLocks noGrp="1"/>
          </p:cNvSpPr>
          <p:nvPr>
            <p:ph type="title"/>
          </p:nvPr>
        </p:nvSpPr>
        <p:spPr>
          <a:xfrm>
            <a:off x="457200" y="358775"/>
            <a:ext cx="8229600" cy="627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4" name="Google Shape;24;p30"/>
          <p:cNvSpPr txBox="1">
            <a:spLocks noGrp="1"/>
          </p:cNvSpPr>
          <p:nvPr>
            <p:ph type="sldNum" idx="12"/>
          </p:nvPr>
        </p:nvSpPr>
        <p:spPr>
          <a:xfrm>
            <a:off x="6553200" y="5297488"/>
            <a:ext cx="2133600" cy="303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  <p:sp>
        <p:nvSpPr>
          <p:cNvPr id="25" name="Google Shape;25;p30"/>
          <p:cNvSpPr txBox="1">
            <a:spLocks noGrp="1"/>
          </p:cNvSpPr>
          <p:nvPr>
            <p:ph type="body" idx="1"/>
          </p:nvPr>
        </p:nvSpPr>
        <p:spPr>
          <a:xfrm>
            <a:off x="457200" y="1150938"/>
            <a:ext cx="8229600" cy="37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Autofit/>
          </a:bodyPr>
          <a:lstStyle>
            <a:lvl1pPr marL="457200" marR="0" lvl="0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Arial"/>
              <a:buChar char="–"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Arial"/>
              <a:buChar char="»"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3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005A77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33"/>
          <p:cNvPicPr preferRelativeResize="0"/>
          <p:nvPr/>
        </p:nvPicPr>
        <p:blipFill rotWithShape="1">
          <a:blip r:embed="rId3">
            <a:alphaModFix/>
          </a:blip>
          <a:srcRect l="8810" t="6952" r="8809"/>
          <a:stretch/>
        </p:blipFill>
        <p:spPr>
          <a:xfrm>
            <a:off x="0" y="-1"/>
            <a:ext cx="9144000" cy="3458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33" descr="/CLIENTI***/exprivia/exprivia 30 strumenti/Esecutivi coordinata/Presentazione_ppt/Marchio_Exprivia_Bianco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59400" y="285750"/>
            <a:ext cx="2654300" cy="6483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33" descr="/CLIENTI***/exprivia/exprivia 30 strumenti/Esecutivi coordinata/Presentazione_ppt/PayOff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965575" y="1885950"/>
            <a:ext cx="3997325" cy="87645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8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9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005A77"/>
          </a:solidFill>
          <a:ln w="9525" cap="flat" cmpd="sng">
            <a:solidFill>
              <a:srgbClr val="76777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p49"/>
          <p:cNvPicPr preferRelativeResize="0"/>
          <p:nvPr/>
        </p:nvPicPr>
        <p:blipFill rotWithShape="1">
          <a:blip r:embed="rId3">
            <a:alphaModFix/>
          </a:blip>
          <a:srcRect l="8810" r="8809"/>
          <a:stretch/>
        </p:blipFill>
        <p:spPr>
          <a:xfrm>
            <a:off x="0" y="607408"/>
            <a:ext cx="9144000" cy="37174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49" descr="/CLIENTI***/exprivia/exprivia 30 strumenti/Esecutivi coordinata/Presentazione_ppt/Marchio_Exprivia_Bianco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59400" y="751341"/>
            <a:ext cx="2654300" cy="6483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49" descr="/CLIENTI***/exprivia/exprivia 30 strumenti/Esecutivi coordinata/Presentazione_ppt/PayOff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965575" y="2751847"/>
            <a:ext cx="3997325" cy="87645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70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1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005A77"/>
          </a:solidFill>
          <a:ln w="9525" cap="flat" cmpd="sng">
            <a:solidFill>
              <a:srgbClr val="76777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15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6" name="Google Shape;116;p51"/>
          <p:cNvPicPr preferRelativeResize="0"/>
          <p:nvPr/>
        </p:nvPicPr>
        <p:blipFill rotWithShape="1">
          <a:blip r:embed="rId18">
            <a:alphaModFix/>
          </a:blip>
          <a:srcRect l="41321" t="44727" r="31561" b="4400"/>
          <a:stretch/>
        </p:blipFill>
        <p:spPr>
          <a:xfrm>
            <a:off x="0" y="0"/>
            <a:ext cx="9144000" cy="571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51" descr="/CLIENTI***/exprivia/exprivia 30 strumenti/Esecutivi coordinata/Presentazione_ppt/Marchio_Exprivia_Bianco.png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457200" y="5287448"/>
            <a:ext cx="953886" cy="232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51"/>
          <p:cNvSpPr txBox="1">
            <a:spLocks noGrp="1"/>
          </p:cNvSpPr>
          <p:nvPr>
            <p:ph type="title"/>
          </p:nvPr>
        </p:nvSpPr>
        <p:spPr>
          <a:xfrm>
            <a:off x="457200" y="358776"/>
            <a:ext cx="8229600" cy="627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520"/>
              <a:buFont typeface="Arial"/>
              <a:buNone/>
              <a:defRPr sz="2520" b="1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9" name="Google Shape;119;p51"/>
          <p:cNvSpPr txBox="1">
            <a:spLocks noGrp="1"/>
          </p:cNvSpPr>
          <p:nvPr>
            <p:ph type="sldNum" idx="12"/>
          </p:nvPr>
        </p:nvSpPr>
        <p:spPr>
          <a:xfrm>
            <a:off x="6553200" y="5297488"/>
            <a:ext cx="2133600" cy="303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810" b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  <p:sp>
        <p:nvSpPr>
          <p:cNvPr id="120" name="Google Shape;120;p51"/>
          <p:cNvSpPr txBox="1">
            <a:spLocks noGrp="1"/>
          </p:cNvSpPr>
          <p:nvPr>
            <p:ph type="body" idx="1"/>
          </p:nvPr>
        </p:nvSpPr>
        <p:spPr>
          <a:xfrm>
            <a:off x="457200" y="1150938"/>
            <a:ext cx="8229600" cy="3724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Autofit/>
          </a:bodyPr>
          <a:lstStyle>
            <a:lvl1pPr marL="457200" marR="0" lvl="0" indent="-320040" algn="l" rtl="0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accent6"/>
              </a:buClr>
              <a:buSzPts val="1440"/>
              <a:buFont typeface="Arial"/>
              <a:buChar char="•"/>
              <a:defRPr sz="144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8610" algn="l" rtl="0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Clr>
                <a:schemeClr val="accent6"/>
              </a:buClr>
              <a:buSzPts val="1260"/>
              <a:buFont typeface="Arial"/>
              <a:buChar char="–"/>
              <a:defRPr sz="126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8610" algn="l" rtl="0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Clr>
                <a:schemeClr val="accent6"/>
              </a:buClr>
              <a:buSzPts val="1260"/>
              <a:buFont typeface="Arial"/>
              <a:buChar char="•"/>
              <a:defRPr sz="126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7180" algn="l" rtl="0">
              <a:lnSpc>
                <a:spcPct val="100000"/>
              </a:lnSpc>
              <a:spcBef>
                <a:spcPts val="216"/>
              </a:spcBef>
              <a:spcAft>
                <a:spcPts val="0"/>
              </a:spcAft>
              <a:buClr>
                <a:schemeClr val="accent6"/>
              </a:buClr>
              <a:buSzPts val="1080"/>
              <a:buFont typeface="Arial"/>
              <a:buChar char="–"/>
              <a:defRPr sz="108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7179" algn="l" rtl="0">
              <a:lnSpc>
                <a:spcPct val="100000"/>
              </a:lnSpc>
              <a:spcBef>
                <a:spcPts val="216"/>
              </a:spcBef>
              <a:spcAft>
                <a:spcPts val="0"/>
              </a:spcAft>
              <a:buClr>
                <a:schemeClr val="accent6"/>
              </a:buClr>
              <a:buSzPts val="1080"/>
              <a:buFont typeface="Arial"/>
              <a:buChar char="»"/>
              <a:defRPr sz="108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  <p:sldLayoutId id="2147483687" r:id="rId1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D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8"/>
          <p:cNvSpPr/>
          <p:nvPr/>
        </p:nvSpPr>
        <p:spPr>
          <a:xfrm>
            <a:off x="-4535" y="1"/>
            <a:ext cx="9143403" cy="57974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7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5" name="Google Shape;195;p68"/>
          <p:cNvPicPr preferRelativeResize="0"/>
          <p:nvPr/>
        </p:nvPicPr>
        <p:blipFill rotWithShape="1">
          <a:blip r:embed="rId35">
            <a:alphaModFix amt="20000"/>
          </a:blip>
          <a:srcRect/>
          <a:stretch/>
        </p:blipFill>
        <p:spPr>
          <a:xfrm>
            <a:off x="-18211" y="53149"/>
            <a:ext cx="9143403" cy="5714339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03" r:id="rId15"/>
    <p:sldLayoutId id="2147483704" r:id="rId16"/>
    <p:sldLayoutId id="2147483705" r:id="rId17"/>
    <p:sldLayoutId id="2147483706" r:id="rId18"/>
    <p:sldLayoutId id="2147483707" r:id="rId19"/>
    <p:sldLayoutId id="2147483708" r:id="rId20"/>
    <p:sldLayoutId id="2147483709" r:id="rId21"/>
    <p:sldLayoutId id="2147483710" r:id="rId22"/>
    <p:sldLayoutId id="2147483711" r:id="rId23"/>
    <p:sldLayoutId id="2147483712" r:id="rId24"/>
    <p:sldLayoutId id="2147483713" r:id="rId25"/>
    <p:sldLayoutId id="2147483714" r:id="rId26"/>
    <p:sldLayoutId id="2147483715" r:id="rId27"/>
    <p:sldLayoutId id="2147483716" r:id="rId28"/>
    <p:sldLayoutId id="2147483717" r:id="rId29"/>
    <p:sldLayoutId id="2147483718" r:id="rId30"/>
    <p:sldLayoutId id="2147483719" r:id="rId31"/>
    <p:sldLayoutId id="2147483720" r:id="rId32"/>
    <p:sldLayoutId id="2147483721" r:id="rId3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1">
          <p15:clr>
            <a:srgbClr val="F26B43"/>
          </p15:clr>
        </p15:guide>
        <p15:guide id="2" pos="7681">
          <p15:clr>
            <a:srgbClr val="F26B43"/>
          </p15:clr>
        </p15:guide>
        <p15:guide id="3" pos="423">
          <p15:clr>
            <a:srgbClr val="F26B43"/>
          </p15:clr>
        </p15:guide>
        <p15:guide id="4" pos="14938">
          <p15:clr>
            <a:srgbClr val="F26B43"/>
          </p15:clr>
        </p15:guide>
        <p15:guide id="5" orient="horz" pos="442">
          <p15:clr>
            <a:srgbClr val="F26B43"/>
          </p15:clr>
        </p15:guide>
        <p15:guide id="6" orient="horz" pos="8289">
          <p15:clr>
            <a:srgbClr val="F26B43"/>
          </p15:clr>
        </p15:guide>
        <p15:guide id="7" pos="877">
          <p15:clr>
            <a:srgbClr val="F26B43"/>
          </p15:clr>
        </p15:guide>
        <p15:guide id="8" pos="14484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"/>
          <p:cNvSpPr txBox="1">
            <a:spLocks noGrp="1"/>
          </p:cNvSpPr>
          <p:nvPr>
            <p:ph type="title"/>
          </p:nvPr>
        </p:nvSpPr>
        <p:spPr>
          <a:xfrm>
            <a:off x="3393990" y="3543515"/>
            <a:ext cx="4937212" cy="7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E"/>
              </a:buClr>
              <a:buSzPts val="2000"/>
              <a:buFont typeface="Arial"/>
              <a:buNone/>
            </a:pPr>
            <a:r>
              <a:rPr lang="it-IT" dirty="0"/>
              <a:t>LangGraph: agenti AI con i grafi</a:t>
            </a:r>
            <a:endParaRPr dirty="0"/>
          </a:p>
        </p:txBody>
      </p:sp>
      <p:sp>
        <p:nvSpPr>
          <p:cNvPr id="357" name="Google Shape;357;p1"/>
          <p:cNvSpPr txBox="1">
            <a:spLocks noGrp="1"/>
          </p:cNvSpPr>
          <p:nvPr>
            <p:ph type="body" idx="1"/>
          </p:nvPr>
        </p:nvSpPr>
        <p:spPr>
          <a:xfrm>
            <a:off x="3984624" y="4788067"/>
            <a:ext cx="4346575" cy="5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E"/>
              </a:buClr>
              <a:buSzPts val="1400"/>
              <a:buNone/>
            </a:pPr>
            <a:endParaRPr dirty="0"/>
          </a:p>
          <a:p>
            <a:pPr marL="0" lvl="0" indent="0" algn="l" rtl="0">
              <a:spcBef>
                <a:spcPts val="280"/>
              </a:spcBef>
              <a:spcAft>
                <a:spcPts val="0"/>
              </a:spcAft>
              <a:buClr>
                <a:srgbClr val="FFFFFE"/>
              </a:buClr>
              <a:buSzPts val="1400"/>
              <a:buNone/>
            </a:pPr>
            <a:r>
              <a:rPr lang="it-IT" dirty="0"/>
              <a:t>Bari 2026 – Corso ITS</a:t>
            </a:r>
            <a:endParaRPr dirty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2893AAD3-6E5F-7786-CE50-5E7C4D0BAC49}"/>
              </a:ext>
            </a:extLst>
          </p:cNvPr>
          <p:cNvSpPr txBox="1"/>
          <p:nvPr/>
        </p:nvSpPr>
        <p:spPr>
          <a:xfrm>
            <a:off x="513806" y="5040985"/>
            <a:ext cx="22729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FFFFFF"/>
                </a:solidFill>
              </a:rPr>
              <a:t>Nicola Zecchillo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PROGRAMMA DEL CORSO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2</a:t>
            </a:fld>
          </a:p>
        </p:txBody>
      </p:sp>
      <p:sp>
        <p:nvSpPr>
          <p:cNvPr id="34" name="Rounded Rectangle 33"/>
          <p:cNvSpPr/>
          <p:nvPr/>
        </p:nvSpPr>
        <p:spPr>
          <a:xfrm>
            <a:off x="411480" y="1097280"/>
            <a:ext cx="2697480" cy="361188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21208" y="1170432"/>
            <a:ext cx="24780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400">
                <a:solidFill>
                  <a:srgbClr val="DF6426"/>
                </a:solidFill>
                <a:latin typeface="Arial"/>
              </a:rPr>
              <a:t>0. Concetti generali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1208" y="1554480"/>
            <a:ext cx="2478024" cy="3108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250">
                <a:solidFill>
                  <a:srgbClr val="003548"/>
                </a:solidFill>
                <a:latin typeface="Arial"/>
              </a:rPr>
              <a:t>LLM, messaggi e prompt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250">
                <a:solidFill>
                  <a:srgbClr val="003548"/>
                </a:solidFill>
                <a:latin typeface="Arial"/>
              </a:rPr>
              <a:t>Tool calling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250">
                <a:solidFill>
                  <a:srgbClr val="003548"/>
                </a:solidFill>
                <a:latin typeface="Arial"/>
              </a:rPr>
              <a:t>Workflow vs agenti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250">
                <a:solidFill>
                  <a:srgbClr val="003548"/>
                </a:solidFill>
                <a:latin typeface="Arial"/>
              </a:rPr>
              <a:t>Perché LangGraph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250">
                <a:solidFill>
                  <a:srgbClr val="003548"/>
                </a:solidFill>
                <a:latin typeface="Arial"/>
              </a:rPr>
              <a:t>Ecosistema LangChain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27832" y="1097280"/>
            <a:ext cx="2697480" cy="361188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3337560" y="1170432"/>
            <a:ext cx="24780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400">
                <a:solidFill>
                  <a:srgbClr val="DF6426"/>
                </a:solidFill>
                <a:latin typeface="Arial"/>
              </a:rPr>
              <a:t>1. Concetti core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37560" y="1554480"/>
            <a:ext cx="2478024" cy="3108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250">
                <a:solidFill>
                  <a:srgbClr val="003548"/>
                </a:solidFill>
                <a:latin typeface="Arial"/>
              </a:rPr>
              <a:t>State, Nodes, Edges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250">
                <a:solidFill>
                  <a:srgbClr val="003548"/>
                </a:solidFill>
                <a:latin typeface="Arial"/>
              </a:rPr>
              <a:t>Router e loop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250">
                <a:solidFill>
                  <a:srgbClr val="003548"/>
                </a:solidFill>
                <a:latin typeface="Arial"/>
              </a:rPr>
              <a:t>Reducer e MessagesState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250">
                <a:solidFill>
                  <a:srgbClr val="003548"/>
                </a:solidFill>
                <a:latin typeface="Arial"/>
              </a:rPr>
              <a:t>Chatbot e memoria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250">
                <a:solidFill>
                  <a:srgbClr val="003548"/>
                </a:solidFill>
                <a:latin typeface="Arial"/>
              </a:rPr>
              <a:t>Tools e agente ReAct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250">
                <a:solidFill>
                  <a:srgbClr val="003548"/>
                </a:solidFill>
                <a:latin typeface="Arial"/>
              </a:rPr>
              <a:t>Output strutturati e pattern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44184" y="1097280"/>
            <a:ext cx="2697480" cy="3611880"/>
          </a:xfrm>
          <a:prstGeom prst="roundRect">
            <a:avLst>
              <a:gd name="adj" fmla="val 8000"/>
            </a:avLst>
          </a:prstGeom>
          <a:solidFill>
            <a:srgbClr val="FCEEE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153912" y="1170432"/>
            <a:ext cx="24780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400">
                <a:solidFill>
                  <a:srgbClr val="DF6426"/>
                </a:solidFill>
                <a:latin typeface="Arial"/>
              </a:rPr>
              <a:t>2. Approfondimenti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53912" y="1554480"/>
            <a:ext cx="2478024" cy="3108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250">
                <a:solidFill>
                  <a:srgbClr val="003548"/>
                </a:solidFill>
                <a:latin typeface="Arial"/>
              </a:rPr>
              <a:t>Schemi, context, Command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250">
                <a:solidFill>
                  <a:srgbClr val="003548"/>
                </a:solidFill>
                <a:latin typeface="Arial"/>
              </a:rPr>
              <a:t>Send, subgraph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250">
                <a:solidFill>
                  <a:srgbClr val="003548"/>
                </a:solidFill>
                <a:latin typeface="Arial"/>
              </a:rPr>
              <a:t>Persistenza e time travel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250">
                <a:solidFill>
                  <a:srgbClr val="003548"/>
                </a:solidFill>
                <a:latin typeface="Arial"/>
              </a:rPr>
              <a:t>Human-in-the-loop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250">
                <a:solidFill>
                  <a:srgbClr val="003548"/>
                </a:solidFill>
                <a:latin typeface="Arial"/>
              </a:rPr>
              <a:t>Memoria a lungo termine, streaming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250">
                <a:solidFill>
                  <a:srgbClr val="003548"/>
                </a:solidFill>
                <a:latin typeface="Arial"/>
              </a:rPr>
              <a:t>Multi-agente, RAG agentico, SQL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250">
                <a:solidFill>
                  <a:srgbClr val="003548"/>
                </a:solidFill>
                <a:latin typeface="Arial"/>
              </a:rPr>
              <a:t>Affidabilità e test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" y="4754880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100">
                <a:solidFill>
                  <a:srgbClr val="005A77"/>
                </a:solidFill>
                <a:latin typeface="Arial"/>
              </a:rPr>
              <a:t>Il percorso </a:t>
            </a:r>
            <a:r>
              <a:rPr b="1" sz="1100">
                <a:solidFill>
                  <a:srgbClr val="005A77"/>
                </a:solidFill>
                <a:latin typeface="Arial"/>
              </a:rPr>
              <a:t>0 → 1</a:t>
            </a:r>
            <a:r>
              <a:rPr b="0" sz="1100">
                <a:solidFill>
                  <a:srgbClr val="005A77"/>
                </a:solidFill>
                <a:latin typeface="Arial"/>
              </a:rPr>
              <a:t> è pensato per chi parte da zero; la parte </a:t>
            </a:r>
            <a:r>
              <a:rPr b="1" sz="1100">
                <a:solidFill>
                  <a:srgbClr val="005A77"/>
                </a:solidFill>
                <a:latin typeface="Arial"/>
              </a:rPr>
              <a:t>2</a:t>
            </a:r>
            <a:r>
              <a:rPr b="0" sz="1100">
                <a:solidFill>
                  <a:srgbClr val="005A77"/>
                </a:solidFill>
                <a:latin typeface="Arial"/>
              </a:rPr>
              <a:t> per chi ha già basi di orchestrazione di agenti.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NECESSARIO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3</a:t>
            </a:fld>
          </a:p>
        </p:txBody>
      </p:sp>
      <p:sp>
        <p:nvSpPr>
          <p:cNvPr id="34" name="Oval 33"/>
          <p:cNvSpPr/>
          <p:nvPr/>
        </p:nvSpPr>
        <p:spPr>
          <a:xfrm>
            <a:off x="548640" y="1143000"/>
            <a:ext cx="457200" cy="457200"/>
          </a:xfrm>
          <a:prstGeom prst="ellipse">
            <a:avLst/>
          </a:prstGeom>
          <a:solidFill>
            <a:srgbClr val="005A77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1" sz="140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88720" y="1097280"/>
            <a:ext cx="71323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500">
                <a:solidFill>
                  <a:srgbClr val="003548"/>
                </a:solidFill>
                <a:latin typeface="Arial"/>
              </a:rPr>
              <a:t>Python 3.10 – 3.13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88720" y="1399032"/>
            <a:ext cx="71323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200">
                <a:solidFill>
                  <a:srgbClr val="005A77"/>
                </a:solidFill>
                <a:latin typeface="Arial"/>
              </a:rPr>
              <a:t>con venv dedicato al corso</a:t>
            </a:r>
          </a:p>
        </p:txBody>
      </p:sp>
      <p:sp>
        <p:nvSpPr>
          <p:cNvPr id="37" name="Oval 36"/>
          <p:cNvSpPr/>
          <p:nvPr/>
        </p:nvSpPr>
        <p:spPr>
          <a:xfrm>
            <a:off x="548640" y="1856231"/>
            <a:ext cx="457200" cy="457200"/>
          </a:xfrm>
          <a:prstGeom prst="ellipse">
            <a:avLst/>
          </a:prstGeom>
          <a:solidFill>
            <a:srgbClr val="DF6426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1" sz="140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88720" y="1810512"/>
            <a:ext cx="71323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500">
                <a:solidFill>
                  <a:srgbClr val="003548"/>
                </a:solidFill>
                <a:latin typeface="Arial"/>
              </a:rPr>
              <a:t>Ollama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88720" y="2112264"/>
            <a:ext cx="71323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200">
                <a:solidFill>
                  <a:srgbClr val="005A77"/>
                </a:solidFill>
                <a:latin typeface="Arial"/>
              </a:rPr>
              <a:t>ollama.com/download – server LLM locale su localhost:11434</a:t>
            </a:r>
          </a:p>
        </p:txBody>
      </p:sp>
      <p:sp>
        <p:nvSpPr>
          <p:cNvPr id="40" name="Oval 39"/>
          <p:cNvSpPr/>
          <p:nvPr/>
        </p:nvSpPr>
        <p:spPr>
          <a:xfrm>
            <a:off x="548640" y="2569463"/>
            <a:ext cx="457200" cy="457200"/>
          </a:xfrm>
          <a:prstGeom prst="ellipse">
            <a:avLst/>
          </a:prstGeom>
          <a:solidFill>
            <a:srgbClr val="DF6426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1" sz="140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88720" y="2523744"/>
            <a:ext cx="71323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500">
                <a:solidFill>
                  <a:srgbClr val="003548"/>
                </a:solidFill>
                <a:latin typeface="Arial"/>
              </a:rPr>
              <a:t>Un modello chat locale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88720" y="2825496"/>
            <a:ext cx="71323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200">
                <a:solidFill>
                  <a:srgbClr val="005A77"/>
                </a:solidFill>
                <a:latin typeface="Arial"/>
              </a:rPr>
              <a:t>dalla libreria Ollama, con tag </a:t>
            </a:r>
            <a:r>
              <a:rPr b="1" sz="1200">
                <a:solidFill>
                  <a:srgbClr val="005A77"/>
                </a:solidFill>
                <a:latin typeface="Arial"/>
              </a:rPr>
              <a:t>tools</a:t>
            </a:r>
            <a:r>
              <a:rPr b="0" sz="1200">
                <a:solidFill>
                  <a:srgbClr val="005A77"/>
                </a:solidFill>
                <a:latin typeface="Arial"/>
              </a:rPr>
              <a:t> (supporto tool calling)</a:t>
            </a:r>
          </a:p>
        </p:txBody>
      </p:sp>
      <p:sp>
        <p:nvSpPr>
          <p:cNvPr id="43" name="Oval 42"/>
          <p:cNvSpPr/>
          <p:nvPr/>
        </p:nvSpPr>
        <p:spPr>
          <a:xfrm>
            <a:off x="548640" y="3282696"/>
            <a:ext cx="457200" cy="457200"/>
          </a:xfrm>
          <a:prstGeom prst="ellipse">
            <a:avLst/>
          </a:prstGeom>
          <a:solidFill>
            <a:srgbClr val="005A77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1" sz="140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88720" y="3236976"/>
            <a:ext cx="71323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500">
                <a:solidFill>
                  <a:srgbClr val="003548"/>
                </a:solidFill>
                <a:latin typeface="Arial"/>
              </a:rPr>
              <a:t>Un modello di embedding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88720" y="3538728"/>
            <a:ext cx="71323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200">
                <a:solidFill>
                  <a:srgbClr val="005A77"/>
                </a:solidFill>
                <a:latin typeface="Arial"/>
              </a:rPr>
              <a:t>solo per la parte RAG (tag </a:t>
            </a:r>
            <a:r>
              <a:rPr b="1" sz="1200">
                <a:solidFill>
                  <a:srgbClr val="005A77"/>
                </a:solidFill>
                <a:latin typeface="Arial"/>
              </a:rPr>
              <a:t>embedding</a:t>
            </a:r>
            <a:r>
              <a:rPr b="0" sz="1200">
                <a:solidFill>
                  <a:srgbClr val="005A77"/>
                </a:solidFill>
                <a:latin typeface="Arial"/>
              </a:rPr>
              <a:t>)</a:t>
            </a:r>
          </a:p>
        </p:txBody>
      </p:sp>
      <p:sp>
        <p:nvSpPr>
          <p:cNvPr id="46" name="Oval 45"/>
          <p:cNvSpPr/>
          <p:nvPr/>
        </p:nvSpPr>
        <p:spPr>
          <a:xfrm>
            <a:off x="548640" y="3995928"/>
            <a:ext cx="457200" cy="457200"/>
          </a:xfrm>
          <a:prstGeom prst="ellipse">
            <a:avLst/>
          </a:prstGeom>
          <a:solidFill>
            <a:srgbClr val="005A77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1" sz="140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88720" y="3950208"/>
            <a:ext cx="71323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500">
                <a:solidFill>
                  <a:srgbClr val="003548"/>
                </a:solidFill>
                <a:latin typeface="Arial"/>
              </a:rPr>
              <a:t>Editor + Jupyter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88720" y="4251960"/>
            <a:ext cx="71323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200">
                <a:solidFill>
                  <a:srgbClr val="005A77"/>
                </a:solidFill>
                <a:latin typeface="Arial"/>
              </a:rPr>
              <a:t>VS Code con estensioni Python e Jupyter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INSTALLAZIONE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4</a:t>
            </a:fld>
          </a:p>
        </p:txBody>
      </p:sp>
      <p:sp>
        <p:nvSpPr>
          <p:cNvPr id="34" name="Rounded Rectangle 33"/>
          <p:cNvSpPr/>
          <p:nvPr/>
        </p:nvSpPr>
        <p:spPr>
          <a:xfrm>
            <a:off x="457200" y="1051560"/>
            <a:ext cx="4754880" cy="1666367"/>
          </a:xfrm>
          <a:prstGeom prst="roundRect">
            <a:avLst>
              <a:gd name="adj" fmla="val 4000"/>
            </a:avLst>
          </a:prstGeom>
          <a:solidFill>
            <a:srgbClr val="0B2B38"/>
          </a:solidFill>
          <a:ln>
            <a:noFill/>
          </a:ln>
        </p:spPr>
        <p:txBody>
          <a:bodyPr rtlCol="0" anchor="t" wrap="square" lIns="128016" rIns="128016" tIns="91440" bIns="54864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>
                <a:solidFill>
                  <a:srgbClr val="E8EEF1"/>
                </a:solidFill>
                <a:latin typeface="Courier New"/>
              </a:rPr>
              <a:t>python</a:t>
            </a:r>
            <a:r>
              <a:rPr sz="850">
                <a:solidFill>
                  <a:srgbClr val="E8EEF1"/>
                </a:solidFill>
                <a:latin typeface="Courier New"/>
              </a:rPr>
              <a:t> </a:t>
            </a:r>
            <a:r>
              <a:rPr sz="850">
                <a:solidFill>
                  <a:srgbClr val="E8EEF1"/>
                </a:solidFill>
                <a:latin typeface="Courier New"/>
              </a:rPr>
              <a:t>-m</a:t>
            </a:r>
            <a:r>
              <a:rPr sz="850">
                <a:solidFill>
                  <a:srgbClr val="E8EEF1"/>
                </a:solidFill>
                <a:latin typeface="Courier New"/>
              </a:rPr>
              <a:t> </a:t>
            </a:r>
            <a:r>
              <a:rPr sz="850">
                <a:solidFill>
                  <a:srgbClr val="E8EEF1"/>
                </a:solidFill>
                <a:latin typeface="Courier New"/>
              </a:rPr>
              <a:t>venv</a:t>
            </a:r>
            <a:r>
              <a:rPr sz="850">
                <a:solidFill>
                  <a:srgbClr val="E8EEF1"/>
                </a:solidFill>
                <a:latin typeface="Courier New"/>
              </a:rPr>
              <a:t> </a:t>
            </a:r>
            <a:r>
              <a:rPr sz="850">
                <a:solidFill>
                  <a:srgbClr val="E8EEF1"/>
                </a:solidFill>
                <a:latin typeface="Courier New"/>
              </a:rPr>
              <a:t>.venv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>
                <a:solidFill>
                  <a:srgbClr val="E8EEF1"/>
                </a:solidFill>
                <a:latin typeface="Courier New"/>
              </a:rPr>
              <a:t>.venv</a:t>
            </a:r>
            <a:r>
              <a:rPr sz="850">
                <a:solidFill>
                  <a:srgbClr val="B5D98B"/>
                </a:solidFill>
                <a:latin typeface="Courier New"/>
              </a:rPr>
              <a:t>\S</a:t>
            </a:r>
            <a:r>
              <a:rPr sz="850">
                <a:solidFill>
                  <a:srgbClr val="E8EEF1"/>
                </a:solidFill>
                <a:latin typeface="Courier New"/>
              </a:rPr>
              <a:t>cripts</a:t>
            </a:r>
            <a:r>
              <a:rPr sz="850">
                <a:solidFill>
                  <a:srgbClr val="B5D98B"/>
                </a:solidFill>
                <a:latin typeface="Courier New"/>
              </a:rPr>
              <a:t>\a</a:t>
            </a:r>
            <a:r>
              <a:rPr sz="850">
                <a:solidFill>
                  <a:srgbClr val="E8EEF1"/>
                </a:solidFill>
                <a:latin typeface="Courier New"/>
              </a:rPr>
              <a:t>ctivate</a:t>
            </a:r>
            <a:r>
              <a:rPr sz="850">
                <a:solidFill>
                  <a:srgbClr val="E8EEF1"/>
                </a:solidFill>
                <a:latin typeface="Courier New"/>
              </a:rPr>
              <a:t>          </a:t>
            </a:r>
            <a:r>
              <a:rPr sz="850">
                <a:solidFill>
                  <a:srgbClr val="8AA4B0"/>
                </a:solidFill>
                <a:latin typeface="Courier New"/>
              </a:rPr>
              <a:t># Linux/Mac: source .venv/bin/activate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>
                <a:solidFill>
                  <a:srgbClr val="E8EEF1"/>
                </a:solidFill>
                <a:latin typeface="Courier New"/>
              </a:rPr>
              <a:t>pip</a:t>
            </a:r>
            <a:r>
              <a:rPr sz="850">
                <a:solidFill>
                  <a:srgbClr val="E8EEF1"/>
                </a:solidFill>
                <a:latin typeface="Courier New"/>
              </a:rPr>
              <a:t> </a:t>
            </a:r>
            <a:r>
              <a:rPr sz="850">
                <a:solidFill>
                  <a:srgbClr val="E8EEF1"/>
                </a:solidFill>
                <a:latin typeface="Courier New"/>
              </a:rPr>
              <a:t>install</a:t>
            </a:r>
            <a:r>
              <a:rPr sz="850">
                <a:solidFill>
                  <a:srgbClr val="E8EEF1"/>
                </a:solidFill>
                <a:latin typeface="Courier New"/>
              </a:rPr>
              <a:t> </a:t>
            </a:r>
            <a:r>
              <a:rPr sz="850">
                <a:solidFill>
                  <a:srgbClr val="E8EEF1"/>
                </a:solidFill>
                <a:latin typeface="Courier New"/>
              </a:rPr>
              <a:t>-U</a:t>
            </a:r>
            <a:r>
              <a:rPr sz="850">
                <a:solidFill>
                  <a:srgbClr val="E8EEF1"/>
                </a:solidFill>
                <a:latin typeface="Courier New"/>
              </a:rPr>
              <a:t> </a:t>
            </a:r>
            <a:r>
              <a:rPr sz="850">
                <a:solidFill>
                  <a:srgbClr val="E8EEF1"/>
                </a:solidFill>
                <a:latin typeface="Courier New"/>
              </a:rPr>
              <a:t>langgraph</a:t>
            </a:r>
            <a:r>
              <a:rPr sz="850">
                <a:solidFill>
                  <a:srgbClr val="E8EEF1"/>
                </a:solidFill>
                <a:latin typeface="Courier New"/>
              </a:rPr>
              <a:t> </a:t>
            </a:r>
            <a:r>
              <a:rPr sz="850">
                <a:solidFill>
                  <a:srgbClr val="E8EEF1"/>
                </a:solidFill>
                <a:latin typeface="Courier New"/>
              </a:rPr>
              <a:t>langchain</a:t>
            </a:r>
            <a:r>
              <a:rPr sz="850">
                <a:solidFill>
                  <a:srgbClr val="E8EEF1"/>
                </a:solidFill>
                <a:latin typeface="Courier New"/>
              </a:rPr>
              <a:t> </a:t>
            </a:r>
            <a:r>
              <a:rPr sz="850">
                <a:solidFill>
                  <a:srgbClr val="E8EEF1"/>
                </a:solidFill>
                <a:latin typeface="Courier New"/>
              </a:rPr>
              <a:t>langchain-ollama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>
                <a:solidFill>
                  <a:srgbClr val="8AA4B0"/>
                </a:solidFill>
                <a:latin typeface="Courier New"/>
              </a:rPr>
              <a:t># per gli approfondimenti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>
                <a:solidFill>
                  <a:srgbClr val="E8EEF1"/>
                </a:solidFill>
                <a:latin typeface="Courier New"/>
              </a:rPr>
              <a:t>pip</a:t>
            </a:r>
            <a:r>
              <a:rPr sz="850">
                <a:solidFill>
                  <a:srgbClr val="E8EEF1"/>
                </a:solidFill>
                <a:latin typeface="Courier New"/>
              </a:rPr>
              <a:t> </a:t>
            </a:r>
            <a:r>
              <a:rPr sz="850">
                <a:solidFill>
                  <a:srgbClr val="E8EEF1"/>
                </a:solidFill>
                <a:latin typeface="Courier New"/>
              </a:rPr>
              <a:t>install</a:t>
            </a:r>
            <a:r>
              <a:rPr sz="850">
                <a:solidFill>
                  <a:srgbClr val="E8EEF1"/>
                </a:solidFill>
                <a:latin typeface="Courier New"/>
              </a:rPr>
              <a:t> </a:t>
            </a:r>
            <a:r>
              <a:rPr sz="850">
                <a:solidFill>
                  <a:srgbClr val="E8EEF1"/>
                </a:solidFill>
                <a:latin typeface="Courier New"/>
              </a:rPr>
              <a:t>-U</a:t>
            </a:r>
            <a:r>
              <a:rPr sz="850">
                <a:solidFill>
                  <a:srgbClr val="E8EEF1"/>
                </a:solidFill>
                <a:latin typeface="Courier New"/>
              </a:rPr>
              <a:t> </a:t>
            </a:r>
            <a:r>
              <a:rPr sz="850">
                <a:solidFill>
                  <a:srgbClr val="E8EEF1"/>
                </a:solidFill>
                <a:latin typeface="Courier New"/>
              </a:rPr>
              <a:t>langgraph-checkpoint-sqlite</a:t>
            </a:r>
            <a:r>
              <a:rPr sz="850">
                <a:solidFill>
                  <a:srgbClr val="E8EEF1"/>
                </a:solidFill>
                <a:latin typeface="Courier New"/>
              </a:rPr>
              <a:t> </a:t>
            </a:r>
            <a:r>
              <a:rPr sz="850">
                <a:solidFill>
                  <a:srgbClr val="E8EEF1"/>
                </a:solidFill>
                <a:latin typeface="Courier New"/>
              </a:rPr>
              <a:t>langchain-chroma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>
                <a:solidFill>
                  <a:srgbClr val="E8EEF1"/>
                </a:solidFill>
                <a:latin typeface="Courier New"/>
              </a:rPr>
              <a:t>pip</a:t>
            </a:r>
            <a:r>
              <a:rPr sz="850">
                <a:solidFill>
                  <a:srgbClr val="E8EEF1"/>
                </a:solidFill>
                <a:latin typeface="Courier New"/>
              </a:rPr>
              <a:t> </a:t>
            </a:r>
            <a:r>
              <a:rPr sz="850">
                <a:solidFill>
                  <a:srgbClr val="E8EEF1"/>
                </a:solidFill>
                <a:latin typeface="Courier New"/>
              </a:rPr>
              <a:t>install</a:t>
            </a:r>
            <a:r>
              <a:rPr sz="850">
                <a:solidFill>
                  <a:srgbClr val="E8EEF1"/>
                </a:solidFill>
                <a:latin typeface="Courier New"/>
              </a:rPr>
              <a:t> </a:t>
            </a:r>
            <a:r>
              <a:rPr sz="850">
                <a:solidFill>
                  <a:srgbClr val="E8EEF1"/>
                </a:solidFill>
                <a:latin typeface="Courier New"/>
              </a:rPr>
              <a:t>-U</a:t>
            </a:r>
            <a:r>
              <a:rPr sz="850">
                <a:solidFill>
                  <a:srgbClr val="E8EEF1"/>
                </a:solidFill>
                <a:latin typeface="Courier New"/>
              </a:rPr>
              <a:t> </a:t>
            </a:r>
            <a:r>
              <a:rPr sz="850">
                <a:solidFill>
                  <a:srgbClr val="E8EEF1"/>
                </a:solidFill>
                <a:latin typeface="Courier New"/>
              </a:rPr>
              <a:t>langchain-text-splitters</a:t>
            </a:r>
            <a:r>
              <a:rPr sz="850">
                <a:solidFill>
                  <a:srgbClr val="E8EEF1"/>
                </a:solidFill>
                <a:latin typeface="Courier New"/>
              </a:rPr>
              <a:t> </a:t>
            </a:r>
            <a:r>
              <a:rPr sz="850">
                <a:solidFill>
                  <a:srgbClr val="E8EEF1"/>
                </a:solidFill>
                <a:latin typeface="Courier New"/>
              </a:rPr>
              <a:t>pypdf</a:t>
            </a:r>
            <a:r>
              <a:rPr sz="850">
                <a:solidFill>
                  <a:srgbClr val="E8EEF1"/>
                </a:solidFill>
                <a:latin typeface="Courier New"/>
              </a:rPr>
              <a:t> </a:t>
            </a:r>
            <a:r>
              <a:rPr sz="850">
                <a:solidFill>
                  <a:srgbClr val="E8EEF1"/>
                </a:solidFill>
                <a:latin typeface="Courier New"/>
              </a:rPr>
              <a:t>grandalf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>
                <a:solidFill>
                  <a:srgbClr val="E8EEF1"/>
                </a:solidFill>
                <a:latin typeface="Courier New"/>
              </a:rPr>
              <a:t>ollama</a:t>
            </a:r>
            <a:r>
              <a:rPr sz="850">
                <a:solidFill>
                  <a:srgbClr val="E8EEF1"/>
                </a:solidFill>
                <a:latin typeface="Courier New"/>
              </a:rPr>
              <a:t> </a:t>
            </a:r>
            <a:r>
              <a:rPr sz="850">
                <a:solidFill>
                  <a:srgbClr val="E8EEF1"/>
                </a:solidFill>
                <a:latin typeface="Courier New"/>
              </a:rPr>
              <a:t>pull</a:t>
            </a:r>
            <a:r>
              <a:rPr sz="850">
                <a:solidFill>
                  <a:srgbClr val="E8EEF1"/>
                </a:solidFill>
                <a:latin typeface="Courier New"/>
              </a:rPr>
              <a:t> </a:t>
            </a:r>
            <a:r>
              <a:rPr sz="850">
                <a:solidFill>
                  <a:srgbClr val="E8EEF1"/>
                </a:solidFill>
                <a:latin typeface="Courier New"/>
              </a:rPr>
              <a:t>&lt;</a:t>
            </a:r>
            <a:r>
              <a:rPr sz="850">
                <a:solidFill>
                  <a:srgbClr val="E8EEF1"/>
                </a:solidFill>
                <a:latin typeface="Courier New"/>
              </a:rPr>
              <a:t>modello-chat&gt;</a:t>
            </a:r>
            <a:r>
              <a:rPr sz="850">
                <a:solidFill>
                  <a:srgbClr val="E8EEF1"/>
                </a:solidFill>
                <a:latin typeface="Courier New"/>
              </a:rPr>
              <a:t>        </a:t>
            </a:r>
            <a:r>
              <a:rPr sz="850">
                <a:solidFill>
                  <a:srgbClr val="8AA4B0"/>
                </a:solidFill>
                <a:latin typeface="Courier New"/>
              </a:rPr>
              <a:t># tag "tools"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>
                <a:solidFill>
                  <a:srgbClr val="E8EEF1"/>
                </a:solidFill>
                <a:latin typeface="Courier New"/>
              </a:rPr>
              <a:t>ollama</a:t>
            </a:r>
            <a:r>
              <a:rPr sz="850">
                <a:solidFill>
                  <a:srgbClr val="E8EEF1"/>
                </a:solidFill>
                <a:latin typeface="Courier New"/>
              </a:rPr>
              <a:t> </a:t>
            </a:r>
            <a:r>
              <a:rPr sz="850">
                <a:solidFill>
                  <a:srgbClr val="E8EEF1"/>
                </a:solidFill>
                <a:latin typeface="Courier New"/>
              </a:rPr>
              <a:t>pull</a:t>
            </a:r>
            <a:r>
              <a:rPr sz="850">
                <a:solidFill>
                  <a:srgbClr val="E8EEF1"/>
                </a:solidFill>
                <a:latin typeface="Courier New"/>
              </a:rPr>
              <a:t> </a:t>
            </a:r>
            <a:r>
              <a:rPr sz="850">
                <a:solidFill>
                  <a:srgbClr val="E8EEF1"/>
                </a:solidFill>
                <a:latin typeface="Courier New"/>
              </a:rPr>
              <a:t>&lt;</a:t>
            </a:r>
            <a:r>
              <a:rPr sz="850">
                <a:solidFill>
                  <a:srgbClr val="E8EEF1"/>
                </a:solidFill>
                <a:latin typeface="Courier New"/>
              </a:rPr>
              <a:t>modello-embedding&gt;</a:t>
            </a:r>
            <a:r>
              <a:rPr sz="850">
                <a:solidFill>
                  <a:srgbClr val="E8EEF1"/>
                </a:solidFill>
                <a:latin typeface="Courier New"/>
              </a:rPr>
              <a:t>   </a:t>
            </a:r>
            <a:r>
              <a:rPr sz="850">
                <a:solidFill>
                  <a:srgbClr val="8AA4B0"/>
                </a:solidFill>
                <a:latin typeface="Courier New"/>
              </a:rPr>
              <a:t># tag "embedding"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>
                <a:solidFill>
                  <a:srgbClr val="E8EEF1"/>
                </a:solidFill>
                <a:latin typeface="Courier New"/>
              </a:rPr>
              <a:t>ollama</a:t>
            </a:r>
            <a:r>
              <a:rPr sz="850">
                <a:solidFill>
                  <a:srgbClr val="E8EEF1"/>
                </a:solidFill>
                <a:latin typeface="Courier New"/>
              </a:rPr>
              <a:t> </a:t>
            </a:r>
            <a:r>
              <a:rPr sz="850">
                <a:solidFill>
                  <a:srgbClr val="E8EEF1"/>
                </a:solidFill>
                <a:latin typeface="Courier New"/>
              </a:rPr>
              <a:t>list</a:t>
            </a:r>
            <a:r>
              <a:rPr sz="850">
                <a:solidFill>
                  <a:srgbClr val="E8EEF1"/>
                </a:solidFill>
                <a:latin typeface="Courier New"/>
              </a:rPr>
              <a:t>                       </a:t>
            </a:r>
            <a:r>
              <a:rPr sz="850">
                <a:solidFill>
                  <a:srgbClr val="8AA4B0"/>
                </a:solidFill>
                <a:latin typeface="Courier New"/>
              </a:rPr>
              <a:t># modelli scaricati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40680" y="1051560"/>
            <a:ext cx="3291840" cy="214884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5550408" y="1124712"/>
            <a:ext cx="307238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400">
                <a:solidFill>
                  <a:srgbClr val="DF6426"/>
                </a:solidFill>
                <a:latin typeface="Arial"/>
              </a:rPr>
              <a:t>Versioni di riferimento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50408" y="1508760"/>
            <a:ext cx="3072384" cy="1645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1" sz="1200">
                <a:solidFill>
                  <a:srgbClr val="DF6426"/>
                </a:solidFill>
                <a:latin typeface="Courier New"/>
              </a:rPr>
              <a:t>langgraph</a:t>
            </a:r>
            <a:r>
              <a:rPr b="0" sz="1200">
                <a:solidFill>
                  <a:srgbClr val="003548"/>
                </a:solidFill>
                <a:latin typeface="Arial"/>
              </a:rPr>
              <a:t> 1.2.x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1" sz="1200">
                <a:solidFill>
                  <a:srgbClr val="DF6426"/>
                </a:solidFill>
                <a:latin typeface="Courier New"/>
              </a:rPr>
              <a:t>langchain</a:t>
            </a:r>
            <a:r>
              <a:rPr b="0" sz="1200">
                <a:solidFill>
                  <a:srgbClr val="003548"/>
                </a:solidFill>
                <a:latin typeface="Arial"/>
              </a:rPr>
              <a:t> 1.4.x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1" sz="1200">
                <a:solidFill>
                  <a:srgbClr val="DF6426"/>
                </a:solidFill>
                <a:latin typeface="Courier New"/>
              </a:rPr>
              <a:t>langchain-ollama</a:t>
            </a:r>
            <a:r>
              <a:rPr b="0" sz="1200">
                <a:solidFill>
                  <a:srgbClr val="003548"/>
                </a:solidFill>
                <a:latin typeface="Arial"/>
              </a:rPr>
              <a:t> 1.1.x</a:t>
            </a:r>
          </a:p>
          <a:p>
            <a:pPr algn="l">
              <a:spcAft>
                <a:spcPts val="400"/>
              </a:spcAft>
            </a:pPr>
            <a:r>
              <a:rPr b="0" sz="1200">
                <a:solidFill>
                  <a:srgbClr val="003548"/>
                </a:solidFill>
                <a:latin typeface="Arial"/>
              </a:rPr>
              <a:t>(ottobre 2026 – serie 1.x stabile)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40680" y="3337560"/>
            <a:ext cx="3291840" cy="1280160"/>
          </a:xfrm>
          <a:prstGeom prst="roundRect">
            <a:avLst>
              <a:gd name="adj" fmla="val 8000"/>
            </a:avLst>
          </a:prstGeom>
          <a:solidFill>
            <a:srgbClr val="FCEEE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550408" y="3410712"/>
            <a:ext cx="307238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400">
                <a:solidFill>
                  <a:srgbClr val="DF6426"/>
                </a:solidFill>
                <a:latin typeface="Arial"/>
              </a:rPr>
              <a:t>Scegliere il modello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50408" y="3794760"/>
            <a:ext cx="3072384" cy="7772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150">
                <a:solidFill>
                  <a:srgbClr val="003548"/>
                </a:solidFill>
                <a:latin typeface="Arial"/>
              </a:rPr>
              <a:t>Su ollama.com/search filtrate per </a:t>
            </a:r>
            <a:r>
              <a:rPr b="1" sz="1150">
                <a:solidFill>
                  <a:srgbClr val="003548"/>
                </a:solidFill>
                <a:latin typeface="Arial"/>
              </a:rPr>
              <a:t>tools</a:t>
            </a:r>
            <a:r>
              <a:rPr b="0" sz="1150">
                <a:solidFill>
                  <a:srgbClr val="003548"/>
                </a:solidFill>
                <a:latin typeface="Arial"/>
              </a:rPr>
              <a:t>: senza quel tag il modello non sa chiamare strumenti.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CONFIGURAZIONE DEL MODELLO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5</a:t>
            </a:fld>
          </a:p>
        </p:txBody>
      </p:sp>
      <p:sp>
        <p:nvSpPr>
          <p:cNvPr id="34" name="Rounded Rectangle 33"/>
          <p:cNvSpPr/>
          <p:nvPr/>
        </p:nvSpPr>
        <p:spPr>
          <a:xfrm>
            <a:off x="457200" y="1051560"/>
            <a:ext cx="5212080" cy="2692907"/>
          </a:xfrm>
          <a:prstGeom prst="roundRect">
            <a:avLst>
              <a:gd name="adj" fmla="val 4000"/>
            </a:avLst>
          </a:prstGeom>
          <a:solidFill>
            <a:srgbClr val="0B2B38"/>
          </a:solidFill>
          <a:ln>
            <a:noFill/>
          </a:ln>
        </p:spPr>
        <p:txBody>
          <a:bodyPr rtlCol="0" anchor="t" wrap="square" lIns="128016" rIns="128016" tIns="91440" bIns="54864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>
                <a:solidFill>
                  <a:srgbClr val="8AA4B0"/>
                </a:solidFill>
                <a:latin typeface="Courier New"/>
              </a:rPr>
              <a:t># config.py – UNICO punto in cui si sceglie il modello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F28C4F"/>
                </a:solidFill>
                <a:latin typeface="Courier New"/>
              </a:rPr>
              <a:t>import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os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F28C4F"/>
                </a:solidFill>
                <a:latin typeface="Courier New"/>
              </a:rPr>
              <a:t>from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langchain_ollama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 b="1">
                <a:solidFill>
                  <a:srgbClr val="F28C4F"/>
                </a:solidFill>
                <a:latin typeface="Courier New"/>
              </a:rPr>
              <a:t>import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ChatOllama</a:t>
            </a:r>
            <a:r>
              <a:rPr sz="900">
                <a:solidFill>
                  <a:srgbClr val="E8EEF1"/>
                </a:solidFill>
                <a:latin typeface="Courier New"/>
              </a:rPr>
              <a:t>,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OllamaEmbeddings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>
                <a:solidFill>
                  <a:srgbClr val="E8EEF1"/>
                </a:solidFill>
                <a:latin typeface="Courier New"/>
              </a:rPr>
              <a:t>MODEL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=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os</a:t>
            </a:r>
            <a:r>
              <a:rPr sz="900">
                <a:solidFill>
                  <a:srgbClr val="E8EEF1"/>
                </a:solidFill>
                <a:latin typeface="Courier New"/>
              </a:rPr>
              <a:t>.</a:t>
            </a:r>
            <a:r>
              <a:rPr sz="900">
                <a:solidFill>
                  <a:srgbClr val="E8EEF1"/>
                </a:solidFill>
                <a:latin typeface="Courier New"/>
              </a:rPr>
              <a:t>getenv</a:t>
            </a:r>
            <a:r>
              <a:rPr sz="900">
                <a:solidFill>
                  <a:srgbClr val="E8EEF1"/>
                </a:solidFill>
                <a:latin typeface="Courier New"/>
              </a:rPr>
              <a:t>(</a:t>
            </a:r>
            <a:r>
              <a:rPr sz="900">
                <a:solidFill>
                  <a:srgbClr val="B5D98B"/>
                </a:solidFill>
                <a:latin typeface="Courier New"/>
              </a:rPr>
              <a:t>"</a:t>
            </a:r>
            <a:r>
              <a:rPr sz="900">
                <a:solidFill>
                  <a:srgbClr val="B5D98B"/>
                </a:solidFill>
                <a:latin typeface="Courier New"/>
              </a:rPr>
              <a:t>OLLAMA_MODEL</a:t>
            </a:r>
            <a:r>
              <a:rPr sz="900">
                <a:solidFill>
                  <a:srgbClr val="B5D98B"/>
                </a:solidFill>
                <a:latin typeface="Courier New"/>
              </a:rPr>
              <a:t>"</a:t>
            </a:r>
            <a:r>
              <a:rPr sz="900">
                <a:solidFill>
                  <a:srgbClr val="E8EEF1"/>
                </a:solidFill>
                <a:latin typeface="Courier New"/>
              </a:rPr>
              <a:t>)</a:t>
            </a:r>
            <a:r>
              <a:rPr sz="900">
                <a:solidFill>
                  <a:srgbClr val="E8EEF1"/>
                </a:solidFill>
                <a:latin typeface="Courier New"/>
              </a:rPr>
              <a:t>              </a:t>
            </a:r>
            <a:r>
              <a:rPr sz="900">
                <a:solidFill>
                  <a:srgbClr val="8AA4B0"/>
                </a:solidFill>
                <a:latin typeface="Courier New"/>
              </a:rPr>
              <a:t># chat, tag "tools"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>
                <a:solidFill>
                  <a:srgbClr val="E8EEF1"/>
                </a:solidFill>
                <a:latin typeface="Courier New"/>
              </a:rPr>
              <a:t>EMBED_MODEL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=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os</a:t>
            </a:r>
            <a:r>
              <a:rPr sz="900">
                <a:solidFill>
                  <a:srgbClr val="E8EEF1"/>
                </a:solidFill>
                <a:latin typeface="Courier New"/>
              </a:rPr>
              <a:t>.</a:t>
            </a:r>
            <a:r>
              <a:rPr sz="900">
                <a:solidFill>
                  <a:srgbClr val="E8EEF1"/>
                </a:solidFill>
                <a:latin typeface="Courier New"/>
              </a:rPr>
              <a:t>getenv</a:t>
            </a:r>
            <a:r>
              <a:rPr sz="900">
                <a:solidFill>
                  <a:srgbClr val="E8EEF1"/>
                </a:solidFill>
                <a:latin typeface="Courier New"/>
              </a:rPr>
              <a:t>(</a:t>
            </a:r>
            <a:r>
              <a:rPr sz="900">
                <a:solidFill>
                  <a:srgbClr val="B5D98B"/>
                </a:solidFill>
                <a:latin typeface="Courier New"/>
              </a:rPr>
              <a:t>"</a:t>
            </a:r>
            <a:r>
              <a:rPr sz="900">
                <a:solidFill>
                  <a:srgbClr val="B5D98B"/>
                </a:solidFill>
                <a:latin typeface="Courier New"/>
              </a:rPr>
              <a:t>OLLAMA_EMBED_MODEL</a:t>
            </a:r>
            <a:r>
              <a:rPr sz="900">
                <a:solidFill>
                  <a:srgbClr val="B5D98B"/>
                </a:solidFill>
                <a:latin typeface="Courier New"/>
              </a:rPr>
              <a:t>"</a:t>
            </a:r>
            <a:r>
              <a:rPr sz="900">
                <a:solidFill>
                  <a:srgbClr val="E8EEF1"/>
                </a:solidFill>
                <a:latin typeface="Courier New"/>
              </a:rPr>
              <a:t>)</a:t>
            </a:r>
            <a:r>
              <a:rPr sz="900">
                <a:solidFill>
                  <a:srgbClr val="E8EEF1"/>
                </a:solidFill>
                <a:latin typeface="Courier New"/>
              </a:rPr>
              <a:t>  </a:t>
            </a:r>
            <a:r>
              <a:rPr sz="900">
                <a:solidFill>
                  <a:srgbClr val="8AA4B0"/>
                </a:solidFill>
                <a:latin typeface="Courier New"/>
              </a:rPr>
              <a:t># embedding (RAG)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>
                <a:solidFill>
                  <a:srgbClr val="E8EEF1"/>
                </a:solidFill>
                <a:latin typeface="Courier New"/>
              </a:rPr>
              <a:t>BASE_URL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=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os</a:t>
            </a:r>
            <a:r>
              <a:rPr sz="900">
                <a:solidFill>
                  <a:srgbClr val="E8EEF1"/>
                </a:solidFill>
                <a:latin typeface="Courier New"/>
              </a:rPr>
              <a:t>.</a:t>
            </a:r>
            <a:r>
              <a:rPr sz="900">
                <a:solidFill>
                  <a:srgbClr val="E8EEF1"/>
                </a:solidFill>
                <a:latin typeface="Courier New"/>
              </a:rPr>
              <a:t>getenv</a:t>
            </a:r>
            <a:r>
              <a:rPr sz="900">
                <a:solidFill>
                  <a:srgbClr val="E8EEF1"/>
                </a:solidFill>
                <a:latin typeface="Courier New"/>
              </a:rPr>
              <a:t>(</a:t>
            </a:r>
            <a:r>
              <a:rPr sz="900">
                <a:solidFill>
                  <a:srgbClr val="B5D98B"/>
                </a:solidFill>
                <a:latin typeface="Courier New"/>
              </a:rPr>
              <a:t>"</a:t>
            </a:r>
            <a:r>
              <a:rPr sz="900">
                <a:solidFill>
                  <a:srgbClr val="B5D98B"/>
                </a:solidFill>
                <a:latin typeface="Courier New"/>
              </a:rPr>
              <a:t>OLLAMA_BASE_URL</a:t>
            </a:r>
            <a:r>
              <a:rPr sz="900">
                <a:solidFill>
                  <a:srgbClr val="B5D98B"/>
                </a:solidFill>
                <a:latin typeface="Courier New"/>
              </a:rPr>
              <a:t>"</a:t>
            </a:r>
            <a:r>
              <a:rPr sz="900">
                <a:solidFill>
                  <a:srgbClr val="E8EEF1"/>
                </a:solidFill>
                <a:latin typeface="Courier New"/>
              </a:rPr>
              <a:t>,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B5D98B"/>
                </a:solidFill>
                <a:latin typeface="Courier New"/>
              </a:rPr>
              <a:t>"</a:t>
            </a:r>
            <a:r>
              <a:rPr sz="900">
                <a:solidFill>
                  <a:srgbClr val="B5D98B"/>
                </a:solidFill>
                <a:latin typeface="Courier New"/>
              </a:rPr>
              <a:t>http://localhost:11434</a:t>
            </a:r>
            <a:r>
              <a:rPr sz="900">
                <a:solidFill>
                  <a:srgbClr val="B5D98B"/>
                </a:solidFill>
                <a:latin typeface="Courier New"/>
              </a:rPr>
              <a:t>"</a:t>
            </a:r>
            <a:r>
              <a:rPr sz="9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F28C4F"/>
                </a:solidFill>
                <a:latin typeface="Courier New"/>
              </a:rPr>
              <a:t>def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7FCFF0"/>
                </a:solidFill>
                <a:latin typeface="Courier New"/>
              </a:rPr>
              <a:t>get_llm</a:t>
            </a:r>
            <a:r>
              <a:rPr sz="900">
                <a:solidFill>
                  <a:srgbClr val="E8EEF1"/>
                </a:solidFill>
                <a:latin typeface="Courier New"/>
              </a:rPr>
              <a:t>(</a:t>
            </a:r>
            <a:r>
              <a:rPr sz="900">
                <a:solidFill>
                  <a:srgbClr val="E8EEF1"/>
                </a:solidFill>
                <a:latin typeface="Courier New"/>
              </a:rPr>
              <a:t>temperature</a:t>
            </a:r>
            <a:r>
              <a:rPr sz="900">
                <a:solidFill>
                  <a:srgbClr val="E8EEF1"/>
                </a:solidFill>
                <a:latin typeface="Courier New"/>
              </a:rPr>
              <a:t>: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7FCFF0"/>
                </a:solidFill>
                <a:latin typeface="Courier New"/>
              </a:rPr>
              <a:t>float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=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F5C96A"/>
                </a:solidFill>
                <a:latin typeface="Courier New"/>
              </a:rPr>
              <a:t>0</a:t>
            </a:r>
            <a:r>
              <a:rPr sz="900">
                <a:solidFill>
                  <a:srgbClr val="E8EEF1"/>
                </a:solidFill>
                <a:latin typeface="Courier New"/>
              </a:rPr>
              <a:t>)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-</a:t>
            </a:r>
            <a:r>
              <a:rPr sz="900">
                <a:solidFill>
                  <a:srgbClr val="E8EEF1"/>
                </a:solidFill>
                <a:latin typeface="Courier New"/>
              </a:rPr>
              <a:t>&gt;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ChatOllama</a:t>
            </a:r>
            <a:r>
              <a:rPr sz="90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>
                <a:solidFill>
                  <a:srgbClr val="E8EEF1"/>
                </a:solidFill>
                <a:latin typeface="Courier New"/>
              </a:rPr>
              <a:t>    </a:t>
            </a:r>
            <a:r>
              <a:rPr sz="900" b="1">
                <a:solidFill>
                  <a:srgbClr val="F28C4F"/>
                </a:solidFill>
                <a:latin typeface="Courier New"/>
              </a:rPr>
              <a:t>if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F28C4F"/>
                </a:solidFill>
                <a:latin typeface="Courier New"/>
              </a:rPr>
              <a:t>not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MODEL</a:t>
            </a:r>
            <a:r>
              <a:rPr sz="90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>
                <a:solidFill>
                  <a:srgbClr val="E8EEF1"/>
                </a:solidFill>
                <a:latin typeface="Courier New"/>
              </a:rPr>
              <a:t>        </a:t>
            </a:r>
            <a:r>
              <a:rPr sz="900" b="1">
                <a:solidFill>
                  <a:srgbClr val="F28C4F"/>
                </a:solidFill>
                <a:latin typeface="Courier New"/>
              </a:rPr>
              <a:t>raise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RuntimeError</a:t>
            </a:r>
            <a:r>
              <a:rPr sz="900">
                <a:solidFill>
                  <a:srgbClr val="E8EEF1"/>
                </a:solidFill>
                <a:latin typeface="Courier New"/>
              </a:rPr>
              <a:t>(</a:t>
            </a:r>
            <a:r>
              <a:rPr sz="900">
                <a:solidFill>
                  <a:srgbClr val="B5D98B"/>
                </a:solidFill>
                <a:latin typeface="Courier New"/>
              </a:rPr>
              <a:t>"</a:t>
            </a:r>
            <a:r>
              <a:rPr sz="900">
                <a:solidFill>
                  <a:srgbClr val="B5D98B"/>
                </a:solidFill>
                <a:latin typeface="Courier New"/>
              </a:rPr>
              <a:t>Imposta la variabile OLLAMA_MODEL</a:t>
            </a:r>
            <a:r>
              <a:rPr sz="900">
                <a:solidFill>
                  <a:srgbClr val="B5D98B"/>
                </a:solidFill>
                <a:latin typeface="Courier New"/>
              </a:rPr>
              <a:t>"</a:t>
            </a:r>
            <a:r>
              <a:rPr sz="9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>
                <a:solidFill>
                  <a:srgbClr val="E8EEF1"/>
                </a:solidFill>
                <a:latin typeface="Courier New"/>
              </a:rPr>
              <a:t>    </a:t>
            </a:r>
            <a:r>
              <a:rPr sz="900" b="1">
                <a:solidFill>
                  <a:srgbClr val="F28C4F"/>
                </a:solidFill>
                <a:latin typeface="Courier New"/>
              </a:rPr>
              <a:t>return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ChatOllama</a:t>
            </a:r>
            <a:r>
              <a:rPr sz="900">
                <a:solidFill>
                  <a:srgbClr val="E8EEF1"/>
                </a:solidFill>
                <a:latin typeface="Courier New"/>
              </a:rPr>
              <a:t>(</a:t>
            </a:r>
            <a:r>
              <a:rPr sz="900">
                <a:solidFill>
                  <a:srgbClr val="E8EEF1"/>
                </a:solidFill>
                <a:latin typeface="Courier New"/>
              </a:rPr>
              <a:t>model</a:t>
            </a:r>
            <a:r>
              <a:rPr sz="900">
                <a:solidFill>
                  <a:srgbClr val="E8EEF1"/>
                </a:solidFill>
                <a:latin typeface="Courier New"/>
              </a:rPr>
              <a:t>=</a:t>
            </a:r>
            <a:r>
              <a:rPr sz="900">
                <a:solidFill>
                  <a:srgbClr val="E8EEF1"/>
                </a:solidFill>
                <a:latin typeface="Courier New"/>
              </a:rPr>
              <a:t>MODEL</a:t>
            </a:r>
            <a:r>
              <a:rPr sz="900">
                <a:solidFill>
                  <a:srgbClr val="E8EEF1"/>
                </a:solidFill>
                <a:latin typeface="Courier New"/>
              </a:rPr>
              <a:t>,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temperature</a:t>
            </a:r>
            <a:r>
              <a:rPr sz="900">
                <a:solidFill>
                  <a:srgbClr val="E8EEF1"/>
                </a:solidFill>
                <a:latin typeface="Courier New"/>
              </a:rPr>
              <a:t>=</a:t>
            </a:r>
            <a:r>
              <a:rPr sz="900">
                <a:solidFill>
                  <a:srgbClr val="E8EEF1"/>
                </a:solidFill>
                <a:latin typeface="Courier New"/>
              </a:rPr>
              <a:t>temperature</a:t>
            </a:r>
            <a:r>
              <a:rPr sz="900">
                <a:solidFill>
                  <a:srgbClr val="E8EEF1"/>
                </a:solidFill>
                <a:latin typeface="Courier New"/>
              </a:rPr>
              <a:t>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>
                <a:solidFill>
                  <a:srgbClr val="E8EEF1"/>
                </a:solidFill>
                <a:latin typeface="Courier New"/>
              </a:rPr>
              <a:t>                      </a:t>
            </a:r>
            <a:r>
              <a:rPr sz="900">
                <a:solidFill>
                  <a:srgbClr val="E8EEF1"/>
                </a:solidFill>
                <a:latin typeface="Courier New"/>
              </a:rPr>
              <a:t>base_url</a:t>
            </a:r>
            <a:r>
              <a:rPr sz="900">
                <a:solidFill>
                  <a:srgbClr val="E8EEF1"/>
                </a:solidFill>
                <a:latin typeface="Courier New"/>
              </a:rPr>
              <a:t>=</a:t>
            </a:r>
            <a:r>
              <a:rPr sz="900">
                <a:solidFill>
                  <a:srgbClr val="E8EEF1"/>
                </a:solidFill>
                <a:latin typeface="Courier New"/>
              </a:rPr>
              <a:t>BASE_URL</a:t>
            </a:r>
            <a:r>
              <a:rPr sz="9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F28C4F"/>
                </a:solidFill>
                <a:latin typeface="Courier New"/>
              </a:rPr>
              <a:t>def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7FCFF0"/>
                </a:solidFill>
                <a:latin typeface="Courier New"/>
              </a:rPr>
              <a:t>get_embeddings</a:t>
            </a:r>
            <a:r>
              <a:rPr sz="900">
                <a:solidFill>
                  <a:srgbClr val="E8EEF1"/>
                </a:solidFill>
                <a:latin typeface="Courier New"/>
              </a:rPr>
              <a:t>(</a:t>
            </a:r>
            <a:r>
              <a:rPr sz="900">
                <a:solidFill>
                  <a:srgbClr val="E8EEF1"/>
                </a:solidFill>
                <a:latin typeface="Courier New"/>
              </a:rPr>
              <a:t>)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-</a:t>
            </a:r>
            <a:r>
              <a:rPr sz="900">
                <a:solidFill>
                  <a:srgbClr val="E8EEF1"/>
                </a:solidFill>
                <a:latin typeface="Courier New"/>
              </a:rPr>
              <a:t>&gt;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OllamaEmbeddings</a:t>
            </a:r>
            <a:r>
              <a:rPr sz="90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>
                <a:solidFill>
                  <a:srgbClr val="E8EEF1"/>
                </a:solidFill>
                <a:latin typeface="Courier New"/>
              </a:rPr>
              <a:t>    </a:t>
            </a:r>
            <a:r>
              <a:rPr sz="900" b="1">
                <a:solidFill>
                  <a:srgbClr val="F28C4F"/>
                </a:solidFill>
                <a:latin typeface="Courier New"/>
              </a:rPr>
              <a:t>return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OllamaEmbeddings</a:t>
            </a:r>
            <a:r>
              <a:rPr sz="900">
                <a:solidFill>
                  <a:srgbClr val="E8EEF1"/>
                </a:solidFill>
                <a:latin typeface="Courier New"/>
              </a:rPr>
              <a:t>(</a:t>
            </a:r>
            <a:r>
              <a:rPr sz="900">
                <a:solidFill>
                  <a:srgbClr val="E8EEF1"/>
                </a:solidFill>
                <a:latin typeface="Courier New"/>
              </a:rPr>
              <a:t>model</a:t>
            </a:r>
            <a:r>
              <a:rPr sz="900">
                <a:solidFill>
                  <a:srgbClr val="E8EEF1"/>
                </a:solidFill>
                <a:latin typeface="Courier New"/>
              </a:rPr>
              <a:t>=</a:t>
            </a:r>
            <a:r>
              <a:rPr sz="900">
                <a:solidFill>
                  <a:srgbClr val="E8EEF1"/>
                </a:solidFill>
                <a:latin typeface="Courier New"/>
              </a:rPr>
              <a:t>EMBED_MODEL</a:t>
            </a:r>
            <a:r>
              <a:rPr sz="900">
                <a:solidFill>
                  <a:srgbClr val="E8EEF1"/>
                </a:solidFill>
                <a:latin typeface="Courier New"/>
              </a:rPr>
              <a:t>,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base_url</a:t>
            </a:r>
            <a:r>
              <a:rPr sz="900">
                <a:solidFill>
                  <a:srgbClr val="E8EEF1"/>
                </a:solidFill>
                <a:latin typeface="Courier New"/>
              </a:rPr>
              <a:t>=</a:t>
            </a:r>
            <a:r>
              <a:rPr sz="900">
                <a:solidFill>
                  <a:srgbClr val="E8EEF1"/>
                </a:solidFill>
                <a:latin typeface="Courier New"/>
              </a:rPr>
              <a:t>BASE_URL</a:t>
            </a:r>
            <a:r>
              <a:rPr sz="900">
                <a:solidFill>
                  <a:srgbClr val="E8EEF1"/>
                </a:solidFill>
                <a:latin typeface="Courier New"/>
              </a:rPr>
              <a:t>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52160" y="1051560"/>
            <a:ext cx="2926080" cy="3108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250">
                <a:solidFill>
                  <a:srgbClr val="DF6426"/>
                </a:solidFill>
                <a:latin typeface="Arial"/>
              </a:rPr>
              <a:t>Una sola sorgente di verità</a:t>
            </a:r>
          </a:p>
          <a:p>
            <a:pPr algn="l">
              <a:spcAft>
                <a:spcPts val="400"/>
              </a:spcAft>
            </a:pPr>
            <a:r>
              <a:rPr b="0" sz="1250">
                <a:solidFill>
                  <a:srgbClr val="003548"/>
                </a:solidFill>
                <a:latin typeface="Arial"/>
              </a:rPr>
              <a:t>Tutti gli esempi importano </a:t>
            </a:r>
            <a:r>
              <a:rPr b="1" sz="1250">
                <a:solidFill>
                  <a:srgbClr val="DF6426"/>
                </a:solidFill>
                <a:latin typeface="Courier New"/>
              </a:rPr>
              <a:t>get_llm()</a:t>
            </a:r>
            <a:r>
              <a:rPr b="0" sz="1250">
                <a:solidFill>
                  <a:srgbClr val="003548"/>
                </a:solidFill>
                <a:latin typeface="Arial"/>
              </a:rPr>
              <a:t> da </a:t>
            </a:r>
            <a:r>
              <a:rPr b="1" sz="1250">
                <a:solidFill>
                  <a:srgbClr val="DF6426"/>
                </a:solidFill>
                <a:latin typeface="Courier New"/>
              </a:rPr>
              <a:t>config.py</a:t>
            </a:r>
            <a:r>
              <a:rPr b="0" sz="1250">
                <a:solidFill>
                  <a:srgbClr val="003548"/>
                </a:solidFill>
                <a:latin typeface="Arial"/>
              </a:rPr>
              <a:t>.</a:t>
            </a:r>
          </a:p>
          <a:p>
            <a:pPr algn="l">
              <a:spcAft>
                <a:spcPts val="400"/>
              </a:spcAft>
            </a:pPr>
            <a:r>
              <a:rPr b="0" sz="1250">
                <a:solidFill>
                  <a:srgbClr val="003548"/>
                </a:solidFill>
                <a:latin typeface="Arial"/>
              </a:rPr>
              <a:t>Per cambiare modello basta una </a:t>
            </a:r>
            <a:r>
              <a:rPr b="1" sz="1250">
                <a:solidFill>
                  <a:srgbClr val="003548"/>
                </a:solidFill>
                <a:latin typeface="Arial"/>
              </a:rPr>
              <a:t>variabile d'ambiente</a:t>
            </a:r>
            <a:r>
              <a:rPr b="0" sz="1250">
                <a:solidFill>
                  <a:srgbClr val="003548"/>
                </a:solidFill>
                <a:latin typeface="Arial"/>
              </a:rPr>
              <a:t>, senza toccare il codice: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852160" y="2743200"/>
            <a:ext cx="2880360" cy="1325880"/>
          </a:xfrm>
          <a:prstGeom prst="roundRect">
            <a:avLst>
              <a:gd name="adj" fmla="val 4000"/>
            </a:avLst>
          </a:prstGeom>
          <a:solidFill>
            <a:srgbClr val="0B2B38"/>
          </a:solidFill>
          <a:ln>
            <a:noFill/>
          </a:ln>
        </p:spPr>
        <p:txBody>
          <a:bodyPr rtlCol="0" anchor="t" wrap="square" lIns="128016" rIns="128016" tIns="91440" bIns="54864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7FCFF0"/>
                </a:solidFill>
                <a:latin typeface="Courier New"/>
              </a:rPr>
              <a:t>set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E8EEF1"/>
                </a:solidFill>
                <a:latin typeface="Courier New"/>
              </a:rPr>
              <a:t>OLLAMA_MODEL</a:t>
            </a:r>
            <a:r>
              <a:rPr sz="1000">
                <a:solidFill>
                  <a:srgbClr val="E8EEF1"/>
                </a:solidFill>
                <a:latin typeface="Courier New"/>
              </a:rPr>
              <a:t>=</a:t>
            </a:r>
            <a:r>
              <a:rPr sz="1000">
                <a:solidFill>
                  <a:srgbClr val="E8EEF1"/>
                </a:solidFill>
                <a:latin typeface="Courier New"/>
              </a:rPr>
              <a:t>&lt;</a:t>
            </a:r>
            <a:r>
              <a:rPr sz="1000">
                <a:solidFill>
                  <a:srgbClr val="E8EEF1"/>
                </a:solidFill>
                <a:latin typeface="Courier New"/>
              </a:rPr>
              <a:t>modello&gt;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7FCFF0"/>
                </a:solidFill>
                <a:latin typeface="Courier New"/>
              </a:rPr>
              <a:t>set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E8EEF1"/>
                </a:solidFill>
                <a:latin typeface="Courier New"/>
              </a:rPr>
              <a:t>OLLAMA_EMBED_MODEL</a:t>
            </a:r>
            <a:r>
              <a:rPr sz="1000">
                <a:solidFill>
                  <a:srgbClr val="E8EEF1"/>
                </a:solidFill>
                <a:latin typeface="Courier New"/>
              </a:rPr>
              <a:t>=</a:t>
            </a:r>
            <a:r>
              <a:rPr sz="1000">
                <a:solidFill>
                  <a:srgbClr val="E8EEF1"/>
                </a:solidFill>
                <a:latin typeface="Courier New"/>
              </a:rPr>
              <a:t>&lt;</a:t>
            </a:r>
            <a:r>
              <a:rPr sz="1000">
                <a:solidFill>
                  <a:srgbClr val="E8EEF1"/>
                </a:solidFill>
                <a:latin typeface="Courier New"/>
              </a:rPr>
              <a:t>emb&gt;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E8EEF1"/>
                </a:solidFill>
                <a:latin typeface="Courier New"/>
              </a:rPr>
              <a:t>python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E8EEF1"/>
                </a:solidFill>
                <a:latin typeface="Courier New"/>
              </a:rPr>
              <a:t>03_hello_world.py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200">
                <a:solidFill>
                  <a:srgbClr val="DF6426"/>
                </a:solidFill>
                <a:latin typeface="Courier New"/>
              </a:rPr>
              <a:t>temperature=0</a:t>
            </a:r>
            <a:r>
              <a:rPr b="0" sz="1200">
                <a:solidFill>
                  <a:srgbClr val="005A77"/>
                </a:solidFill>
                <a:latin typeface="Arial"/>
              </a:rPr>
              <a:t> → risposte più deterministiche: è la scelta giusta per agenti e tool calling.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20640" y="4864608"/>
            <a:ext cx="32918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b="0" sz="1000">
                <a:solidFill>
                  <a:srgbClr val="76777B"/>
                </a:solidFill>
                <a:latin typeface="Arial"/>
              </a:rPr>
              <a:t>Esempio: </a:t>
            </a:r>
            <a:r>
              <a:rPr b="1" sz="1000">
                <a:solidFill>
                  <a:srgbClr val="005A77"/>
                </a:solidFill>
                <a:latin typeface="Courier New"/>
              </a:rPr>
              <a:t>config.py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OLLAMA: LOCALE O CLOUD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6</a:t>
            </a:fld>
          </a:p>
        </p:txBody>
      </p:sp>
      <p:sp>
        <p:nvSpPr>
          <p:cNvPr id="34" name="Rounded Rectangle 33"/>
          <p:cNvSpPr/>
          <p:nvPr/>
        </p:nvSpPr>
        <p:spPr>
          <a:xfrm>
            <a:off x="457200" y="1051560"/>
            <a:ext cx="4023360" cy="237744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66928" y="1124712"/>
            <a:ext cx="380390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400">
                <a:solidFill>
                  <a:srgbClr val="DF6426"/>
                </a:solidFill>
                <a:latin typeface="Arial"/>
              </a:rPr>
              <a:t>Modelli locali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1508760"/>
            <a:ext cx="3803904" cy="1874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250">
                <a:solidFill>
                  <a:srgbClr val="003548"/>
                </a:solidFill>
                <a:latin typeface="Arial"/>
              </a:rPr>
              <a:t>Girano sul vostro PC (CPU/GPU)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250">
                <a:solidFill>
                  <a:srgbClr val="003548"/>
                </a:solidFill>
                <a:latin typeface="Arial"/>
              </a:rPr>
              <a:t>Gratis, offline, dati privati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250">
                <a:solidFill>
                  <a:srgbClr val="003548"/>
                </a:solidFill>
                <a:latin typeface="Arial"/>
              </a:rPr>
              <a:t>Limite: RAM/VRAM → modelli piccoli, tool calling meno affidabile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663440" y="1051560"/>
            <a:ext cx="4023360" cy="2377440"/>
          </a:xfrm>
          <a:prstGeom prst="roundRect">
            <a:avLst>
              <a:gd name="adj" fmla="val 8000"/>
            </a:avLst>
          </a:prstGeom>
          <a:solidFill>
            <a:srgbClr val="FCEEE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773168" y="1124712"/>
            <a:ext cx="380390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400">
                <a:solidFill>
                  <a:srgbClr val="DF6426"/>
                </a:solidFill>
                <a:latin typeface="Arial"/>
              </a:rPr>
              <a:t>Ollama Cloud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73168" y="1508760"/>
            <a:ext cx="3803904" cy="1874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250">
                <a:solidFill>
                  <a:srgbClr val="003548"/>
                </a:solidFill>
                <a:latin typeface="Arial"/>
              </a:rPr>
              <a:t>Modelli grandi ospitati da Ollama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250">
                <a:solidFill>
                  <a:srgbClr val="003548"/>
                </a:solidFill>
                <a:latin typeface="Arial"/>
              </a:rPr>
              <a:t>Stesso client e stesso codice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250">
                <a:solidFill>
                  <a:srgbClr val="003548"/>
                </a:solidFill>
                <a:latin typeface="Arial"/>
              </a:rPr>
              <a:t>Account gratuito con crediti mensili limitati; piani a consumo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3611880"/>
            <a:ext cx="8229600" cy="1143000"/>
          </a:xfrm>
          <a:prstGeom prst="roundRect">
            <a:avLst>
              <a:gd name="adj" fmla="val 4000"/>
            </a:avLst>
          </a:prstGeom>
          <a:solidFill>
            <a:srgbClr val="0B2B38"/>
          </a:solidFill>
          <a:ln>
            <a:noFill/>
          </a:ln>
        </p:spPr>
        <p:txBody>
          <a:bodyPr rtlCol="0" anchor="t" wrap="square" lIns="128016" rIns="128016" tIns="91440" bIns="54864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E8EEF1"/>
                </a:solidFill>
                <a:latin typeface="Courier New"/>
              </a:rPr>
              <a:t>ollama</a:t>
            </a:r>
            <a:r>
              <a:rPr sz="1050">
                <a:solidFill>
                  <a:srgbClr val="E8EEF1"/>
                </a:solidFill>
                <a:latin typeface="Courier New"/>
              </a:rPr>
              <a:t> </a:t>
            </a:r>
            <a:r>
              <a:rPr sz="1050">
                <a:solidFill>
                  <a:srgbClr val="E8EEF1"/>
                </a:solidFill>
                <a:latin typeface="Courier New"/>
              </a:rPr>
              <a:t>signin</a:t>
            </a:r>
            <a:r>
              <a:rPr sz="1050">
                <a:solidFill>
                  <a:srgbClr val="E8EEF1"/>
                </a:solidFill>
                <a:latin typeface="Courier New"/>
              </a:rPr>
              <a:t>                      </a:t>
            </a:r>
            <a:r>
              <a:rPr sz="1050">
                <a:solidFill>
                  <a:srgbClr val="8AA4B0"/>
                </a:solidFill>
                <a:latin typeface="Courier New"/>
              </a:rPr>
              <a:t># collega il client locale al vostro account ollama.com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E8EEF1"/>
                </a:solidFill>
                <a:latin typeface="Courier New"/>
              </a:rPr>
              <a:t>ollama</a:t>
            </a:r>
            <a:r>
              <a:rPr sz="1050">
                <a:solidFill>
                  <a:srgbClr val="E8EEF1"/>
                </a:solidFill>
                <a:latin typeface="Courier New"/>
              </a:rPr>
              <a:t> </a:t>
            </a:r>
            <a:r>
              <a:rPr sz="1050">
                <a:solidFill>
                  <a:srgbClr val="E8EEF1"/>
                </a:solidFill>
                <a:latin typeface="Courier New"/>
              </a:rPr>
              <a:t>run</a:t>
            </a:r>
            <a:r>
              <a:rPr sz="1050">
                <a:solidFill>
                  <a:srgbClr val="E8EEF1"/>
                </a:solidFill>
                <a:latin typeface="Courier New"/>
              </a:rPr>
              <a:t> </a:t>
            </a:r>
            <a:r>
              <a:rPr sz="1050">
                <a:solidFill>
                  <a:srgbClr val="E8EEF1"/>
                </a:solidFill>
                <a:latin typeface="Courier New"/>
              </a:rPr>
              <a:t>&lt;</a:t>
            </a:r>
            <a:r>
              <a:rPr sz="1050">
                <a:solidFill>
                  <a:srgbClr val="E8EEF1"/>
                </a:solidFill>
                <a:latin typeface="Courier New"/>
              </a:rPr>
              <a:t>modello&gt;:cloud</a:t>
            </a:r>
            <a:r>
              <a:rPr sz="1050">
                <a:solidFill>
                  <a:srgbClr val="E8EEF1"/>
                </a:solidFill>
                <a:latin typeface="Courier New"/>
              </a:rPr>
              <a:t>         </a:t>
            </a:r>
            <a:r>
              <a:rPr sz="1050">
                <a:solidFill>
                  <a:srgbClr val="8AA4B0"/>
                </a:solidFill>
                <a:latin typeface="Courier New"/>
              </a:rPr>
              <a:t># i modelli con tag "cloud" girano sui server Ollama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7FCFF0"/>
                </a:solidFill>
                <a:latin typeface="Courier New"/>
              </a:rPr>
              <a:t>set</a:t>
            </a:r>
            <a:r>
              <a:rPr sz="1050">
                <a:solidFill>
                  <a:srgbClr val="E8EEF1"/>
                </a:solidFill>
                <a:latin typeface="Courier New"/>
              </a:rPr>
              <a:t> </a:t>
            </a:r>
            <a:r>
              <a:rPr sz="1050">
                <a:solidFill>
                  <a:srgbClr val="E8EEF1"/>
                </a:solidFill>
                <a:latin typeface="Courier New"/>
              </a:rPr>
              <a:t>OLLAMA_MODEL</a:t>
            </a:r>
            <a:r>
              <a:rPr sz="1050">
                <a:solidFill>
                  <a:srgbClr val="E8EEF1"/>
                </a:solidFill>
                <a:latin typeface="Courier New"/>
              </a:rPr>
              <a:t>=</a:t>
            </a:r>
            <a:r>
              <a:rPr sz="1050">
                <a:solidFill>
                  <a:srgbClr val="E8EEF1"/>
                </a:solidFill>
                <a:latin typeface="Courier New"/>
              </a:rPr>
              <a:t>&lt;</a:t>
            </a:r>
            <a:r>
              <a:rPr sz="1050">
                <a:solidFill>
                  <a:srgbClr val="E8EEF1"/>
                </a:solidFill>
                <a:latin typeface="Courier New"/>
              </a:rPr>
              <a:t>modello&gt;:cloud</a:t>
            </a:r>
            <a:r>
              <a:rPr sz="1050">
                <a:solidFill>
                  <a:srgbClr val="E8EEF1"/>
                </a:solidFill>
                <a:latin typeface="Courier New"/>
              </a:rPr>
              <a:t>   </a:t>
            </a:r>
            <a:r>
              <a:rPr sz="1050">
                <a:solidFill>
                  <a:srgbClr val="8AA4B0"/>
                </a:solidFill>
                <a:latin typeface="Courier New"/>
              </a:rPr>
              <a:t># …e in Python non cambia nulla: ChatOllama parla sempre con localhost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40280"/>
            <a:ext cx="8229600" cy="731520"/>
          </a:xfrm>
        </p:spPr>
        <p:txBody>
          <a:bodyPr/>
          <a:lstStyle/>
          <a:p>
            <a:r>
              <a:t>0. CONCETTI GENERALI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73152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b="0" sz="1600">
                <a:solidFill>
                  <a:srgbClr val="005A77"/>
                </a:solidFill>
                <a:latin typeface="Arial"/>
              </a:rPr>
              <a:t>Cosa serve sapere prima di costruire un agente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0.1 COS'È UN LLM (PER NOI)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8</a:t>
            </a:fld>
          </a:p>
        </p:txBody>
      </p:sp>
      <p:sp>
        <p:nvSpPr>
          <p:cNvPr id="34" name="TextBox 33"/>
          <p:cNvSpPr txBox="1"/>
          <p:nvPr/>
        </p:nvSpPr>
        <p:spPr>
          <a:xfrm>
            <a:off x="457200" y="1097280"/>
            <a:ext cx="4206240" cy="3566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400">
                <a:solidFill>
                  <a:srgbClr val="003548"/>
                </a:solidFill>
                <a:latin typeface="Arial"/>
              </a:rPr>
              <a:t>Un </a:t>
            </a:r>
            <a:r>
              <a:rPr b="1" sz="1400">
                <a:solidFill>
                  <a:srgbClr val="003548"/>
                </a:solidFill>
                <a:latin typeface="Arial"/>
              </a:rPr>
              <a:t>Large Language Model</a:t>
            </a:r>
            <a:r>
              <a:rPr b="0" sz="1400">
                <a:solidFill>
                  <a:srgbClr val="003548"/>
                </a:solidFill>
                <a:latin typeface="Arial"/>
              </a:rPr>
              <a:t> prevede il testo più probabile dato un input.</a:t>
            </a:r>
          </a:p>
          <a:p>
            <a:pPr algn="l">
              <a:spcAft>
                <a:spcPts val="400"/>
              </a:spcAft>
            </a:pPr>
            <a:r>
              <a:rPr b="0" sz="1400">
                <a:solidFill>
                  <a:srgbClr val="003548"/>
                </a:solidFill>
                <a:latin typeface="Arial"/>
              </a:rPr>
              <a:t>Per chi sviluppa è una </a:t>
            </a:r>
            <a:r>
              <a:rPr b="1" sz="1400">
                <a:solidFill>
                  <a:srgbClr val="003548"/>
                </a:solidFill>
                <a:latin typeface="Arial"/>
              </a:rPr>
              <a:t>funzione</a:t>
            </a:r>
            <a:r>
              <a:rPr b="0" sz="1400">
                <a:solidFill>
                  <a:srgbClr val="003548"/>
                </a:solidFill>
                <a:latin typeface="Arial"/>
              </a:rPr>
              <a:t>: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1" sz="1400">
                <a:solidFill>
                  <a:srgbClr val="003548"/>
                </a:solidFill>
                <a:latin typeface="Arial"/>
              </a:rPr>
              <a:t>input</a:t>
            </a:r>
            <a:r>
              <a:rPr b="0" sz="1400">
                <a:solidFill>
                  <a:srgbClr val="003548"/>
                </a:solidFill>
                <a:latin typeface="Arial"/>
              </a:rPr>
              <a:t>: una lista di messaggi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1" sz="1400">
                <a:solidFill>
                  <a:srgbClr val="003548"/>
                </a:solidFill>
                <a:latin typeface="Arial"/>
              </a:rPr>
              <a:t>output</a:t>
            </a:r>
            <a:r>
              <a:rPr b="0" sz="1400">
                <a:solidFill>
                  <a:srgbClr val="003548"/>
                </a:solidFill>
                <a:latin typeface="Arial"/>
              </a:rPr>
              <a:t>: un nuovo messaggio</a:t>
            </a:r>
          </a:p>
          <a:p>
            <a:pPr algn="l">
              <a:spcAft>
                <a:spcPts val="400"/>
              </a:spcAft>
            </a:pPr>
            <a:r>
              <a:rPr b="0" sz="1400">
                <a:solidFill>
                  <a:srgbClr val="003548"/>
                </a:solidFill>
                <a:latin typeface="Arial"/>
              </a:rPr>
              <a:t>Non ha memoria propria: ricorda solo ciò che gli passiamo </a:t>
            </a:r>
            <a:r>
              <a:rPr b="1" sz="1400">
                <a:solidFill>
                  <a:srgbClr val="003548"/>
                </a:solidFill>
                <a:latin typeface="Arial"/>
              </a:rPr>
              <a:t>a ogni chiamata</a:t>
            </a:r>
            <a:r>
              <a:rPr b="0" sz="1400">
                <a:solidFill>
                  <a:srgbClr val="003548"/>
                </a:solidFill>
                <a:latin typeface="Arial"/>
              </a:rPr>
              <a:t>.</a:t>
            </a:r>
          </a:p>
          <a:p>
            <a:pPr algn="l">
              <a:spcAft>
                <a:spcPts val="400"/>
              </a:spcAft>
            </a:pPr>
            <a:r>
              <a:rPr b="0" sz="1400">
                <a:solidFill>
                  <a:srgbClr val="003548"/>
                </a:solidFill>
                <a:latin typeface="Arial"/>
              </a:rPr>
              <a:t>Non conosce i vostri dati né il presente, a meno che non glieli forniamo (RAG, tool).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0" y="1371600"/>
            <a:ext cx="1463040" cy="548640"/>
          </a:xfrm>
          <a:prstGeom prst="roundRect">
            <a:avLst>
              <a:gd name="adj" fmla="val 30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1" sz="1200">
                <a:solidFill>
                  <a:srgbClr val="003548"/>
                </a:solidFill>
                <a:latin typeface="Arial"/>
              </a:rPr>
              <a:t>messaggi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949440" y="1325880"/>
            <a:ext cx="1463040" cy="640080"/>
          </a:xfrm>
          <a:prstGeom prst="roundRect">
            <a:avLst>
              <a:gd name="adj" fmla="val 30000"/>
            </a:avLst>
          </a:prstGeom>
          <a:solidFill>
            <a:srgbClr val="DF6426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1" sz="1400">
                <a:solidFill>
                  <a:srgbClr val="FFFFFF"/>
                </a:solidFill>
                <a:latin typeface="Arial"/>
              </a:rPr>
              <a:t>LLM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12280" y="2743200"/>
            <a:ext cx="1737360" cy="548640"/>
          </a:xfrm>
          <a:prstGeom prst="roundRect">
            <a:avLst>
              <a:gd name="adj" fmla="val 30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1" sz="1200">
                <a:solidFill>
                  <a:srgbClr val="003548"/>
                </a:solidFill>
                <a:latin typeface="Arial"/>
              </a:rPr>
              <a:t>AIMessage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492240" y="1645920"/>
            <a:ext cx="457200" cy="0"/>
          </a:xfrm>
          <a:prstGeom prst="line">
            <a:avLst/>
          </a:prstGeom>
          <a:ln w="22225">
            <a:solidFill>
              <a:srgbClr val="003548"/>
            </a:solidFill>
            <a:tailEnd type="triangle" w="med" len="med"/>
          </a:ln>
        </p:spPr>
      </p:cxnSp>
      <p:cxnSp>
        <p:nvCxnSpPr>
          <p:cNvPr id="39" name="Connector 38"/>
          <p:cNvCxnSpPr/>
          <p:nvPr/>
        </p:nvCxnSpPr>
        <p:spPr>
          <a:xfrm>
            <a:off x="7680960" y="1965960"/>
            <a:ext cx="0" cy="777240"/>
          </a:xfrm>
          <a:prstGeom prst="line">
            <a:avLst/>
          </a:prstGeom>
          <a:ln w="22225">
            <a:solidFill>
              <a:srgbClr val="003548"/>
            </a:solidFill>
            <a:tailEnd type="triangle" w="med" len="med"/>
          </a:ln>
        </p:spPr>
      </p:cxnSp>
      <p:sp>
        <p:nvSpPr>
          <p:cNvPr id="40" name="TextBox 39"/>
          <p:cNvSpPr txBox="1"/>
          <p:nvPr/>
        </p:nvSpPr>
        <p:spPr>
          <a:xfrm>
            <a:off x="4937760" y="3566160"/>
            <a:ext cx="3749039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200">
                <a:solidFill>
                  <a:srgbClr val="005A77"/>
                </a:solidFill>
                <a:latin typeface="Arial"/>
              </a:rPr>
              <a:t>Stateless: ogni chiamata è indipendente → la </a:t>
            </a:r>
            <a:r>
              <a:rPr b="1" sz="1200">
                <a:solidFill>
                  <a:srgbClr val="005A77"/>
                </a:solidFill>
                <a:latin typeface="Arial"/>
              </a:rPr>
              <a:t>memoria</a:t>
            </a:r>
            <a:r>
              <a:rPr b="0" sz="1200">
                <a:solidFill>
                  <a:srgbClr val="005A77"/>
                </a:solidFill>
                <a:latin typeface="Arial"/>
              </a:rPr>
              <a:t> la gestisce il nostro programma (in LangGraph: lo </a:t>
            </a:r>
            <a:r>
              <a:rPr b="1" sz="1200">
                <a:solidFill>
                  <a:srgbClr val="005A77"/>
                </a:solidFill>
                <a:latin typeface="Arial"/>
              </a:rPr>
              <a:t>state</a:t>
            </a:r>
            <a:r>
              <a:rPr b="0" sz="1200">
                <a:solidFill>
                  <a:srgbClr val="005A77"/>
                </a:solidFill>
                <a:latin typeface="Arial"/>
              </a:rPr>
              <a:t>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0.2 I MESSAGGI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9</a:t>
            </a:fld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457200" y="1097280"/>
          <a:ext cx="8229600" cy="192024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828800"/>
                <a:gridCol w="4114800"/>
                <a:gridCol w="22860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FFFFFF"/>
                          </a:solidFill>
                          <a:latin typeface="Arial"/>
                        </a:rPr>
                        <a:t>Tipo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005A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FFFFFF"/>
                          </a:solidFill>
                          <a:latin typeface="Arial"/>
                        </a:rPr>
                        <a:t>Ruolo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005A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FFFFFF"/>
                          </a:solidFill>
                          <a:latin typeface="Arial"/>
                        </a:rPr>
                        <a:t>Chi lo scrive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005A7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003548"/>
                          </a:solidFill>
                          <a:latin typeface="Arial"/>
                        </a:rPr>
                        <a:t>SystemMessage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003548"/>
                          </a:solidFill>
                          <a:latin typeface="Arial"/>
                        </a:rPr>
                        <a:t>istruzioni, personalità, regole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003548"/>
                          </a:solidFill>
                          <a:latin typeface="Arial"/>
                        </a:rPr>
                        <a:t>lo sviluppatore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003548"/>
                          </a:solidFill>
                          <a:latin typeface="Arial"/>
                        </a:rPr>
                        <a:t>HumanMessage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003548"/>
                          </a:solidFill>
                          <a:latin typeface="Arial"/>
                        </a:rPr>
                        <a:t>domanda dell'utente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003548"/>
                          </a:solidFill>
                          <a:latin typeface="Arial"/>
                        </a:rPr>
                        <a:t>l'utente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003548"/>
                          </a:solidFill>
                          <a:latin typeface="Arial"/>
                        </a:rPr>
                        <a:t>AIMessage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003548"/>
                          </a:solidFill>
                          <a:latin typeface="Arial"/>
                        </a:rPr>
                        <a:t>risposta o richiesta di tool (</a:t>
                      </a:r>
                      <a:r>
                        <a:rPr b="1" sz="1250">
                          <a:solidFill>
                            <a:srgbClr val="DF6426"/>
                          </a:solidFill>
                          <a:latin typeface="Courier New"/>
                        </a:rPr>
                        <a:t>tool_calls</a:t>
                      </a:r>
                      <a:r>
                        <a:rPr b="0" sz="1250">
                          <a:solidFill>
                            <a:srgbClr val="003548"/>
                          </a:solidFill>
                          <a:latin typeface="Arial"/>
                        </a:rPr>
                        <a:t>)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003548"/>
                          </a:solidFill>
                          <a:latin typeface="Arial"/>
                        </a:rPr>
                        <a:t>il modello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003548"/>
                          </a:solidFill>
                          <a:latin typeface="Arial"/>
                        </a:rPr>
                        <a:t>ToolMessage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003548"/>
                          </a:solidFill>
                          <a:latin typeface="Arial"/>
                        </a:rPr>
                        <a:t>risultato di un tool, legato al </a:t>
                      </a:r>
                      <a:r>
                        <a:rPr b="1" sz="1250">
                          <a:solidFill>
                            <a:srgbClr val="DF6426"/>
                          </a:solidFill>
                          <a:latin typeface="Courier New"/>
                        </a:rPr>
                        <a:t>tool_call_id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003548"/>
                          </a:solidFill>
                          <a:latin typeface="Arial"/>
                        </a:rPr>
                        <a:t>il nostro codice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457200" y="3246120"/>
            <a:ext cx="8229600" cy="1371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300">
                <a:solidFill>
                  <a:srgbClr val="003548"/>
                </a:solidFill>
                <a:latin typeface="Arial"/>
              </a:rPr>
              <a:t>In LangChain si possono scrivere anche come tuple: </a:t>
            </a:r>
            <a:r>
              <a:rPr b="1" sz="1300">
                <a:solidFill>
                  <a:srgbClr val="DF6426"/>
                </a:solidFill>
                <a:latin typeface="Courier New"/>
              </a:rPr>
              <a:t>("user", "ciao")</a:t>
            </a:r>
            <a:r>
              <a:rPr b="0" sz="1300">
                <a:solidFill>
                  <a:srgbClr val="003548"/>
                </a:solidFill>
                <a:latin typeface="Arial"/>
              </a:rPr>
              <a:t>, </a:t>
            </a:r>
            <a:r>
              <a:rPr b="1" sz="1300">
                <a:solidFill>
                  <a:srgbClr val="DF6426"/>
                </a:solidFill>
                <a:latin typeface="Courier New"/>
              </a:rPr>
              <a:t>("ai", "...")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300">
                <a:solidFill>
                  <a:srgbClr val="003548"/>
                </a:solidFill>
                <a:latin typeface="Arial"/>
              </a:rPr>
              <a:t>Una conversazione è una </a:t>
            </a:r>
            <a:r>
              <a:rPr b="1" sz="1300">
                <a:solidFill>
                  <a:srgbClr val="003548"/>
                </a:solidFill>
                <a:latin typeface="Arial"/>
              </a:rPr>
              <a:t>lista ordinata</a:t>
            </a:r>
            <a:r>
              <a:rPr b="0" sz="1300">
                <a:solidFill>
                  <a:srgbClr val="003548"/>
                </a:solidFill>
                <a:latin typeface="Arial"/>
              </a:rPr>
              <a:t> di messaggi: è esattamente ciò che lo state di un agente LangGraph conserva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0.3 LA PRIMA CHIAMATA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10</a:t>
            </a:fld>
          </a:p>
        </p:txBody>
      </p:sp>
      <p:sp>
        <p:nvSpPr>
          <p:cNvPr id="34" name="Rounded Rectangle 33"/>
          <p:cNvSpPr/>
          <p:nvPr/>
        </p:nvSpPr>
        <p:spPr>
          <a:xfrm>
            <a:off x="457200" y="1051560"/>
            <a:ext cx="5669280" cy="1748789"/>
          </a:xfrm>
          <a:prstGeom prst="roundRect">
            <a:avLst>
              <a:gd name="adj" fmla="val 4000"/>
            </a:avLst>
          </a:prstGeom>
          <a:solidFill>
            <a:srgbClr val="0B2B38"/>
          </a:solidFill>
          <a:ln>
            <a:noFill/>
          </a:ln>
        </p:spPr>
        <p:txBody>
          <a:bodyPr rtlCol="0" anchor="t" wrap="square" lIns="128016" rIns="128016" tIns="91440" bIns="54864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F28C4F"/>
                </a:solidFill>
                <a:latin typeface="Courier New"/>
              </a:rPr>
              <a:t>from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langchain_core</a:t>
            </a:r>
            <a:r>
              <a:rPr sz="900">
                <a:solidFill>
                  <a:srgbClr val="E8EEF1"/>
                </a:solidFill>
                <a:latin typeface="Courier New"/>
              </a:rPr>
              <a:t>.</a:t>
            </a:r>
            <a:r>
              <a:rPr sz="900">
                <a:solidFill>
                  <a:srgbClr val="E8EEF1"/>
                </a:solidFill>
                <a:latin typeface="Courier New"/>
              </a:rPr>
              <a:t>messages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 b="1">
                <a:solidFill>
                  <a:srgbClr val="F28C4F"/>
                </a:solidFill>
                <a:latin typeface="Courier New"/>
              </a:rPr>
              <a:t>import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SystemMessage</a:t>
            </a:r>
            <a:r>
              <a:rPr sz="900">
                <a:solidFill>
                  <a:srgbClr val="E8EEF1"/>
                </a:solidFill>
                <a:latin typeface="Courier New"/>
              </a:rPr>
              <a:t>,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HumanMessage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F28C4F"/>
                </a:solidFill>
                <a:latin typeface="Courier New"/>
              </a:rPr>
              <a:t>from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config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 b="1">
                <a:solidFill>
                  <a:srgbClr val="F28C4F"/>
                </a:solidFill>
                <a:latin typeface="Courier New"/>
              </a:rPr>
              <a:t>import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get_llm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>
                <a:solidFill>
                  <a:srgbClr val="E8EEF1"/>
                </a:solidFill>
                <a:latin typeface="Courier New"/>
              </a:rPr>
              <a:t>llm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=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get_llm</a:t>
            </a:r>
            <a:r>
              <a:rPr sz="900">
                <a:solidFill>
                  <a:srgbClr val="E8EEF1"/>
                </a:solidFill>
                <a:latin typeface="Courier New"/>
              </a:rPr>
              <a:t>(</a:t>
            </a:r>
            <a:r>
              <a:rPr sz="9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>
                <a:solidFill>
                  <a:srgbClr val="E8EEF1"/>
                </a:solidFill>
                <a:latin typeface="Courier New"/>
              </a:rPr>
              <a:t>risposta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=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llm</a:t>
            </a:r>
            <a:r>
              <a:rPr sz="900">
                <a:solidFill>
                  <a:srgbClr val="E8EEF1"/>
                </a:solidFill>
                <a:latin typeface="Courier New"/>
              </a:rPr>
              <a:t>.</a:t>
            </a:r>
            <a:r>
              <a:rPr sz="900">
                <a:solidFill>
                  <a:srgbClr val="E8EEF1"/>
                </a:solidFill>
                <a:latin typeface="Courier New"/>
              </a:rPr>
              <a:t>invoke</a:t>
            </a:r>
            <a:r>
              <a:rPr sz="900">
                <a:solidFill>
                  <a:srgbClr val="E8EEF1"/>
                </a:solidFill>
                <a:latin typeface="Courier New"/>
              </a:rPr>
              <a:t>(</a:t>
            </a:r>
            <a:r>
              <a:rPr sz="900">
                <a:solidFill>
                  <a:srgbClr val="E8EEF1"/>
                </a:solidFill>
                <a:latin typeface="Courier New"/>
              </a:rPr>
              <a:t>[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>
                <a:solidFill>
                  <a:srgbClr val="E8EEF1"/>
                </a:solidFill>
                <a:latin typeface="Courier New"/>
              </a:rPr>
              <a:t>    </a:t>
            </a:r>
            <a:r>
              <a:rPr sz="900">
                <a:solidFill>
                  <a:srgbClr val="E8EEF1"/>
                </a:solidFill>
                <a:latin typeface="Courier New"/>
              </a:rPr>
              <a:t>SystemMessage</a:t>
            </a:r>
            <a:r>
              <a:rPr sz="900">
                <a:solidFill>
                  <a:srgbClr val="E8EEF1"/>
                </a:solidFill>
                <a:latin typeface="Courier New"/>
              </a:rPr>
              <a:t>(</a:t>
            </a:r>
            <a:r>
              <a:rPr sz="900">
                <a:solidFill>
                  <a:srgbClr val="B5D98B"/>
                </a:solidFill>
                <a:latin typeface="Courier New"/>
              </a:rPr>
              <a:t>"</a:t>
            </a:r>
            <a:r>
              <a:rPr sz="900">
                <a:solidFill>
                  <a:srgbClr val="B5D98B"/>
                </a:solidFill>
                <a:latin typeface="Courier New"/>
              </a:rPr>
              <a:t>Sei un tutor di Python. Rispondi in massimo 3 righe.</a:t>
            </a:r>
            <a:r>
              <a:rPr sz="900">
                <a:solidFill>
                  <a:srgbClr val="B5D98B"/>
                </a:solidFill>
                <a:latin typeface="Courier New"/>
              </a:rPr>
              <a:t>"</a:t>
            </a:r>
            <a:r>
              <a:rPr sz="900">
                <a:solidFill>
                  <a:srgbClr val="E8EEF1"/>
                </a:solidFill>
                <a:latin typeface="Courier New"/>
              </a:rPr>
              <a:t>)</a:t>
            </a:r>
            <a:r>
              <a:rPr sz="900">
                <a:solidFill>
                  <a:srgbClr val="E8EEF1"/>
                </a:solidFill>
                <a:latin typeface="Courier New"/>
              </a:rPr>
              <a:t>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>
                <a:solidFill>
                  <a:srgbClr val="E8EEF1"/>
                </a:solidFill>
                <a:latin typeface="Courier New"/>
              </a:rPr>
              <a:t>    </a:t>
            </a:r>
            <a:r>
              <a:rPr sz="900">
                <a:solidFill>
                  <a:srgbClr val="E8EEF1"/>
                </a:solidFill>
                <a:latin typeface="Courier New"/>
              </a:rPr>
              <a:t>HumanMessage</a:t>
            </a:r>
            <a:r>
              <a:rPr sz="900">
                <a:solidFill>
                  <a:srgbClr val="E8EEF1"/>
                </a:solidFill>
                <a:latin typeface="Courier New"/>
              </a:rPr>
              <a:t>(</a:t>
            </a:r>
            <a:r>
              <a:rPr sz="900">
                <a:solidFill>
                  <a:srgbClr val="B5D98B"/>
                </a:solidFill>
                <a:latin typeface="Courier New"/>
              </a:rPr>
              <a:t>"</a:t>
            </a:r>
            <a:r>
              <a:rPr sz="900">
                <a:solidFill>
                  <a:srgbClr val="B5D98B"/>
                </a:solidFill>
                <a:latin typeface="Courier New"/>
              </a:rPr>
              <a:t>Che differenza c</a:t>
            </a:r>
            <a:r>
              <a:rPr sz="900">
                <a:solidFill>
                  <a:srgbClr val="B5D98B"/>
                </a:solidFill>
                <a:latin typeface="Courier New"/>
              </a:rPr>
              <a:t>'</a:t>
            </a:r>
            <a:r>
              <a:rPr sz="900">
                <a:solidFill>
                  <a:srgbClr val="B5D98B"/>
                </a:solidFill>
                <a:latin typeface="Courier New"/>
              </a:rPr>
              <a:t>è tra una lista e una tupla?</a:t>
            </a:r>
            <a:r>
              <a:rPr sz="900">
                <a:solidFill>
                  <a:srgbClr val="B5D98B"/>
                </a:solidFill>
                <a:latin typeface="Courier New"/>
              </a:rPr>
              <a:t>"</a:t>
            </a:r>
            <a:r>
              <a:rPr sz="900">
                <a:solidFill>
                  <a:srgbClr val="E8EEF1"/>
                </a:solidFill>
                <a:latin typeface="Courier New"/>
              </a:rPr>
              <a:t>)</a:t>
            </a:r>
            <a:r>
              <a:rPr sz="900">
                <a:solidFill>
                  <a:srgbClr val="E8EEF1"/>
                </a:solidFill>
                <a:latin typeface="Courier New"/>
              </a:rPr>
              <a:t>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>
                <a:solidFill>
                  <a:srgbClr val="E8EEF1"/>
                </a:solidFill>
                <a:latin typeface="Courier New"/>
              </a:rPr>
              <a:t>]</a:t>
            </a:r>
            <a:r>
              <a:rPr sz="9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>
                <a:solidFill>
                  <a:srgbClr val="7FCFF0"/>
                </a:solidFill>
                <a:latin typeface="Courier New"/>
              </a:rPr>
              <a:t>print</a:t>
            </a:r>
            <a:r>
              <a:rPr sz="900">
                <a:solidFill>
                  <a:srgbClr val="E8EEF1"/>
                </a:solidFill>
                <a:latin typeface="Courier New"/>
              </a:rPr>
              <a:t>(</a:t>
            </a:r>
            <a:r>
              <a:rPr sz="900">
                <a:solidFill>
                  <a:srgbClr val="7FCFF0"/>
                </a:solidFill>
                <a:latin typeface="Courier New"/>
              </a:rPr>
              <a:t>type</a:t>
            </a:r>
            <a:r>
              <a:rPr sz="900">
                <a:solidFill>
                  <a:srgbClr val="E8EEF1"/>
                </a:solidFill>
                <a:latin typeface="Courier New"/>
              </a:rPr>
              <a:t>(</a:t>
            </a:r>
            <a:r>
              <a:rPr sz="900">
                <a:solidFill>
                  <a:srgbClr val="E8EEF1"/>
                </a:solidFill>
                <a:latin typeface="Courier New"/>
              </a:rPr>
              <a:t>risposta</a:t>
            </a:r>
            <a:r>
              <a:rPr sz="900">
                <a:solidFill>
                  <a:srgbClr val="E8EEF1"/>
                </a:solidFill>
                <a:latin typeface="Courier New"/>
              </a:rPr>
              <a:t>)</a:t>
            </a:r>
            <a:r>
              <a:rPr sz="900">
                <a:solidFill>
                  <a:srgbClr val="E8EEF1"/>
                </a:solidFill>
                <a:latin typeface="Courier New"/>
              </a:rPr>
              <a:t>.</a:t>
            </a:r>
            <a:r>
              <a:rPr sz="900">
                <a:solidFill>
                  <a:srgbClr val="E8EEF1"/>
                </a:solidFill>
                <a:latin typeface="Courier New"/>
              </a:rPr>
              <a:t>__name__</a:t>
            </a:r>
            <a:r>
              <a:rPr sz="900">
                <a:solidFill>
                  <a:srgbClr val="E8EEF1"/>
                </a:solidFill>
                <a:latin typeface="Courier New"/>
              </a:rPr>
              <a:t>)</a:t>
            </a:r>
            <a:r>
              <a:rPr sz="900">
                <a:solidFill>
                  <a:srgbClr val="E8EEF1"/>
                </a:solidFill>
                <a:latin typeface="Courier New"/>
              </a:rPr>
              <a:t>    </a:t>
            </a:r>
            <a:r>
              <a:rPr sz="900">
                <a:solidFill>
                  <a:srgbClr val="8AA4B0"/>
                </a:solidFill>
                <a:latin typeface="Courier New"/>
              </a:rPr>
              <a:t># AIMessage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>
                <a:solidFill>
                  <a:srgbClr val="7FCFF0"/>
                </a:solidFill>
                <a:latin typeface="Courier New"/>
              </a:rPr>
              <a:t>print</a:t>
            </a:r>
            <a:r>
              <a:rPr sz="900">
                <a:solidFill>
                  <a:srgbClr val="E8EEF1"/>
                </a:solidFill>
                <a:latin typeface="Courier New"/>
              </a:rPr>
              <a:t>(</a:t>
            </a:r>
            <a:r>
              <a:rPr sz="900">
                <a:solidFill>
                  <a:srgbClr val="E8EEF1"/>
                </a:solidFill>
                <a:latin typeface="Courier New"/>
              </a:rPr>
              <a:t>risposta</a:t>
            </a:r>
            <a:r>
              <a:rPr sz="900">
                <a:solidFill>
                  <a:srgbClr val="E8EEF1"/>
                </a:solidFill>
                <a:latin typeface="Courier New"/>
              </a:rPr>
              <a:t>.</a:t>
            </a:r>
            <a:r>
              <a:rPr sz="900">
                <a:solidFill>
                  <a:srgbClr val="E8EEF1"/>
                </a:solidFill>
                <a:latin typeface="Courier New"/>
              </a:rPr>
              <a:t>content</a:t>
            </a:r>
            <a:r>
              <a:rPr sz="900">
                <a:solidFill>
                  <a:srgbClr val="E8EEF1"/>
                </a:solidFill>
                <a:latin typeface="Courier New"/>
              </a:rPr>
              <a:t>)</a:t>
            </a:r>
            <a:r>
              <a:rPr sz="900">
                <a:solidFill>
                  <a:srgbClr val="E8EEF1"/>
                </a:solidFill>
                <a:latin typeface="Courier New"/>
              </a:rPr>
              <a:t>           </a:t>
            </a:r>
            <a:r>
              <a:rPr sz="900">
                <a:solidFill>
                  <a:srgbClr val="8AA4B0"/>
                </a:solidFill>
                <a:latin typeface="Courier New"/>
              </a:rPr>
              <a:t># il testo generato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>
                <a:solidFill>
                  <a:srgbClr val="7FCFF0"/>
                </a:solidFill>
                <a:latin typeface="Courier New"/>
              </a:rPr>
              <a:t>print</a:t>
            </a:r>
            <a:r>
              <a:rPr sz="900">
                <a:solidFill>
                  <a:srgbClr val="E8EEF1"/>
                </a:solidFill>
                <a:latin typeface="Courier New"/>
              </a:rPr>
              <a:t>(</a:t>
            </a:r>
            <a:r>
              <a:rPr sz="900">
                <a:solidFill>
                  <a:srgbClr val="E8EEF1"/>
                </a:solidFill>
                <a:latin typeface="Courier New"/>
              </a:rPr>
              <a:t>risposta</a:t>
            </a:r>
            <a:r>
              <a:rPr sz="900">
                <a:solidFill>
                  <a:srgbClr val="E8EEF1"/>
                </a:solidFill>
                <a:latin typeface="Courier New"/>
              </a:rPr>
              <a:t>.</a:t>
            </a:r>
            <a:r>
              <a:rPr sz="900">
                <a:solidFill>
                  <a:srgbClr val="E8EEF1"/>
                </a:solidFill>
                <a:latin typeface="Courier New"/>
              </a:rPr>
              <a:t>usage_metadata</a:t>
            </a:r>
            <a:r>
              <a:rPr sz="900">
                <a:solidFill>
                  <a:srgbClr val="E8EEF1"/>
                </a:solidFill>
                <a:latin typeface="Courier New"/>
              </a:rPr>
              <a:t>)</a:t>
            </a:r>
            <a:r>
              <a:rPr sz="900">
                <a:solidFill>
                  <a:srgbClr val="E8EEF1"/>
                </a:solidFill>
                <a:latin typeface="Courier New"/>
              </a:rPr>
              <a:t>    </a:t>
            </a:r>
            <a:r>
              <a:rPr sz="900">
                <a:solidFill>
                  <a:srgbClr val="8AA4B0"/>
                </a:solidFill>
                <a:latin typeface="Courier New"/>
              </a:rPr>
              <a:t># token in input/output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1051560"/>
            <a:ext cx="2423160" cy="361188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419088" y="1124712"/>
            <a:ext cx="220370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400">
                <a:solidFill>
                  <a:srgbClr val="DF6426"/>
                </a:solidFill>
                <a:latin typeface="Arial"/>
              </a:rPr>
              <a:t>Nota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9088" y="1508760"/>
            <a:ext cx="2203704" cy="3108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150">
                <a:solidFill>
                  <a:srgbClr val="DF6426"/>
                </a:solidFill>
                <a:latin typeface="Courier New"/>
              </a:rPr>
              <a:t>ChatOllama</a:t>
            </a:r>
            <a:r>
              <a:rPr b="0" sz="1150">
                <a:solidFill>
                  <a:srgbClr val="003548"/>
                </a:solidFill>
                <a:latin typeface="Arial"/>
              </a:rPr>
              <a:t> è l'integrazione LangChain per Ollama.</a:t>
            </a:r>
          </a:p>
          <a:p>
            <a:pPr algn="l">
              <a:spcAft>
                <a:spcPts val="400"/>
              </a:spcAft>
            </a:pPr>
            <a:r>
              <a:rPr b="0" sz="1150">
                <a:solidFill>
                  <a:srgbClr val="003548"/>
                </a:solidFill>
                <a:latin typeface="Arial"/>
              </a:rPr>
              <a:t>Tutti i chat model LangChain espongono la stessa interfaccia: </a:t>
            </a:r>
            <a:r>
              <a:rPr b="1" sz="1150">
                <a:solidFill>
                  <a:srgbClr val="DF6426"/>
                </a:solidFill>
                <a:latin typeface="Courier New"/>
              </a:rPr>
              <a:t>invoke</a:t>
            </a:r>
            <a:r>
              <a:rPr b="0" sz="1150">
                <a:solidFill>
                  <a:srgbClr val="003548"/>
                </a:solidFill>
                <a:latin typeface="Arial"/>
              </a:rPr>
              <a:t>, </a:t>
            </a:r>
            <a:r>
              <a:rPr b="1" sz="1150">
                <a:solidFill>
                  <a:srgbClr val="DF6426"/>
                </a:solidFill>
                <a:latin typeface="Courier New"/>
              </a:rPr>
              <a:t>stream</a:t>
            </a:r>
            <a:r>
              <a:rPr b="0" sz="1150">
                <a:solidFill>
                  <a:srgbClr val="003548"/>
                </a:solidFill>
                <a:latin typeface="Arial"/>
              </a:rPr>
              <a:t>, </a:t>
            </a:r>
            <a:r>
              <a:rPr b="1" sz="1150">
                <a:solidFill>
                  <a:srgbClr val="DF6426"/>
                </a:solidFill>
                <a:latin typeface="Courier New"/>
              </a:rPr>
              <a:t>bind_tools</a:t>
            </a:r>
            <a:r>
              <a:rPr b="0" sz="1150">
                <a:solidFill>
                  <a:srgbClr val="003548"/>
                </a:solidFill>
                <a:latin typeface="Arial"/>
              </a:rPr>
              <a:t>, </a:t>
            </a:r>
            <a:r>
              <a:rPr b="1" sz="1150">
                <a:solidFill>
                  <a:srgbClr val="DF6426"/>
                </a:solidFill>
                <a:latin typeface="Courier New"/>
              </a:rPr>
              <a:t>with_structured_output</a:t>
            </a:r>
            <a:r>
              <a:rPr b="0" sz="1150">
                <a:solidFill>
                  <a:srgbClr val="003548"/>
                </a:solidFill>
                <a:latin typeface="Arial"/>
              </a:rPr>
              <a:t>.</a:t>
            </a:r>
          </a:p>
          <a:p>
            <a:pPr algn="l">
              <a:spcAft>
                <a:spcPts val="400"/>
              </a:spcAft>
            </a:pPr>
            <a:r>
              <a:rPr b="0" sz="1150">
                <a:solidFill>
                  <a:srgbClr val="003548"/>
                </a:solidFill>
                <a:latin typeface="Arial"/>
              </a:rPr>
              <a:t>Cambiare provider = cambiare una riga.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20640" y="4864608"/>
            <a:ext cx="32918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b="0" sz="1000">
                <a:solidFill>
                  <a:srgbClr val="76777B"/>
                </a:solidFill>
                <a:latin typeface="Arial"/>
              </a:rPr>
              <a:t>Esempio: </a:t>
            </a:r>
            <a:r>
              <a:rPr b="1" sz="1000">
                <a:solidFill>
                  <a:srgbClr val="005A77"/>
                </a:solidFill>
                <a:latin typeface="Courier New"/>
              </a:rPr>
              <a:t>01_prima_chiamata.py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0.4 TOOL CALLING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11</a:t>
            </a:fld>
          </a:p>
        </p:txBody>
      </p:sp>
      <p:sp>
        <p:nvSpPr>
          <p:cNvPr id="34" name="TextBox 33"/>
          <p:cNvSpPr txBox="1"/>
          <p:nvPr/>
        </p:nvSpPr>
        <p:spPr>
          <a:xfrm>
            <a:off x="457200" y="1051560"/>
            <a:ext cx="82296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350">
                <a:solidFill>
                  <a:srgbClr val="003548"/>
                </a:solidFill>
                <a:latin typeface="Arial"/>
              </a:rPr>
              <a:t>Il modello </a:t>
            </a:r>
            <a:r>
              <a:rPr b="1" sz="1350">
                <a:solidFill>
                  <a:srgbClr val="003548"/>
                </a:solidFill>
                <a:latin typeface="Arial"/>
              </a:rPr>
              <a:t>non esegue</a:t>
            </a:r>
            <a:r>
              <a:rPr b="0" sz="1350">
                <a:solidFill>
                  <a:srgbClr val="003548"/>
                </a:solidFill>
                <a:latin typeface="Arial"/>
              </a:rPr>
              <a:t> codice: legge la descrizione dei tool e risponde con una </a:t>
            </a:r>
            <a:r>
              <a:rPr b="1" sz="1350">
                <a:solidFill>
                  <a:srgbClr val="003548"/>
                </a:solidFill>
                <a:latin typeface="Arial"/>
              </a:rPr>
              <a:t>richiesta strutturata</a:t>
            </a:r>
            <a:r>
              <a:rPr b="0" sz="1350">
                <a:solidFill>
                  <a:srgbClr val="003548"/>
                </a:solidFill>
                <a:latin typeface="Arial"/>
              </a:rPr>
              <a:t> (nome + argomenti JSON).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1828800"/>
            <a:ext cx="1417320" cy="594360"/>
          </a:xfrm>
          <a:prstGeom prst="roundRect">
            <a:avLst>
              <a:gd name="adj" fmla="val 30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1" sz="1150">
                <a:solidFill>
                  <a:srgbClr val="003548"/>
                </a:solidFill>
                <a:latin typeface="Arial"/>
              </a:rPr>
              <a:t>Utente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148840" y="1828800"/>
            <a:ext cx="1417320" cy="594360"/>
          </a:xfrm>
          <a:prstGeom prst="roundRect">
            <a:avLst>
              <a:gd name="adj" fmla="val 30000"/>
            </a:avLst>
          </a:prstGeom>
          <a:solidFill>
            <a:srgbClr val="DF6426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1" sz="1150">
                <a:solidFill>
                  <a:srgbClr val="FFFFFF"/>
                </a:solidFill>
                <a:latin typeface="Arial"/>
              </a:rPr>
              <a:t>LLM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874520" y="2125980"/>
            <a:ext cx="274320" cy="0"/>
          </a:xfrm>
          <a:prstGeom prst="line">
            <a:avLst/>
          </a:prstGeom>
          <a:ln w="22225">
            <a:solidFill>
              <a:srgbClr val="003548"/>
            </a:solidFill>
            <a:tailEnd type="triangle" w="med" len="med"/>
          </a:ln>
        </p:spPr>
      </p:cxnSp>
      <p:sp>
        <p:nvSpPr>
          <p:cNvPr id="38" name="Rounded Rectangle 37"/>
          <p:cNvSpPr/>
          <p:nvPr/>
        </p:nvSpPr>
        <p:spPr>
          <a:xfrm>
            <a:off x="3840480" y="1828800"/>
            <a:ext cx="1417320" cy="594360"/>
          </a:xfrm>
          <a:prstGeom prst="roundRect">
            <a:avLst>
              <a:gd name="adj" fmla="val 30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1" sz="1150">
                <a:solidFill>
                  <a:srgbClr val="003548"/>
                </a:solidFill>
                <a:latin typeface="Arial"/>
              </a:rPr>
              <a:t>tool_calls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3566160" y="2125980"/>
            <a:ext cx="274320" cy="0"/>
          </a:xfrm>
          <a:prstGeom prst="line">
            <a:avLst/>
          </a:prstGeom>
          <a:ln w="22225">
            <a:solidFill>
              <a:srgbClr val="003548"/>
            </a:solidFill>
            <a:tailEnd type="triangle" w="med" len="med"/>
          </a:ln>
        </p:spPr>
      </p:cxnSp>
      <p:sp>
        <p:nvSpPr>
          <p:cNvPr id="40" name="Rounded Rectangle 39"/>
          <p:cNvSpPr/>
          <p:nvPr/>
        </p:nvSpPr>
        <p:spPr>
          <a:xfrm>
            <a:off x="5532120" y="1828800"/>
            <a:ext cx="1417320" cy="594360"/>
          </a:xfrm>
          <a:prstGeom prst="roundRect">
            <a:avLst>
              <a:gd name="adj" fmla="val 30000"/>
            </a:avLst>
          </a:prstGeom>
          <a:solidFill>
            <a:srgbClr val="2E7D5B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1" sz="1150">
                <a:solidFill>
                  <a:srgbClr val="FFFFFF"/>
                </a:solidFill>
                <a:latin typeface="Arial"/>
              </a:rPr>
              <a:t>Codice / grafo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257800" y="2125980"/>
            <a:ext cx="274320" cy="0"/>
          </a:xfrm>
          <a:prstGeom prst="line">
            <a:avLst/>
          </a:prstGeom>
          <a:ln w="22225">
            <a:solidFill>
              <a:srgbClr val="003548"/>
            </a:solidFill>
            <a:tailEnd type="triangle" w="med" len="med"/>
          </a:ln>
        </p:spPr>
      </p:cxnSp>
      <p:sp>
        <p:nvSpPr>
          <p:cNvPr id="42" name="Rounded Rectangle 41"/>
          <p:cNvSpPr/>
          <p:nvPr/>
        </p:nvSpPr>
        <p:spPr>
          <a:xfrm>
            <a:off x="7223760" y="1828800"/>
            <a:ext cx="1417320" cy="594360"/>
          </a:xfrm>
          <a:prstGeom prst="roundRect">
            <a:avLst>
              <a:gd name="adj" fmla="val 30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1" sz="1150">
                <a:solidFill>
                  <a:srgbClr val="003548"/>
                </a:solidFill>
                <a:latin typeface="Arial"/>
              </a:rPr>
              <a:t>ToolMessage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949440" y="2125980"/>
            <a:ext cx="274320" cy="0"/>
          </a:xfrm>
          <a:prstGeom prst="line">
            <a:avLst/>
          </a:prstGeom>
          <a:ln w="22225">
            <a:solidFill>
              <a:srgbClr val="003548"/>
            </a:solidFill>
            <a:tailEnd type="triangle" w="med" len="med"/>
          </a:ln>
        </p:spPr>
      </p:cxnSp>
      <p:cxnSp>
        <p:nvCxnSpPr>
          <p:cNvPr id="44" name="Connector 43"/>
          <p:cNvCxnSpPr/>
          <p:nvPr/>
        </p:nvCxnSpPr>
        <p:spPr>
          <a:xfrm>
            <a:off x="7932420" y="2423160"/>
            <a:ext cx="0" cy="320040"/>
          </a:xfrm>
          <a:prstGeom prst="line">
            <a:avLst/>
          </a:prstGeom>
          <a:ln w="22225">
            <a:solidFill>
              <a:srgbClr val="003548"/>
            </a:solidFill>
          </a:ln>
        </p:spPr>
      </p:cxnSp>
      <p:cxnSp>
        <p:nvCxnSpPr>
          <p:cNvPr id="45" name="Connector 44"/>
          <p:cNvCxnSpPr/>
          <p:nvPr/>
        </p:nvCxnSpPr>
        <p:spPr>
          <a:xfrm flipH="1">
            <a:off x="2857500" y="2743200"/>
            <a:ext cx="5074920" cy="0"/>
          </a:xfrm>
          <a:prstGeom prst="line">
            <a:avLst/>
          </a:prstGeom>
          <a:ln w="22225">
            <a:solidFill>
              <a:srgbClr val="003548"/>
            </a:solidFill>
          </a:ln>
        </p:spPr>
      </p:cxnSp>
      <p:cxnSp>
        <p:nvCxnSpPr>
          <p:cNvPr id="46" name="Connector 45"/>
          <p:cNvCxnSpPr/>
          <p:nvPr/>
        </p:nvCxnSpPr>
        <p:spPr>
          <a:xfrm flipV="1">
            <a:off x="2857500" y="2423160"/>
            <a:ext cx="0" cy="320040"/>
          </a:xfrm>
          <a:prstGeom prst="line">
            <a:avLst/>
          </a:prstGeom>
          <a:ln w="22225">
            <a:solidFill>
              <a:srgbClr val="003548"/>
            </a:solidFill>
            <a:tailEnd type="triangle" w="med" len="med"/>
          </a:ln>
        </p:spPr>
      </p:cxnSp>
      <p:sp>
        <p:nvSpPr>
          <p:cNvPr id="47" name="TextBox 46"/>
          <p:cNvSpPr txBox="1"/>
          <p:nvPr/>
        </p:nvSpPr>
        <p:spPr>
          <a:xfrm>
            <a:off x="3657600" y="2724912"/>
            <a:ext cx="20116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b="1" sz="900">
                <a:solidFill>
                  <a:srgbClr val="DF6426"/>
                </a:solidFill>
                <a:latin typeface="Arial"/>
              </a:rPr>
              <a:t>il risultato torna all'LLM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3108960"/>
            <a:ext cx="8229600" cy="759714"/>
          </a:xfrm>
          <a:prstGeom prst="roundRect">
            <a:avLst>
              <a:gd name="adj" fmla="val 4000"/>
            </a:avLst>
          </a:prstGeom>
          <a:solidFill>
            <a:srgbClr val="0B2B38"/>
          </a:solidFill>
          <a:ln>
            <a:noFill/>
          </a:ln>
        </p:spPr>
        <p:txBody>
          <a:bodyPr rtlCol="0" anchor="t" wrap="square" lIns="128016" rIns="128016" tIns="91440" bIns="54864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8EEF1"/>
                </a:solidFill>
                <a:latin typeface="Courier New"/>
              </a:rPr>
              <a:t>llm_con_tools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=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get_llm</a:t>
            </a:r>
            <a:r>
              <a:rPr sz="1100">
                <a:solidFill>
                  <a:srgbClr val="E8EEF1"/>
                </a:solidFill>
                <a:latin typeface="Courier New"/>
              </a:rPr>
              <a:t>(</a:t>
            </a:r>
            <a:r>
              <a:rPr sz="1100">
                <a:solidFill>
                  <a:srgbClr val="E8EEF1"/>
                </a:solidFill>
                <a:latin typeface="Courier New"/>
              </a:rPr>
              <a:t>)</a:t>
            </a:r>
            <a:r>
              <a:rPr sz="1100">
                <a:solidFill>
                  <a:srgbClr val="E8EEF1"/>
                </a:solidFill>
                <a:latin typeface="Courier New"/>
              </a:rPr>
              <a:t>.</a:t>
            </a:r>
            <a:r>
              <a:rPr sz="1100">
                <a:solidFill>
                  <a:srgbClr val="E8EEF1"/>
                </a:solidFill>
                <a:latin typeface="Courier New"/>
              </a:rPr>
              <a:t>bind_tools</a:t>
            </a:r>
            <a:r>
              <a:rPr sz="1100">
                <a:solidFill>
                  <a:srgbClr val="E8EEF1"/>
                </a:solidFill>
                <a:latin typeface="Courier New"/>
              </a:rPr>
              <a:t>(</a:t>
            </a:r>
            <a:r>
              <a:rPr sz="1100">
                <a:solidFill>
                  <a:srgbClr val="E8EEF1"/>
                </a:solidFill>
                <a:latin typeface="Courier New"/>
              </a:rPr>
              <a:t>[</a:t>
            </a:r>
            <a:r>
              <a:rPr sz="1100">
                <a:solidFill>
                  <a:srgbClr val="E8EEF1"/>
                </a:solidFill>
                <a:latin typeface="Courier New"/>
              </a:rPr>
              <a:t>moltiplica</a:t>
            </a:r>
            <a:r>
              <a:rPr sz="1100">
                <a:solidFill>
                  <a:srgbClr val="E8EEF1"/>
                </a:solidFill>
                <a:latin typeface="Courier New"/>
              </a:rPr>
              <a:t>]</a:t>
            </a:r>
            <a:r>
              <a:rPr sz="11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8EEF1"/>
                </a:solidFill>
                <a:latin typeface="Courier New"/>
              </a:rPr>
              <a:t>msg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=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llm_con_tools</a:t>
            </a:r>
            <a:r>
              <a:rPr sz="1100">
                <a:solidFill>
                  <a:srgbClr val="E8EEF1"/>
                </a:solidFill>
                <a:latin typeface="Courier New"/>
              </a:rPr>
              <a:t>.</a:t>
            </a:r>
            <a:r>
              <a:rPr sz="1100">
                <a:solidFill>
                  <a:srgbClr val="E8EEF1"/>
                </a:solidFill>
                <a:latin typeface="Courier New"/>
              </a:rPr>
              <a:t>invoke</a:t>
            </a:r>
            <a:r>
              <a:rPr sz="1100">
                <a:solidFill>
                  <a:srgbClr val="E8EEF1"/>
                </a:solidFill>
                <a:latin typeface="Courier New"/>
              </a:rPr>
              <a:t>(</a:t>
            </a:r>
            <a:r>
              <a:rPr sz="1100">
                <a:solidFill>
                  <a:srgbClr val="B5D98B"/>
                </a:solidFill>
                <a:latin typeface="Courier New"/>
              </a:rPr>
              <a:t>"</a:t>
            </a:r>
            <a:r>
              <a:rPr sz="1100">
                <a:solidFill>
                  <a:srgbClr val="B5D98B"/>
                </a:solidFill>
                <a:latin typeface="Courier New"/>
              </a:rPr>
              <a:t>Quanto fa 12 per 7?</a:t>
            </a:r>
            <a:r>
              <a:rPr sz="1100">
                <a:solidFill>
                  <a:srgbClr val="B5D98B"/>
                </a:solidFill>
                <a:latin typeface="Courier New"/>
              </a:rPr>
              <a:t>"</a:t>
            </a:r>
            <a:r>
              <a:rPr sz="11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7FCFF0"/>
                </a:solidFill>
                <a:latin typeface="Courier New"/>
              </a:rPr>
              <a:t>print</a:t>
            </a:r>
            <a:r>
              <a:rPr sz="1100">
                <a:solidFill>
                  <a:srgbClr val="E8EEF1"/>
                </a:solidFill>
                <a:latin typeface="Courier New"/>
              </a:rPr>
              <a:t>(</a:t>
            </a:r>
            <a:r>
              <a:rPr sz="1100">
                <a:solidFill>
                  <a:srgbClr val="E8EEF1"/>
                </a:solidFill>
                <a:latin typeface="Courier New"/>
              </a:rPr>
              <a:t>msg</a:t>
            </a:r>
            <a:r>
              <a:rPr sz="1100">
                <a:solidFill>
                  <a:srgbClr val="E8EEF1"/>
                </a:solidFill>
                <a:latin typeface="Courier New"/>
              </a:rPr>
              <a:t>.</a:t>
            </a:r>
            <a:r>
              <a:rPr sz="1100">
                <a:solidFill>
                  <a:srgbClr val="E8EEF1"/>
                </a:solidFill>
                <a:latin typeface="Courier New"/>
              </a:rPr>
              <a:t>tool_calls</a:t>
            </a:r>
            <a:r>
              <a:rPr sz="1100">
                <a:solidFill>
                  <a:srgbClr val="E8EEF1"/>
                </a:solidFill>
                <a:latin typeface="Courier New"/>
              </a:rPr>
              <a:t>)</a:t>
            </a:r>
            <a:r>
              <a:rPr sz="1100">
                <a:solidFill>
                  <a:srgbClr val="E8EEF1"/>
                </a:solidFill>
                <a:latin typeface="Courier New"/>
              </a:rPr>
              <a:t>   </a:t>
            </a:r>
            <a:r>
              <a:rPr sz="1100">
                <a:solidFill>
                  <a:srgbClr val="8AA4B0"/>
                </a:solidFill>
                <a:latin typeface="Courier New"/>
              </a:rPr>
              <a:t># [{'name': 'moltiplica', 'args': {'a': 12, 'b': 7}, 'id': '...'}]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20640" y="4864608"/>
            <a:ext cx="32918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b="0" sz="1000">
                <a:solidFill>
                  <a:srgbClr val="76777B"/>
                </a:solidFill>
                <a:latin typeface="Arial"/>
              </a:rPr>
              <a:t>Esempio: </a:t>
            </a:r>
            <a:r>
              <a:rPr b="1" sz="1000">
                <a:solidFill>
                  <a:srgbClr val="005A77"/>
                </a:solidFill>
                <a:latin typeface="Courier New"/>
              </a:rPr>
              <a:t>02_tool_calling.py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0.5 WORKFLOW O AGENTE?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12</a:t>
            </a:fld>
          </a:p>
        </p:txBody>
      </p:sp>
      <p:sp>
        <p:nvSpPr>
          <p:cNvPr id="34" name="Rounded Rectangle 33"/>
          <p:cNvSpPr/>
          <p:nvPr/>
        </p:nvSpPr>
        <p:spPr>
          <a:xfrm>
            <a:off x="457200" y="1051560"/>
            <a:ext cx="4023360" cy="228600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66928" y="1124712"/>
            <a:ext cx="380390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400">
                <a:solidFill>
                  <a:srgbClr val="DF6426"/>
                </a:solidFill>
                <a:latin typeface="Arial"/>
              </a:rPr>
              <a:t>Workflow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1508760"/>
            <a:ext cx="3803904" cy="1783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250">
                <a:solidFill>
                  <a:srgbClr val="003548"/>
                </a:solidFill>
                <a:latin typeface="Arial"/>
              </a:rPr>
              <a:t>Il percorso è </a:t>
            </a:r>
            <a:r>
              <a:rPr b="1" sz="1250">
                <a:solidFill>
                  <a:srgbClr val="003548"/>
                </a:solidFill>
                <a:latin typeface="Arial"/>
              </a:rPr>
              <a:t>deciso da noi</a:t>
            </a:r>
            <a:r>
              <a:rPr b="0" sz="1250">
                <a:solidFill>
                  <a:srgbClr val="003548"/>
                </a:solidFill>
                <a:latin typeface="Arial"/>
              </a:rPr>
              <a:t> nel codice.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250">
                <a:solidFill>
                  <a:srgbClr val="003548"/>
                </a:solidFill>
                <a:latin typeface="Arial"/>
              </a:rPr>
              <a:t>prevedibile, testabile, economico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250">
                <a:solidFill>
                  <a:srgbClr val="003548"/>
                </a:solidFill>
                <a:latin typeface="Arial"/>
              </a:rPr>
              <a:t>es. classifica → instrada → rispondi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663440" y="1051560"/>
            <a:ext cx="4023360" cy="2286000"/>
          </a:xfrm>
          <a:prstGeom prst="roundRect">
            <a:avLst>
              <a:gd name="adj" fmla="val 8000"/>
            </a:avLst>
          </a:prstGeom>
          <a:solidFill>
            <a:srgbClr val="FCEEE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773168" y="1124712"/>
            <a:ext cx="380390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400">
                <a:solidFill>
                  <a:srgbClr val="DF6426"/>
                </a:solidFill>
                <a:latin typeface="Arial"/>
              </a:rPr>
              <a:t>Agente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73168" y="1508760"/>
            <a:ext cx="3803904" cy="1783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250">
                <a:solidFill>
                  <a:srgbClr val="003548"/>
                </a:solidFill>
                <a:latin typeface="Arial"/>
              </a:rPr>
              <a:t>L'</a:t>
            </a:r>
            <a:r>
              <a:rPr b="1" sz="1250">
                <a:solidFill>
                  <a:srgbClr val="003548"/>
                </a:solidFill>
                <a:latin typeface="Arial"/>
              </a:rPr>
              <a:t>LLM decide</a:t>
            </a:r>
            <a:r>
              <a:rPr b="0" sz="1250">
                <a:solidFill>
                  <a:srgbClr val="003548"/>
                </a:solidFill>
                <a:latin typeface="Arial"/>
              </a:rPr>
              <a:t> quali passi fare e quando fermarsi.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250">
                <a:solidFill>
                  <a:srgbClr val="003548"/>
                </a:solidFill>
                <a:latin typeface="Arial"/>
              </a:rPr>
              <a:t>flessibile su compiti aperti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250">
                <a:solidFill>
                  <a:srgbClr val="003548"/>
                </a:solidFill>
                <a:latin typeface="Arial"/>
              </a:rPr>
              <a:t>meno prevedibile, più costoso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3520440"/>
            <a:ext cx="8229600" cy="1188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350">
                <a:solidFill>
                  <a:srgbClr val="003548"/>
                </a:solidFill>
                <a:latin typeface="Arial"/>
              </a:rPr>
              <a:t>Nella pratica i sistemi reali sono </a:t>
            </a:r>
            <a:r>
              <a:rPr b="1" sz="1350">
                <a:solidFill>
                  <a:srgbClr val="003548"/>
                </a:solidFill>
                <a:latin typeface="Arial"/>
              </a:rPr>
              <a:t>ibridi</a:t>
            </a:r>
            <a:r>
              <a:rPr b="0" sz="1350">
                <a:solidFill>
                  <a:srgbClr val="003548"/>
                </a:solidFill>
                <a:latin typeface="Arial"/>
              </a:rPr>
              <a:t>: parti deterministiche (DB, calcoli, validazioni) + punti in cui l'LLM sceglie.</a:t>
            </a:r>
          </a:p>
          <a:p>
            <a:pPr algn="l">
              <a:spcAft>
                <a:spcPts val="400"/>
              </a:spcAft>
            </a:pPr>
            <a:r>
              <a:rPr b="1" sz="1350">
                <a:solidFill>
                  <a:srgbClr val="003548"/>
                </a:solidFill>
                <a:latin typeface="Arial"/>
              </a:rPr>
              <a:t>LangGraph</a:t>
            </a:r>
            <a:r>
              <a:rPr b="0" sz="1350">
                <a:solidFill>
                  <a:srgbClr val="003548"/>
                </a:solidFill>
                <a:latin typeface="Arial"/>
              </a:rPr>
              <a:t> permette di disegnare entrambe le cose nello stesso grafo, decidendo noi quanta autonomia dare.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0.6 PERCHÉ LANGGRAPH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13</a:t>
            </a:fld>
          </a:p>
        </p:txBody>
      </p:sp>
      <p:sp>
        <p:nvSpPr>
          <p:cNvPr id="34" name="Rounded Rectangle 33"/>
          <p:cNvSpPr/>
          <p:nvPr/>
        </p:nvSpPr>
        <p:spPr>
          <a:xfrm>
            <a:off x="457200" y="1097280"/>
            <a:ext cx="2651760" cy="1645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66928" y="1170432"/>
            <a:ext cx="243230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400">
                <a:solidFill>
                  <a:srgbClr val="DF6426"/>
                </a:solidFill>
                <a:latin typeface="Arial"/>
              </a:rPr>
              <a:t>Controllo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1554480"/>
            <a:ext cx="2432304" cy="11430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250">
                <a:solidFill>
                  <a:srgbClr val="003548"/>
                </a:solidFill>
                <a:latin typeface="Arial"/>
              </a:rPr>
              <a:t>grafo esplicito: ogni passo e ogni ramo sono visibili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46120" y="1097280"/>
            <a:ext cx="2651760" cy="1645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3355848" y="1170432"/>
            <a:ext cx="243230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400">
                <a:solidFill>
                  <a:srgbClr val="DF6426"/>
                </a:solidFill>
                <a:latin typeface="Arial"/>
              </a:rPr>
              <a:t>Stato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55848" y="1554480"/>
            <a:ext cx="2432304" cy="11430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250">
                <a:solidFill>
                  <a:srgbClr val="003548"/>
                </a:solidFill>
                <a:latin typeface="Arial"/>
              </a:rPr>
              <a:t>memoria condivisa e tipizzata tra i nodi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35040" y="1097280"/>
            <a:ext cx="2651760" cy="1645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144768" y="1170432"/>
            <a:ext cx="243230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400">
                <a:solidFill>
                  <a:srgbClr val="DF6426"/>
                </a:solidFill>
                <a:latin typeface="Arial"/>
              </a:rPr>
              <a:t>Cicli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44768" y="1554480"/>
            <a:ext cx="2432304" cy="11430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250">
                <a:solidFill>
                  <a:srgbClr val="003548"/>
                </a:solidFill>
                <a:latin typeface="Arial"/>
              </a:rPr>
              <a:t>loop nativi: il cuore di ogni agente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2880360"/>
            <a:ext cx="2651760" cy="1645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566928" y="2953512"/>
            <a:ext cx="243230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400">
                <a:solidFill>
                  <a:srgbClr val="DF6426"/>
                </a:solidFill>
                <a:latin typeface="Arial"/>
              </a:rPr>
              <a:t>Persistenza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" y="3337560"/>
            <a:ext cx="2432304" cy="11430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250">
                <a:solidFill>
                  <a:srgbClr val="003548"/>
                </a:solidFill>
                <a:latin typeface="Arial"/>
              </a:rPr>
              <a:t>checkpoint automatici, ripresa dopo errori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246120" y="2880360"/>
            <a:ext cx="2651760" cy="1645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3355848" y="2953512"/>
            <a:ext cx="243230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400">
                <a:solidFill>
                  <a:srgbClr val="DF6426"/>
                </a:solidFill>
                <a:latin typeface="Arial"/>
              </a:rPr>
              <a:t>Human-in-the-loop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55848" y="3337560"/>
            <a:ext cx="2432304" cy="11430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250">
                <a:solidFill>
                  <a:srgbClr val="003548"/>
                </a:solidFill>
                <a:latin typeface="Arial"/>
              </a:rPr>
              <a:t>pausa, approvazione, modifica dello stato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035040" y="2880360"/>
            <a:ext cx="2651760" cy="1645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6144768" y="2953512"/>
            <a:ext cx="243230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400">
                <a:solidFill>
                  <a:srgbClr val="DF6426"/>
                </a:solidFill>
                <a:latin typeface="Arial"/>
              </a:rPr>
              <a:t>Streaming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44768" y="3337560"/>
            <a:ext cx="2432304" cy="11430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250">
                <a:solidFill>
                  <a:srgbClr val="003548"/>
                </a:solidFill>
                <a:latin typeface="Arial"/>
              </a:rPr>
              <a:t>token e passi intermedi in tempo reale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100">
                <a:solidFill>
                  <a:srgbClr val="76777B"/>
                </a:solidFill>
                <a:latin typeface="Arial"/>
              </a:rPr>
              <a:t>Framework open source (MIT) di LangChain Inc., usato in produzione per agenti stateful e di lunga durata.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0.7 L'ECOSISTEMA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14</a:t>
            </a:fld>
          </a:p>
        </p:txBody>
      </p:sp>
      <p:sp>
        <p:nvSpPr>
          <p:cNvPr id="34" name="Rounded Rectangle 33"/>
          <p:cNvSpPr/>
          <p:nvPr/>
        </p:nvSpPr>
        <p:spPr>
          <a:xfrm>
            <a:off x="457200" y="1097280"/>
            <a:ext cx="6172200" cy="749808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66928" y="1170432"/>
            <a:ext cx="5952744" cy="630935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200">
                <a:solidFill>
                  <a:srgbClr val="003548"/>
                </a:solidFill>
                <a:latin typeface="Arial"/>
              </a:rPr>
              <a:t>Deep Agents</a:t>
            </a:r>
            <a:r>
              <a:rPr b="0" sz="1200">
                <a:solidFill>
                  <a:srgbClr val="003548"/>
                </a:solidFill>
                <a:latin typeface="Arial"/>
              </a:rPr>
              <a:t> – agenti "pronti" con pianificazione, sub-agenti, filesystem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" y="1965960"/>
            <a:ext cx="5943600" cy="749808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95528" y="2039112"/>
            <a:ext cx="5724144" cy="630935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200">
                <a:solidFill>
                  <a:srgbClr val="003548"/>
                </a:solidFill>
                <a:latin typeface="Arial"/>
              </a:rPr>
              <a:t>LangChain  (create_agent, middleware)</a:t>
            </a:r>
            <a:r>
              <a:rPr b="0" sz="1200">
                <a:solidFill>
                  <a:srgbClr val="003548"/>
                </a:solidFill>
                <a:latin typeface="Arial"/>
              </a:rPr>
              <a:t> – agente ReAct pronto all'uso, costruito SU LangGraph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4400" y="2834639"/>
            <a:ext cx="5715000" cy="749808"/>
          </a:xfrm>
          <a:prstGeom prst="roundRect">
            <a:avLst>
              <a:gd name="adj" fmla="val 8000"/>
            </a:avLst>
          </a:prstGeom>
          <a:solidFill>
            <a:srgbClr val="FCEEE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1024128" y="2907791"/>
            <a:ext cx="5495544" cy="630935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200">
                <a:solidFill>
                  <a:srgbClr val="003548"/>
                </a:solidFill>
                <a:latin typeface="Arial"/>
              </a:rPr>
              <a:t>LangGraph</a:t>
            </a:r>
            <a:r>
              <a:rPr b="0" sz="1200">
                <a:solidFill>
                  <a:srgbClr val="003548"/>
                </a:solidFill>
                <a:latin typeface="Arial"/>
              </a:rPr>
              <a:t> – runtime a basso livello: grafi, stato, persistenza, interrupt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43000" y="3703320"/>
            <a:ext cx="5486400" cy="749808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1252728" y="3776472"/>
            <a:ext cx="5266944" cy="630935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200">
                <a:solidFill>
                  <a:srgbClr val="003548"/>
                </a:solidFill>
                <a:latin typeface="Arial"/>
              </a:rPr>
              <a:t>langchain-core + integrazioni</a:t>
            </a:r>
            <a:r>
              <a:rPr b="0" sz="1200">
                <a:solidFill>
                  <a:srgbClr val="003548"/>
                </a:solidFill>
                <a:latin typeface="Arial"/>
              </a:rPr>
              <a:t> – messaggi, tool, chat model (es. langchain-ollama), vector store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903720" y="1097280"/>
            <a:ext cx="1828800" cy="333756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7013448" y="1170432"/>
            <a:ext cx="160934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400">
                <a:solidFill>
                  <a:srgbClr val="DF6426"/>
                </a:solidFill>
                <a:latin typeface="Arial"/>
              </a:rPr>
              <a:t>In questo corso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13448" y="1554480"/>
            <a:ext cx="1609344" cy="2834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150">
                <a:solidFill>
                  <a:srgbClr val="003548"/>
                </a:solidFill>
                <a:latin typeface="Arial"/>
              </a:rPr>
              <a:t>Costruiamo con </a:t>
            </a:r>
            <a:r>
              <a:rPr b="1" sz="1150">
                <a:solidFill>
                  <a:srgbClr val="003548"/>
                </a:solidFill>
                <a:latin typeface="Arial"/>
              </a:rPr>
              <a:t>LangGraph</a:t>
            </a:r>
            <a:r>
              <a:rPr b="0" sz="1150">
                <a:solidFill>
                  <a:srgbClr val="003548"/>
                </a:solidFill>
                <a:latin typeface="Arial"/>
              </a:rPr>
              <a:t> e usiamo </a:t>
            </a:r>
            <a:r>
              <a:rPr b="1" sz="1150">
                <a:solidFill>
                  <a:srgbClr val="DF6426"/>
                </a:solidFill>
                <a:latin typeface="Courier New"/>
              </a:rPr>
              <a:t>create_agent</a:t>
            </a:r>
            <a:r>
              <a:rPr b="0" sz="1150">
                <a:solidFill>
                  <a:srgbClr val="003548"/>
                </a:solidFill>
                <a:latin typeface="Arial"/>
              </a:rPr>
              <a:t> come scorciatoia quando serve un agente standard.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40280"/>
            <a:ext cx="8229600" cy="731520"/>
          </a:xfrm>
        </p:spPr>
        <p:txBody>
          <a:bodyPr/>
          <a:lstStyle/>
          <a:p>
            <a:r>
              <a:t>1. CONCETTI 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73152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b="0" sz="1600">
                <a:solidFill>
                  <a:srgbClr val="005A77"/>
                </a:solidFill>
                <a:latin typeface="Arial"/>
              </a:rPr>
              <a:t>State, Nodes, Edges: costruire un grafo passo dopo passo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1.1 L'ANATOMIA DI UN GRAFO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16</a:t>
            </a:fld>
          </a:p>
        </p:txBody>
      </p:sp>
      <p:sp>
        <p:nvSpPr>
          <p:cNvPr id="34" name="TextBox 33"/>
          <p:cNvSpPr txBox="1"/>
          <p:nvPr/>
        </p:nvSpPr>
        <p:spPr>
          <a:xfrm>
            <a:off x="457200" y="1097280"/>
            <a:ext cx="3931920" cy="3566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350">
                <a:solidFill>
                  <a:srgbClr val="003548"/>
                </a:solidFill>
                <a:latin typeface="Arial"/>
              </a:rPr>
              <a:t>Un'applicazione LangGraph è un </a:t>
            </a:r>
            <a:r>
              <a:rPr b="1" sz="1350">
                <a:solidFill>
                  <a:srgbClr val="003548"/>
                </a:solidFill>
                <a:latin typeface="Arial"/>
              </a:rPr>
              <a:t>grafo orientato</a:t>
            </a:r>
            <a:r>
              <a:rPr b="0" sz="1350">
                <a:solidFill>
                  <a:srgbClr val="003548"/>
                </a:solidFill>
                <a:latin typeface="Arial"/>
              </a:rPr>
              <a:t>: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1" sz="1350">
                <a:solidFill>
                  <a:srgbClr val="003548"/>
                </a:solidFill>
                <a:latin typeface="Arial"/>
              </a:rPr>
              <a:t>State</a:t>
            </a:r>
            <a:r>
              <a:rPr b="0" sz="1350">
                <a:solidFill>
                  <a:srgbClr val="003548"/>
                </a:solidFill>
                <a:latin typeface="Arial"/>
              </a:rPr>
              <a:t> – i dati condivisi, letti e aggiornati da tutti i nodi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1" sz="1350">
                <a:solidFill>
                  <a:srgbClr val="003548"/>
                </a:solidFill>
                <a:latin typeface="Arial"/>
              </a:rPr>
              <a:t>Nodes</a:t>
            </a:r>
            <a:r>
              <a:rPr b="0" sz="1350">
                <a:solidFill>
                  <a:srgbClr val="003548"/>
                </a:solidFill>
                <a:latin typeface="Arial"/>
              </a:rPr>
              <a:t> – funzioni Python: ricevono lo state, restituiscono un </a:t>
            </a:r>
            <a:r>
              <a:rPr b="1" sz="1350">
                <a:solidFill>
                  <a:srgbClr val="003548"/>
                </a:solidFill>
                <a:latin typeface="Arial"/>
              </a:rPr>
              <a:t>aggiornamento parziale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1" sz="1350">
                <a:solidFill>
                  <a:srgbClr val="003548"/>
                </a:solidFill>
                <a:latin typeface="Arial"/>
              </a:rPr>
              <a:t>Edges</a:t>
            </a:r>
            <a:r>
              <a:rPr b="0" sz="1350">
                <a:solidFill>
                  <a:srgbClr val="003548"/>
                </a:solidFill>
                <a:latin typeface="Arial"/>
              </a:rPr>
              <a:t> – collegano i nodi: fissi, condizionali o ciclici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1" sz="1350">
                <a:solidFill>
                  <a:srgbClr val="003548"/>
                </a:solidFill>
                <a:latin typeface="Arial"/>
              </a:rPr>
              <a:t>START / END</a:t>
            </a:r>
            <a:r>
              <a:rPr b="0" sz="1350">
                <a:solidFill>
                  <a:srgbClr val="003548"/>
                </a:solidFill>
                <a:latin typeface="Arial"/>
              </a:rPr>
              <a:t> – nodi speciali di ingresso e uscita</a:t>
            </a:r>
          </a:p>
          <a:p>
            <a:pPr algn="l">
              <a:spcAft>
                <a:spcPts val="400"/>
              </a:spcAft>
            </a:pPr>
            <a:r>
              <a:rPr b="0" sz="1350">
                <a:solidFill>
                  <a:srgbClr val="003548"/>
                </a:solidFill>
                <a:latin typeface="Arial"/>
              </a:rPr>
              <a:t>Si costruisce con </a:t>
            </a:r>
            <a:r>
              <a:rPr b="1" sz="1350">
                <a:solidFill>
                  <a:srgbClr val="DF6426"/>
                </a:solidFill>
                <a:latin typeface="Courier New"/>
              </a:rPr>
              <a:t>StateGraph</a:t>
            </a:r>
            <a:r>
              <a:rPr b="0" sz="1350">
                <a:solidFill>
                  <a:srgbClr val="003548"/>
                </a:solidFill>
                <a:latin typeface="Arial"/>
              </a:rPr>
              <a:t>, si </a:t>
            </a:r>
            <a:r>
              <a:rPr b="1" sz="1350">
                <a:solidFill>
                  <a:srgbClr val="003548"/>
                </a:solidFill>
                <a:latin typeface="Arial"/>
              </a:rPr>
              <a:t>compila</a:t>
            </a:r>
            <a:r>
              <a:rPr b="0" sz="1350">
                <a:solidFill>
                  <a:srgbClr val="003548"/>
                </a:solidFill>
                <a:latin typeface="Arial"/>
              </a:rPr>
              <a:t> e si esegue con </a:t>
            </a:r>
            <a:r>
              <a:rPr b="1" sz="1350">
                <a:solidFill>
                  <a:srgbClr val="DF6426"/>
                </a:solidFill>
                <a:latin typeface="Courier New"/>
              </a:rPr>
              <a:t>invoke</a:t>
            </a:r>
            <a:r>
              <a:rPr b="0" sz="1350">
                <a:solidFill>
                  <a:srgbClr val="003548"/>
                </a:solidFill>
                <a:latin typeface="Arial"/>
              </a:rPr>
              <a:t> / </a:t>
            </a:r>
            <a:r>
              <a:rPr b="1" sz="1350">
                <a:solidFill>
                  <a:srgbClr val="DF6426"/>
                </a:solidFill>
                <a:latin typeface="Courier New"/>
              </a:rPr>
              <a:t>stream</a:t>
            </a:r>
            <a:r>
              <a:rPr b="0" sz="1350">
                <a:solidFill>
                  <a:srgbClr val="003548"/>
                </a:solidFill>
                <a:latin typeface="Arial"/>
              </a:rPr>
              <a:t>.</a:t>
            </a:r>
          </a:p>
        </p:txBody>
      </p:sp>
      <p:sp>
        <p:nvSpPr>
          <p:cNvPr id="35" name="Can 34"/>
          <p:cNvSpPr/>
          <p:nvPr/>
        </p:nvSpPr>
        <p:spPr>
          <a:xfrm>
            <a:off x="4892040" y="1143000"/>
            <a:ext cx="3794760" cy="502920"/>
          </a:xfrm>
          <a:prstGeom prst="can">
            <a:avLst/>
          </a:prstGeom>
          <a:solidFill>
            <a:srgbClr val="E6EEF2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1" sz="1100">
                <a:solidFill>
                  <a:srgbClr val="003548"/>
                </a:solidFill>
                <a:latin typeface="Arial"/>
              </a:rPr>
              <a:t>State  { messaggi, dati, contatori … }</a:t>
            </a:r>
          </a:p>
        </p:txBody>
      </p:sp>
      <p:sp>
        <p:nvSpPr>
          <p:cNvPr id="36" name="Oval 35"/>
          <p:cNvSpPr/>
          <p:nvPr/>
        </p:nvSpPr>
        <p:spPr>
          <a:xfrm>
            <a:off x="6080760" y="1874519"/>
            <a:ext cx="1371600" cy="411480"/>
          </a:xfrm>
          <a:prstGeom prst="ellipse">
            <a:avLst/>
          </a:prstGeom>
          <a:solidFill>
            <a:srgbClr val="76777B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START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897880" y="2560320"/>
            <a:ext cx="1737360" cy="502920"/>
          </a:xfrm>
          <a:prstGeom prst="roundRect">
            <a:avLst>
              <a:gd name="adj" fmla="val 30000"/>
            </a:avLst>
          </a:prstGeom>
          <a:solidFill>
            <a:srgbClr val="005A77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nodo_a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892040" y="3429000"/>
            <a:ext cx="1645920" cy="502920"/>
          </a:xfrm>
          <a:prstGeom prst="roundRect">
            <a:avLst>
              <a:gd name="adj" fmla="val 30000"/>
            </a:avLst>
          </a:prstGeom>
          <a:solidFill>
            <a:srgbClr val="005A77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nodo_b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995160" y="3429000"/>
            <a:ext cx="1645920" cy="502920"/>
          </a:xfrm>
          <a:prstGeom prst="roundRect">
            <a:avLst>
              <a:gd name="adj" fmla="val 30000"/>
            </a:avLst>
          </a:prstGeom>
          <a:solidFill>
            <a:srgbClr val="DF6426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nodo_c</a:t>
            </a:r>
          </a:p>
        </p:txBody>
      </p:sp>
      <p:sp>
        <p:nvSpPr>
          <p:cNvPr id="40" name="Oval 39"/>
          <p:cNvSpPr/>
          <p:nvPr/>
        </p:nvSpPr>
        <p:spPr>
          <a:xfrm>
            <a:off x="6080760" y="4251960"/>
            <a:ext cx="1371600" cy="411480"/>
          </a:xfrm>
          <a:prstGeom prst="ellipse">
            <a:avLst/>
          </a:prstGeom>
          <a:solidFill>
            <a:srgbClr val="76777B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END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766560" y="2285999"/>
            <a:ext cx="0" cy="274321"/>
          </a:xfrm>
          <a:prstGeom prst="line">
            <a:avLst/>
          </a:prstGeom>
          <a:ln w="22225">
            <a:solidFill>
              <a:srgbClr val="003548"/>
            </a:solidFill>
            <a:tailEnd type="triangle" w="med" len="med"/>
          </a:ln>
        </p:spPr>
      </p:cxnSp>
      <p:cxnSp>
        <p:nvCxnSpPr>
          <p:cNvPr id="42" name="Connector 41"/>
          <p:cNvCxnSpPr/>
          <p:nvPr/>
        </p:nvCxnSpPr>
        <p:spPr>
          <a:xfrm flipH="1">
            <a:off x="5715000" y="3063240"/>
            <a:ext cx="1051560" cy="365760"/>
          </a:xfrm>
          <a:prstGeom prst="line">
            <a:avLst/>
          </a:prstGeom>
          <a:ln w="22225">
            <a:solidFill>
              <a:srgbClr val="003548"/>
            </a:solidFill>
            <a:prstDash val="dash"/>
            <a:tailEnd type="triangle" w="med" len="med"/>
          </a:ln>
        </p:spPr>
      </p:cxnSp>
      <p:cxnSp>
        <p:nvCxnSpPr>
          <p:cNvPr id="43" name="Connector 42"/>
          <p:cNvCxnSpPr/>
          <p:nvPr/>
        </p:nvCxnSpPr>
        <p:spPr>
          <a:xfrm>
            <a:off x="6766560" y="3063240"/>
            <a:ext cx="1051560" cy="365760"/>
          </a:xfrm>
          <a:prstGeom prst="line">
            <a:avLst/>
          </a:prstGeom>
          <a:ln w="22225">
            <a:solidFill>
              <a:srgbClr val="003548"/>
            </a:solidFill>
            <a:prstDash val="dash"/>
            <a:tailEnd type="triangle" w="med" len="med"/>
          </a:ln>
        </p:spPr>
      </p:cxnSp>
      <p:cxnSp>
        <p:nvCxnSpPr>
          <p:cNvPr id="44" name="Connector 43"/>
          <p:cNvCxnSpPr/>
          <p:nvPr/>
        </p:nvCxnSpPr>
        <p:spPr>
          <a:xfrm>
            <a:off x="5715000" y="3931920"/>
            <a:ext cx="365760" cy="525780"/>
          </a:xfrm>
          <a:prstGeom prst="line">
            <a:avLst/>
          </a:prstGeom>
          <a:ln w="22225">
            <a:solidFill>
              <a:srgbClr val="003548"/>
            </a:solidFill>
            <a:tailEnd type="triangle" w="med" len="med"/>
          </a:ln>
        </p:spPr>
      </p:cxnSp>
      <p:cxnSp>
        <p:nvCxnSpPr>
          <p:cNvPr id="45" name="Connector 44"/>
          <p:cNvCxnSpPr/>
          <p:nvPr/>
        </p:nvCxnSpPr>
        <p:spPr>
          <a:xfrm flipH="1">
            <a:off x="7452360" y="3931920"/>
            <a:ext cx="365760" cy="525780"/>
          </a:xfrm>
          <a:prstGeom prst="line">
            <a:avLst/>
          </a:prstGeom>
          <a:ln w="22225">
            <a:solidFill>
              <a:srgbClr val="003548"/>
            </a:solidFill>
            <a:tailEnd type="triangle" w="med" len="med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1.2 HELLO WORLD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17</a:t>
            </a:fld>
          </a:p>
        </p:txBody>
      </p:sp>
      <p:sp>
        <p:nvSpPr>
          <p:cNvPr id="34" name="Rounded Rectangle 33"/>
          <p:cNvSpPr/>
          <p:nvPr/>
        </p:nvSpPr>
        <p:spPr>
          <a:xfrm>
            <a:off x="457200" y="1051560"/>
            <a:ext cx="8229600" cy="3397250"/>
          </a:xfrm>
          <a:prstGeom prst="roundRect">
            <a:avLst>
              <a:gd name="adj" fmla="val 4000"/>
            </a:avLst>
          </a:prstGeom>
          <a:solidFill>
            <a:srgbClr val="0B2B38"/>
          </a:solidFill>
          <a:ln>
            <a:noFill/>
          </a:ln>
        </p:spPr>
        <p:txBody>
          <a:bodyPr rtlCol="0" anchor="t" wrap="square" lIns="128016" rIns="128016" tIns="91440" bIns="54864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28C4F"/>
                </a:solidFill>
                <a:latin typeface="Courier New"/>
              </a:rPr>
              <a:t>from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typing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 b="1">
                <a:solidFill>
                  <a:srgbClr val="F28C4F"/>
                </a:solidFill>
                <a:latin typeface="Courier New"/>
              </a:rPr>
              <a:t>import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TypedDict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28C4F"/>
                </a:solidFill>
                <a:latin typeface="Courier New"/>
              </a:rPr>
              <a:t>from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langgraph</a:t>
            </a:r>
            <a:r>
              <a:rPr sz="1100">
                <a:solidFill>
                  <a:srgbClr val="E8EEF1"/>
                </a:solidFill>
                <a:latin typeface="Courier New"/>
              </a:rPr>
              <a:t>.</a:t>
            </a:r>
            <a:r>
              <a:rPr sz="1100">
                <a:solidFill>
                  <a:srgbClr val="E8EEF1"/>
                </a:solidFill>
                <a:latin typeface="Courier New"/>
              </a:rPr>
              <a:t>graph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 b="1">
                <a:solidFill>
                  <a:srgbClr val="F28C4F"/>
                </a:solidFill>
                <a:latin typeface="Courier New"/>
              </a:rPr>
              <a:t>import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StateGraph</a:t>
            </a:r>
            <a:r>
              <a:rPr sz="1100">
                <a:solidFill>
                  <a:srgbClr val="E8EEF1"/>
                </a:solidFill>
                <a:latin typeface="Courier New"/>
              </a:rPr>
              <a:t>,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START</a:t>
            </a:r>
            <a:r>
              <a:rPr sz="1100">
                <a:solidFill>
                  <a:srgbClr val="E8EEF1"/>
                </a:solidFill>
                <a:latin typeface="Courier New"/>
              </a:rPr>
              <a:t>,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END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28C4F"/>
                </a:solidFill>
                <a:latin typeface="Courier New"/>
              </a:rPr>
              <a:t>class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7FCFF0"/>
                </a:solidFill>
                <a:latin typeface="Courier New"/>
              </a:rPr>
              <a:t>State</a:t>
            </a:r>
            <a:r>
              <a:rPr sz="1100">
                <a:solidFill>
                  <a:srgbClr val="E8EEF1"/>
                </a:solidFill>
                <a:latin typeface="Courier New"/>
              </a:rPr>
              <a:t>(</a:t>
            </a:r>
            <a:r>
              <a:rPr sz="1100">
                <a:solidFill>
                  <a:srgbClr val="E8EEF1"/>
                </a:solidFill>
                <a:latin typeface="Courier New"/>
              </a:rPr>
              <a:t>TypedDict</a:t>
            </a:r>
            <a:r>
              <a:rPr sz="1100">
                <a:solidFill>
                  <a:srgbClr val="E8EEF1"/>
                </a:solidFill>
                <a:latin typeface="Courier New"/>
              </a:rPr>
              <a:t>)</a:t>
            </a:r>
            <a:r>
              <a:rPr sz="1100">
                <a:solidFill>
                  <a:srgbClr val="E8EEF1"/>
                </a:solidFill>
                <a:latin typeface="Courier New"/>
              </a:rPr>
              <a:t>:</a:t>
            </a:r>
            <a:r>
              <a:rPr sz="1100">
                <a:solidFill>
                  <a:srgbClr val="E8EEF1"/>
                </a:solidFill>
                <a:latin typeface="Courier New"/>
              </a:rPr>
              <a:t>          </a:t>
            </a:r>
            <a:r>
              <a:rPr sz="1100">
                <a:solidFill>
                  <a:srgbClr val="8AA4B0"/>
                </a:solidFill>
                <a:latin typeface="Courier New"/>
              </a:rPr>
              <a:t># 1) lo STATE: la memoria condivisa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8EEF1"/>
                </a:solidFill>
                <a:latin typeface="Courier New"/>
              </a:rPr>
              <a:t>    </a:t>
            </a:r>
            <a:r>
              <a:rPr sz="1100">
                <a:solidFill>
                  <a:srgbClr val="E8EEF1"/>
                </a:solidFill>
                <a:latin typeface="Courier New"/>
              </a:rPr>
              <a:t>nome</a:t>
            </a:r>
            <a:r>
              <a:rPr sz="1100">
                <a:solidFill>
                  <a:srgbClr val="E8EEF1"/>
                </a:solidFill>
                <a:latin typeface="Courier New"/>
              </a:rPr>
              <a:t>: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7FCFF0"/>
                </a:solidFill>
                <a:latin typeface="Courier New"/>
              </a:rPr>
              <a:t>str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8EEF1"/>
                </a:solidFill>
                <a:latin typeface="Courier New"/>
              </a:rPr>
              <a:t>    </a:t>
            </a:r>
            <a:r>
              <a:rPr sz="1100">
                <a:solidFill>
                  <a:srgbClr val="E8EEF1"/>
                </a:solidFill>
                <a:latin typeface="Courier New"/>
              </a:rPr>
              <a:t>messaggio</a:t>
            </a:r>
            <a:r>
              <a:rPr sz="1100">
                <a:solidFill>
                  <a:srgbClr val="E8EEF1"/>
                </a:solidFill>
                <a:latin typeface="Courier New"/>
              </a:rPr>
              <a:t>: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7FCFF0"/>
                </a:solidFill>
                <a:latin typeface="Courier New"/>
              </a:rPr>
              <a:t>str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28C4F"/>
                </a:solidFill>
                <a:latin typeface="Courier New"/>
              </a:rPr>
              <a:t>def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7FCFF0"/>
                </a:solidFill>
                <a:latin typeface="Courier New"/>
              </a:rPr>
              <a:t>saluta</a:t>
            </a:r>
            <a:r>
              <a:rPr sz="1100">
                <a:solidFill>
                  <a:srgbClr val="E8EEF1"/>
                </a:solidFill>
                <a:latin typeface="Courier New"/>
              </a:rPr>
              <a:t>(</a:t>
            </a:r>
            <a:r>
              <a:rPr sz="1100">
                <a:solidFill>
                  <a:srgbClr val="E8EEF1"/>
                </a:solidFill>
                <a:latin typeface="Courier New"/>
              </a:rPr>
              <a:t>state</a:t>
            </a:r>
            <a:r>
              <a:rPr sz="1100">
                <a:solidFill>
                  <a:srgbClr val="E8EEF1"/>
                </a:solidFill>
                <a:latin typeface="Courier New"/>
              </a:rPr>
              <a:t>: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State</a:t>
            </a:r>
            <a:r>
              <a:rPr sz="1100">
                <a:solidFill>
                  <a:srgbClr val="E8EEF1"/>
                </a:solidFill>
                <a:latin typeface="Courier New"/>
              </a:rPr>
              <a:t>)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-</a:t>
            </a:r>
            <a:r>
              <a:rPr sz="1100">
                <a:solidFill>
                  <a:srgbClr val="E8EEF1"/>
                </a:solidFill>
                <a:latin typeface="Courier New"/>
              </a:rPr>
              <a:t>&gt;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7FCFF0"/>
                </a:solidFill>
                <a:latin typeface="Courier New"/>
              </a:rPr>
              <a:t>dict</a:t>
            </a:r>
            <a:r>
              <a:rPr sz="1100">
                <a:solidFill>
                  <a:srgbClr val="E8EEF1"/>
                </a:solidFill>
                <a:latin typeface="Courier New"/>
              </a:rPr>
              <a:t>:</a:t>
            </a:r>
            <a:r>
              <a:rPr sz="1100">
                <a:solidFill>
                  <a:srgbClr val="E8EEF1"/>
                </a:solidFill>
                <a:latin typeface="Courier New"/>
              </a:rPr>
              <a:t>     </a:t>
            </a:r>
            <a:r>
              <a:rPr sz="1100">
                <a:solidFill>
                  <a:srgbClr val="8AA4B0"/>
                </a:solidFill>
                <a:latin typeface="Courier New"/>
              </a:rPr>
              <a:t># 2) un NODO: legge lo state…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8EEF1"/>
                </a:solidFill>
                <a:latin typeface="Courier New"/>
              </a:rPr>
              <a:t>    </a:t>
            </a:r>
            <a:r>
              <a:rPr sz="1100">
                <a:solidFill>
                  <a:srgbClr val="8AA4B0"/>
                </a:solidFill>
                <a:latin typeface="Courier New"/>
              </a:rPr>
              <a:t># …e ritorna un update parziale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8EEF1"/>
                </a:solidFill>
                <a:latin typeface="Courier New"/>
              </a:rPr>
              <a:t>    </a:t>
            </a:r>
            <a:r>
              <a:rPr sz="1100" b="1">
                <a:solidFill>
                  <a:srgbClr val="F28C4F"/>
                </a:solidFill>
                <a:latin typeface="Courier New"/>
              </a:rPr>
              <a:t>return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{</a:t>
            </a:r>
            <a:r>
              <a:rPr sz="1100">
                <a:solidFill>
                  <a:srgbClr val="B5D98B"/>
                </a:solidFill>
                <a:latin typeface="Courier New"/>
              </a:rPr>
              <a:t>"</a:t>
            </a:r>
            <a:r>
              <a:rPr sz="1100">
                <a:solidFill>
                  <a:srgbClr val="B5D98B"/>
                </a:solidFill>
                <a:latin typeface="Courier New"/>
              </a:rPr>
              <a:t>messaggio</a:t>
            </a:r>
            <a:r>
              <a:rPr sz="1100">
                <a:solidFill>
                  <a:srgbClr val="B5D98B"/>
                </a:solidFill>
                <a:latin typeface="Courier New"/>
              </a:rPr>
              <a:t>"</a:t>
            </a:r>
            <a:r>
              <a:rPr sz="1100">
                <a:solidFill>
                  <a:srgbClr val="E8EEF1"/>
                </a:solidFill>
                <a:latin typeface="Courier New"/>
              </a:rPr>
              <a:t>: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B5D98B"/>
                </a:solidFill>
                <a:latin typeface="Courier New"/>
              </a:rPr>
              <a:t>f</a:t>
            </a:r>
            <a:r>
              <a:rPr sz="1100">
                <a:solidFill>
                  <a:srgbClr val="B5D98B"/>
                </a:solidFill>
                <a:latin typeface="Courier New"/>
              </a:rPr>
              <a:t>"</a:t>
            </a:r>
            <a:r>
              <a:rPr sz="1100">
                <a:solidFill>
                  <a:srgbClr val="B5D98B"/>
                </a:solidFill>
                <a:latin typeface="Courier New"/>
              </a:rPr>
              <a:t>Ciao </a:t>
            </a:r>
            <a:r>
              <a:rPr sz="1100">
                <a:solidFill>
                  <a:srgbClr val="B5D98B"/>
                </a:solidFill>
                <a:latin typeface="Courier New"/>
              </a:rPr>
              <a:t>{</a:t>
            </a:r>
            <a:r>
              <a:rPr sz="1100">
                <a:solidFill>
                  <a:srgbClr val="E8EEF1"/>
                </a:solidFill>
                <a:latin typeface="Courier New"/>
              </a:rPr>
              <a:t>state</a:t>
            </a:r>
            <a:r>
              <a:rPr sz="1100">
                <a:solidFill>
                  <a:srgbClr val="E8EEF1"/>
                </a:solidFill>
                <a:latin typeface="Courier New"/>
              </a:rPr>
              <a:t>[</a:t>
            </a:r>
            <a:r>
              <a:rPr sz="1100">
                <a:solidFill>
                  <a:srgbClr val="B5D98B"/>
                </a:solidFill>
                <a:latin typeface="Courier New"/>
              </a:rPr>
              <a:t>'</a:t>
            </a:r>
            <a:r>
              <a:rPr sz="1100">
                <a:solidFill>
                  <a:srgbClr val="B5D98B"/>
                </a:solidFill>
                <a:latin typeface="Courier New"/>
              </a:rPr>
              <a:t>nome</a:t>
            </a:r>
            <a:r>
              <a:rPr sz="1100">
                <a:solidFill>
                  <a:srgbClr val="B5D98B"/>
                </a:solidFill>
                <a:latin typeface="Courier New"/>
              </a:rPr>
              <a:t>'</a:t>
            </a:r>
            <a:r>
              <a:rPr sz="1100">
                <a:solidFill>
                  <a:srgbClr val="E8EEF1"/>
                </a:solidFill>
                <a:latin typeface="Courier New"/>
              </a:rPr>
              <a:t>]</a:t>
            </a:r>
            <a:r>
              <a:rPr sz="1100">
                <a:solidFill>
                  <a:srgbClr val="B5D98B"/>
                </a:solidFill>
                <a:latin typeface="Courier New"/>
              </a:rPr>
              <a:t>}</a:t>
            </a:r>
            <a:r>
              <a:rPr sz="1100">
                <a:solidFill>
                  <a:srgbClr val="B5D98B"/>
                </a:solidFill>
                <a:latin typeface="Courier New"/>
              </a:rPr>
              <a:t>, benvenuto in LangGraph!</a:t>
            </a:r>
            <a:r>
              <a:rPr sz="1100">
                <a:solidFill>
                  <a:srgbClr val="B5D98B"/>
                </a:solidFill>
                <a:latin typeface="Courier New"/>
              </a:rPr>
              <a:t>"</a:t>
            </a:r>
            <a:r>
              <a:rPr sz="1100">
                <a:solidFill>
                  <a:srgbClr val="E8EEF1"/>
                </a:solidFill>
                <a:latin typeface="Courier New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8EEF1"/>
                </a:solidFill>
                <a:latin typeface="Courier New"/>
              </a:rPr>
              <a:t>builder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=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StateGraph</a:t>
            </a:r>
            <a:r>
              <a:rPr sz="1100">
                <a:solidFill>
                  <a:srgbClr val="E8EEF1"/>
                </a:solidFill>
                <a:latin typeface="Courier New"/>
              </a:rPr>
              <a:t>(</a:t>
            </a:r>
            <a:r>
              <a:rPr sz="1100">
                <a:solidFill>
                  <a:srgbClr val="E8EEF1"/>
                </a:solidFill>
                <a:latin typeface="Courier New"/>
              </a:rPr>
              <a:t>State</a:t>
            </a:r>
            <a:r>
              <a:rPr sz="1100">
                <a:solidFill>
                  <a:srgbClr val="E8EEF1"/>
                </a:solidFill>
                <a:latin typeface="Courier New"/>
              </a:rPr>
              <a:t>)</a:t>
            </a:r>
            <a:r>
              <a:rPr sz="1100">
                <a:solidFill>
                  <a:srgbClr val="E8EEF1"/>
                </a:solidFill>
                <a:latin typeface="Courier New"/>
              </a:rPr>
              <a:t>           </a:t>
            </a:r>
            <a:r>
              <a:rPr sz="1100">
                <a:solidFill>
                  <a:srgbClr val="8AA4B0"/>
                </a:solidFill>
                <a:latin typeface="Courier New"/>
              </a:rPr>
              <a:t># 3) costruzione del grafo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8EEF1"/>
                </a:solidFill>
                <a:latin typeface="Courier New"/>
              </a:rPr>
              <a:t>builder</a:t>
            </a:r>
            <a:r>
              <a:rPr sz="1100">
                <a:solidFill>
                  <a:srgbClr val="E8EEF1"/>
                </a:solidFill>
                <a:latin typeface="Courier New"/>
              </a:rPr>
              <a:t>.</a:t>
            </a:r>
            <a:r>
              <a:rPr sz="1100">
                <a:solidFill>
                  <a:srgbClr val="E8EEF1"/>
                </a:solidFill>
                <a:latin typeface="Courier New"/>
              </a:rPr>
              <a:t>add_node</a:t>
            </a:r>
            <a:r>
              <a:rPr sz="1100">
                <a:solidFill>
                  <a:srgbClr val="E8EEF1"/>
                </a:solidFill>
                <a:latin typeface="Courier New"/>
              </a:rPr>
              <a:t>(</a:t>
            </a:r>
            <a:r>
              <a:rPr sz="1100">
                <a:solidFill>
                  <a:srgbClr val="B5D98B"/>
                </a:solidFill>
                <a:latin typeface="Courier New"/>
              </a:rPr>
              <a:t>"</a:t>
            </a:r>
            <a:r>
              <a:rPr sz="1100">
                <a:solidFill>
                  <a:srgbClr val="B5D98B"/>
                </a:solidFill>
                <a:latin typeface="Courier New"/>
              </a:rPr>
              <a:t>saluta</a:t>
            </a:r>
            <a:r>
              <a:rPr sz="1100">
                <a:solidFill>
                  <a:srgbClr val="B5D98B"/>
                </a:solidFill>
                <a:latin typeface="Courier New"/>
              </a:rPr>
              <a:t>"</a:t>
            </a:r>
            <a:r>
              <a:rPr sz="1100">
                <a:solidFill>
                  <a:srgbClr val="E8EEF1"/>
                </a:solidFill>
                <a:latin typeface="Courier New"/>
              </a:rPr>
              <a:t>,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saluta</a:t>
            </a:r>
            <a:r>
              <a:rPr sz="11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8EEF1"/>
                </a:solidFill>
                <a:latin typeface="Courier New"/>
              </a:rPr>
              <a:t>builder</a:t>
            </a:r>
            <a:r>
              <a:rPr sz="1100">
                <a:solidFill>
                  <a:srgbClr val="E8EEF1"/>
                </a:solidFill>
                <a:latin typeface="Courier New"/>
              </a:rPr>
              <a:t>.</a:t>
            </a:r>
            <a:r>
              <a:rPr sz="1100">
                <a:solidFill>
                  <a:srgbClr val="E8EEF1"/>
                </a:solidFill>
                <a:latin typeface="Courier New"/>
              </a:rPr>
              <a:t>add_edge</a:t>
            </a:r>
            <a:r>
              <a:rPr sz="1100">
                <a:solidFill>
                  <a:srgbClr val="E8EEF1"/>
                </a:solidFill>
                <a:latin typeface="Courier New"/>
              </a:rPr>
              <a:t>(</a:t>
            </a:r>
            <a:r>
              <a:rPr sz="1100">
                <a:solidFill>
                  <a:srgbClr val="E8EEF1"/>
                </a:solidFill>
                <a:latin typeface="Courier New"/>
              </a:rPr>
              <a:t>START</a:t>
            </a:r>
            <a:r>
              <a:rPr sz="1100">
                <a:solidFill>
                  <a:srgbClr val="E8EEF1"/>
                </a:solidFill>
                <a:latin typeface="Courier New"/>
              </a:rPr>
              <a:t>,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B5D98B"/>
                </a:solidFill>
                <a:latin typeface="Courier New"/>
              </a:rPr>
              <a:t>"</a:t>
            </a:r>
            <a:r>
              <a:rPr sz="1100">
                <a:solidFill>
                  <a:srgbClr val="B5D98B"/>
                </a:solidFill>
                <a:latin typeface="Courier New"/>
              </a:rPr>
              <a:t>saluta</a:t>
            </a:r>
            <a:r>
              <a:rPr sz="1100">
                <a:solidFill>
                  <a:srgbClr val="B5D98B"/>
                </a:solidFill>
                <a:latin typeface="Courier New"/>
              </a:rPr>
              <a:t>"</a:t>
            </a:r>
            <a:r>
              <a:rPr sz="1100">
                <a:solidFill>
                  <a:srgbClr val="E8EEF1"/>
                </a:solidFill>
                <a:latin typeface="Courier New"/>
              </a:rPr>
              <a:t>)</a:t>
            </a:r>
            <a:r>
              <a:rPr sz="1100">
                <a:solidFill>
                  <a:srgbClr val="E8EEF1"/>
                </a:solidFill>
                <a:latin typeface="Courier New"/>
              </a:rPr>
              <a:t>     </a:t>
            </a:r>
            <a:r>
              <a:rPr sz="1100">
                <a:solidFill>
                  <a:srgbClr val="8AA4B0"/>
                </a:solidFill>
                <a:latin typeface="Courier New"/>
              </a:rPr>
              <a:t># 4) EDGES: da dove si parte…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8EEF1"/>
                </a:solidFill>
                <a:latin typeface="Courier New"/>
              </a:rPr>
              <a:t>builder</a:t>
            </a:r>
            <a:r>
              <a:rPr sz="1100">
                <a:solidFill>
                  <a:srgbClr val="E8EEF1"/>
                </a:solidFill>
                <a:latin typeface="Courier New"/>
              </a:rPr>
              <a:t>.</a:t>
            </a:r>
            <a:r>
              <a:rPr sz="1100">
                <a:solidFill>
                  <a:srgbClr val="E8EEF1"/>
                </a:solidFill>
                <a:latin typeface="Courier New"/>
              </a:rPr>
              <a:t>add_edge</a:t>
            </a:r>
            <a:r>
              <a:rPr sz="1100">
                <a:solidFill>
                  <a:srgbClr val="E8EEF1"/>
                </a:solidFill>
                <a:latin typeface="Courier New"/>
              </a:rPr>
              <a:t>(</a:t>
            </a:r>
            <a:r>
              <a:rPr sz="1100">
                <a:solidFill>
                  <a:srgbClr val="B5D98B"/>
                </a:solidFill>
                <a:latin typeface="Courier New"/>
              </a:rPr>
              <a:t>"</a:t>
            </a:r>
            <a:r>
              <a:rPr sz="1100">
                <a:solidFill>
                  <a:srgbClr val="B5D98B"/>
                </a:solidFill>
                <a:latin typeface="Courier New"/>
              </a:rPr>
              <a:t>saluta</a:t>
            </a:r>
            <a:r>
              <a:rPr sz="1100">
                <a:solidFill>
                  <a:srgbClr val="B5D98B"/>
                </a:solidFill>
                <a:latin typeface="Courier New"/>
              </a:rPr>
              <a:t>"</a:t>
            </a:r>
            <a:r>
              <a:rPr sz="1100">
                <a:solidFill>
                  <a:srgbClr val="E8EEF1"/>
                </a:solidFill>
                <a:latin typeface="Courier New"/>
              </a:rPr>
              <a:t>,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END</a:t>
            </a:r>
            <a:r>
              <a:rPr sz="1100">
                <a:solidFill>
                  <a:srgbClr val="E8EEF1"/>
                </a:solidFill>
                <a:latin typeface="Courier New"/>
              </a:rPr>
              <a:t>)</a:t>
            </a:r>
            <a:r>
              <a:rPr sz="1100">
                <a:solidFill>
                  <a:srgbClr val="E8EEF1"/>
                </a:solidFill>
                <a:latin typeface="Courier New"/>
              </a:rPr>
              <a:t>       </a:t>
            </a:r>
            <a:r>
              <a:rPr sz="1100">
                <a:solidFill>
                  <a:srgbClr val="8AA4B0"/>
                </a:solidFill>
                <a:latin typeface="Courier New"/>
              </a:rPr>
              <a:t># …e dove si finisce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8EEF1"/>
                </a:solidFill>
                <a:latin typeface="Courier New"/>
              </a:rPr>
              <a:t>graph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=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builder</a:t>
            </a:r>
            <a:r>
              <a:rPr sz="1100">
                <a:solidFill>
                  <a:srgbClr val="E8EEF1"/>
                </a:solidFill>
                <a:latin typeface="Courier New"/>
              </a:rPr>
              <a:t>.</a:t>
            </a:r>
            <a:r>
              <a:rPr sz="1100">
                <a:solidFill>
                  <a:srgbClr val="E8EEF1"/>
                </a:solidFill>
                <a:latin typeface="Courier New"/>
              </a:rPr>
              <a:t>compile</a:t>
            </a:r>
            <a:r>
              <a:rPr sz="1100">
                <a:solidFill>
                  <a:srgbClr val="E8EEF1"/>
                </a:solidFill>
                <a:latin typeface="Courier New"/>
              </a:rPr>
              <a:t>(</a:t>
            </a:r>
            <a:r>
              <a:rPr sz="1100">
                <a:solidFill>
                  <a:srgbClr val="E8EEF1"/>
                </a:solidFill>
                <a:latin typeface="Courier New"/>
              </a:rPr>
              <a:t>)</a:t>
            </a:r>
            <a:r>
              <a:rPr sz="1100">
                <a:solidFill>
                  <a:srgbClr val="E8EEF1"/>
                </a:solidFill>
                <a:latin typeface="Courier New"/>
              </a:rPr>
              <a:t>             </a:t>
            </a:r>
            <a:r>
              <a:rPr sz="1100">
                <a:solidFill>
                  <a:srgbClr val="8AA4B0"/>
                </a:solidFill>
                <a:latin typeface="Courier New"/>
              </a:rPr>
              <a:t># 5) compilazione (obbligatoria)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8EEF1"/>
                </a:solidFill>
                <a:latin typeface="Courier New"/>
              </a:rPr>
              <a:t>risultato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=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graph</a:t>
            </a:r>
            <a:r>
              <a:rPr sz="1100">
                <a:solidFill>
                  <a:srgbClr val="E8EEF1"/>
                </a:solidFill>
                <a:latin typeface="Courier New"/>
              </a:rPr>
              <a:t>.</a:t>
            </a:r>
            <a:r>
              <a:rPr sz="1100">
                <a:solidFill>
                  <a:srgbClr val="E8EEF1"/>
                </a:solidFill>
                <a:latin typeface="Courier New"/>
              </a:rPr>
              <a:t>invoke</a:t>
            </a:r>
            <a:r>
              <a:rPr sz="1100">
                <a:solidFill>
                  <a:srgbClr val="E8EEF1"/>
                </a:solidFill>
                <a:latin typeface="Courier New"/>
              </a:rPr>
              <a:t>(</a:t>
            </a:r>
            <a:r>
              <a:rPr sz="1100">
                <a:solidFill>
                  <a:srgbClr val="E8EEF1"/>
                </a:solidFill>
                <a:latin typeface="Courier New"/>
              </a:rPr>
              <a:t>{</a:t>
            </a:r>
            <a:r>
              <a:rPr sz="1100">
                <a:solidFill>
                  <a:srgbClr val="B5D98B"/>
                </a:solidFill>
                <a:latin typeface="Courier New"/>
              </a:rPr>
              <a:t>"</a:t>
            </a:r>
            <a:r>
              <a:rPr sz="1100">
                <a:solidFill>
                  <a:srgbClr val="B5D98B"/>
                </a:solidFill>
                <a:latin typeface="Courier New"/>
              </a:rPr>
              <a:t>nome</a:t>
            </a:r>
            <a:r>
              <a:rPr sz="1100">
                <a:solidFill>
                  <a:srgbClr val="B5D98B"/>
                </a:solidFill>
                <a:latin typeface="Courier New"/>
              </a:rPr>
              <a:t>"</a:t>
            </a:r>
            <a:r>
              <a:rPr sz="1100">
                <a:solidFill>
                  <a:srgbClr val="E8EEF1"/>
                </a:solidFill>
                <a:latin typeface="Courier New"/>
              </a:rPr>
              <a:t>: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B5D98B"/>
                </a:solidFill>
                <a:latin typeface="Courier New"/>
              </a:rPr>
              <a:t>"</a:t>
            </a:r>
            <a:r>
              <a:rPr sz="1100">
                <a:solidFill>
                  <a:srgbClr val="B5D98B"/>
                </a:solidFill>
                <a:latin typeface="Courier New"/>
              </a:rPr>
              <a:t>Nico</a:t>
            </a:r>
            <a:r>
              <a:rPr sz="1100">
                <a:solidFill>
                  <a:srgbClr val="B5D98B"/>
                </a:solidFill>
                <a:latin typeface="Courier New"/>
              </a:rPr>
              <a:t>"</a:t>
            </a:r>
            <a:r>
              <a:rPr sz="1100">
                <a:solidFill>
                  <a:srgbClr val="E8EEF1"/>
                </a:solidFill>
                <a:latin typeface="Courier New"/>
              </a:rPr>
              <a:t>}</a:t>
            </a:r>
            <a:r>
              <a:rPr sz="11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7FCFF0"/>
                </a:solidFill>
                <a:latin typeface="Courier New"/>
              </a:rPr>
              <a:t>print</a:t>
            </a:r>
            <a:r>
              <a:rPr sz="1100">
                <a:solidFill>
                  <a:srgbClr val="E8EEF1"/>
                </a:solidFill>
                <a:latin typeface="Courier New"/>
              </a:rPr>
              <a:t>(</a:t>
            </a:r>
            <a:r>
              <a:rPr sz="1100">
                <a:solidFill>
                  <a:srgbClr val="E8EEF1"/>
                </a:solidFill>
                <a:latin typeface="Courier New"/>
              </a:rPr>
              <a:t>risultato</a:t>
            </a:r>
            <a:r>
              <a:rPr sz="1100">
                <a:solidFill>
                  <a:srgbClr val="E8EEF1"/>
                </a:solidFill>
                <a:latin typeface="Courier New"/>
              </a:rPr>
              <a:t>)</a:t>
            </a:r>
            <a:r>
              <a:rPr sz="1100">
                <a:solidFill>
                  <a:srgbClr val="E8EEF1"/>
                </a:solidFill>
                <a:latin typeface="Courier New"/>
              </a:rPr>
              <a:t>   </a:t>
            </a:r>
            <a:r>
              <a:rPr sz="1100">
                <a:solidFill>
                  <a:srgbClr val="8AA4B0"/>
                </a:solidFill>
                <a:latin typeface="Courier New"/>
              </a:rPr>
              <a:t># {'nome': 'Nico', 'messaggio': 'Ciao Nico, benvenuto in LangGraph!'}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0" y="4864608"/>
            <a:ext cx="32918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b="0" sz="1000">
                <a:solidFill>
                  <a:srgbClr val="76777B"/>
                </a:solidFill>
                <a:latin typeface="Arial"/>
              </a:rPr>
              <a:t>Esempio: </a:t>
            </a:r>
            <a:r>
              <a:rPr b="1" sz="1000">
                <a:solidFill>
                  <a:srgbClr val="005A77"/>
                </a:solidFill>
                <a:latin typeface="Courier New"/>
              </a:rPr>
              <a:t>03_hello_world.py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1.3 COSA SUCCEDE DURANTE INVOKE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18</a:t>
            </a:fld>
          </a:p>
        </p:txBody>
      </p:sp>
      <p:sp>
        <p:nvSpPr>
          <p:cNvPr id="34" name="Oval 33"/>
          <p:cNvSpPr/>
          <p:nvPr/>
        </p:nvSpPr>
        <p:spPr>
          <a:xfrm>
            <a:off x="548640" y="1143000"/>
            <a:ext cx="457200" cy="457200"/>
          </a:xfrm>
          <a:prstGeom prst="ellipse">
            <a:avLst/>
          </a:prstGeom>
          <a:solidFill>
            <a:srgbClr val="DF6426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1" sz="140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88720" y="1170432"/>
            <a:ext cx="42062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400">
                <a:solidFill>
                  <a:srgbClr val="003548"/>
                </a:solidFill>
                <a:latin typeface="Arial"/>
              </a:rPr>
              <a:t>Lo state iniziale entra da START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0" y="1152144"/>
            <a:ext cx="3200400" cy="438912"/>
          </a:xfrm>
          <a:prstGeom prst="roundRect">
            <a:avLst>
              <a:gd name="adj" fmla="val 30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1" sz="1100">
                <a:solidFill>
                  <a:srgbClr val="003548"/>
                </a:solidFill>
                <a:latin typeface="Courier New"/>
              </a:rPr>
              <a:t>{nome: 'Nico'}</a:t>
            </a:r>
          </a:p>
        </p:txBody>
      </p:sp>
      <p:sp>
        <p:nvSpPr>
          <p:cNvPr id="37" name="Oval 36"/>
          <p:cNvSpPr/>
          <p:nvPr/>
        </p:nvSpPr>
        <p:spPr>
          <a:xfrm>
            <a:off x="548640" y="1874519"/>
            <a:ext cx="457200" cy="457200"/>
          </a:xfrm>
          <a:prstGeom prst="ellipse">
            <a:avLst/>
          </a:prstGeom>
          <a:solidFill>
            <a:srgbClr val="DF6426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1" sz="140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88720" y="1901952"/>
            <a:ext cx="42062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400">
                <a:solidFill>
                  <a:srgbClr val="003548"/>
                </a:solidFill>
                <a:latin typeface="Arial"/>
              </a:rPr>
              <a:t>Il nodo riceve una copia dello state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0" y="1883664"/>
            <a:ext cx="3200400" cy="438912"/>
          </a:xfrm>
          <a:prstGeom prst="roundRect">
            <a:avLst>
              <a:gd name="adj" fmla="val 30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1" sz="1100">
                <a:solidFill>
                  <a:srgbClr val="003548"/>
                </a:solidFill>
                <a:latin typeface="Courier New"/>
              </a:rPr>
              <a:t>saluta(state)</a:t>
            </a:r>
          </a:p>
        </p:txBody>
      </p:sp>
      <p:sp>
        <p:nvSpPr>
          <p:cNvPr id="40" name="Oval 39"/>
          <p:cNvSpPr/>
          <p:nvPr/>
        </p:nvSpPr>
        <p:spPr>
          <a:xfrm>
            <a:off x="548640" y="2606039"/>
            <a:ext cx="457200" cy="457200"/>
          </a:xfrm>
          <a:prstGeom prst="ellipse">
            <a:avLst/>
          </a:prstGeom>
          <a:solidFill>
            <a:srgbClr val="DF6426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1" sz="140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88720" y="2633472"/>
            <a:ext cx="42062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400">
                <a:solidFill>
                  <a:srgbClr val="003548"/>
                </a:solidFill>
                <a:latin typeface="Arial"/>
              </a:rPr>
              <a:t>Il nodo restituisce un update parziale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0" y="2615184"/>
            <a:ext cx="3200400" cy="438912"/>
          </a:xfrm>
          <a:prstGeom prst="roundRect">
            <a:avLst>
              <a:gd name="adj" fmla="val 30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1" sz="1100">
                <a:solidFill>
                  <a:srgbClr val="003548"/>
                </a:solidFill>
                <a:latin typeface="Courier New"/>
              </a:rPr>
              <a:t>{messaggio: 'Ciao Nico…'}</a:t>
            </a:r>
          </a:p>
        </p:txBody>
      </p:sp>
      <p:sp>
        <p:nvSpPr>
          <p:cNvPr id="43" name="Oval 42"/>
          <p:cNvSpPr/>
          <p:nvPr/>
        </p:nvSpPr>
        <p:spPr>
          <a:xfrm>
            <a:off x="548640" y="3337560"/>
            <a:ext cx="457200" cy="457200"/>
          </a:xfrm>
          <a:prstGeom prst="ellipse">
            <a:avLst/>
          </a:prstGeom>
          <a:solidFill>
            <a:srgbClr val="DF6426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1" sz="140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88720" y="3364992"/>
            <a:ext cx="42062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400">
                <a:solidFill>
                  <a:srgbClr val="003548"/>
                </a:solidFill>
                <a:latin typeface="Arial"/>
              </a:rPr>
              <a:t>LangGraph fonde l'update nello state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0" y="3346704"/>
            <a:ext cx="3200400" cy="438912"/>
          </a:xfrm>
          <a:prstGeom prst="roundRect">
            <a:avLst>
              <a:gd name="adj" fmla="val 30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1" sz="1100">
                <a:solidFill>
                  <a:srgbClr val="003548"/>
                </a:solidFill>
                <a:latin typeface="Courier New"/>
              </a:rPr>
              <a:t>{nome, messaggio}</a:t>
            </a:r>
          </a:p>
        </p:txBody>
      </p:sp>
      <p:sp>
        <p:nvSpPr>
          <p:cNvPr id="46" name="Oval 45"/>
          <p:cNvSpPr/>
          <p:nvPr/>
        </p:nvSpPr>
        <p:spPr>
          <a:xfrm>
            <a:off x="548640" y="4069080"/>
            <a:ext cx="457200" cy="457200"/>
          </a:xfrm>
          <a:prstGeom prst="ellipse">
            <a:avLst/>
          </a:prstGeom>
          <a:solidFill>
            <a:srgbClr val="DF6426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1" sz="140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88720" y="4096512"/>
            <a:ext cx="42062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400">
                <a:solidFill>
                  <a:srgbClr val="003548"/>
                </a:solidFill>
                <a:latin typeface="Arial"/>
              </a:rPr>
              <a:t>Si segue l'edge successivo… fino a END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86400" y="4078224"/>
            <a:ext cx="3200400" cy="438912"/>
          </a:xfrm>
          <a:prstGeom prst="roundRect">
            <a:avLst>
              <a:gd name="adj" fmla="val 30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1" sz="1100">
                <a:solidFill>
                  <a:srgbClr val="003548"/>
                </a:solidFill>
                <a:latin typeface="Courier New"/>
              </a:rPr>
              <a:t>return state finale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100">
                <a:solidFill>
                  <a:srgbClr val="005A77"/>
                </a:solidFill>
                <a:latin typeface="Arial"/>
              </a:rPr>
              <a:t>Ogni "giro" di esecuzione si chiama </a:t>
            </a:r>
            <a:r>
              <a:rPr b="1" sz="1100">
                <a:solidFill>
                  <a:srgbClr val="005A77"/>
                </a:solidFill>
                <a:latin typeface="Arial"/>
              </a:rPr>
              <a:t>super-step</a:t>
            </a:r>
            <a:r>
              <a:rPr b="0" sz="1100">
                <a:solidFill>
                  <a:srgbClr val="005A77"/>
                </a:solidFill>
                <a:latin typeface="Arial"/>
              </a:rPr>
              <a:t>; i nodi dello stesso super-step girano in parallelo.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1.4 VISUALIZZARE IL GRAFO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19</a:t>
            </a:fld>
          </a:p>
        </p:txBody>
      </p:sp>
      <p:sp>
        <p:nvSpPr>
          <p:cNvPr id="34" name="Rounded Rectangle 33"/>
          <p:cNvSpPr/>
          <p:nvPr/>
        </p:nvSpPr>
        <p:spPr>
          <a:xfrm>
            <a:off x="457200" y="1051560"/>
            <a:ext cx="8229600" cy="1883663"/>
          </a:xfrm>
          <a:prstGeom prst="roundRect">
            <a:avLst>
              <a:gd name="adj" fmla="val 4000"/>
            </a:avLst>
          </a:prstGeom>
          <a:solidFill>
            <a:srgbClr val="0B2B38"/>
          </a:solidFill>
          <a:ln>
            <a:noFill/>
          </a:ln>
        </p:spPr>
        <p:txBody>
          <a:bodyPr rtlCol="0" anchor="t" wrap="square" lIns="128016" rIns="128016" tIns="91440" bIns="54864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8AA4B0"/>
                </a:solidFill>
                <a:latin typeface="Courier New"/>
              </a:rPr>
              <a:t># Rappresentazione testuale Mermaid (incollabile su un editor Mermaid / Markdown)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FCFF0"/>
                </a:solidFill>
                <a:latin typeface="Courier New"/>
              </a:rPr>
              <a:t>print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graph</a:t>
            </a:r>
            <a:r>
              <a:rPr sz="1200">
                <a:solidFill>
                  <a:srgbClr val="E8EEF1"/>
                </a:solidFill>
                <a:latin typeface="Courier New"/>
              </a:rPr>
              <a:t>.</a:t>
            </a:r>
            <a:r>
              <a:rPr sz="1200">
                <a:solidFill>
                  <a:srgbClr val="E8EEF1"/>
                </a:solidFill>
                <a:latin typeface="Courier New"/>
              </a:rPr>
              <a:t>get_graph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  <a:r>
              <a:rPr sz="1200">
                <a:solidFill>
                  <a:srgbClr val="E8EEF1"/>
                </a:solidFill>
                <a:latin typeface="Courier New"/>
              </a:rPr>
              <a:t>.</a:t>
            </a:r>
            <a:r>
              <a:rPr sz="1200">
                <a:solidFill>
                  <a:srgbClr val="E8EEF1"/>
                </a:solidFill>
                <a:latin typeface="Courier New"/>
              </a:rPr>
              <a:t>draw_mermaid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8AA4B0"/>
                </a:solidFill>
                <a:latin typeface="Courier New"/>
              </a:rPr>
              <a:t># ASCII art direttamente nel terminale (pip install grandalf)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FCFF0"/>
                </a:solidFill>
                <a:latin typeface="Courier New"/>
              </a:rPr>
              <a:t>print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graph</a:t>
            </a:r>
            <a:r>
              <a:rPr sz="1200">
                <a:solidFill>
                  <a:srgbClr val="E8EEF1"/>
                </a:solidFill>
                <a:latin typeface="Courier New"/>
              </a:rPr>
              <a:t>.</a:t>
            </a:r>
            <a:r>
              <a:rPr sz="1200">
                <a:solidFill>
                  <a:srgbClr val="E8EEF1"/>
                </a:solidFill>
                <a:latin typeface="Courier New"/>
              </a:rPr>
              <a:t>get_graph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  <a:r>
              <a:rPr sz="1200">
                <a:solidFill>
                  <a:srgbClr val="E8EEF1"/>
                </a:solidFill>
                <a:latin typeface="Courier New"/>
              </a:rPr>
              <a:t>.</a:t>
            </a:r>
            <a:r>
              <a:rPr sz="1200">
                <a:solidFill>
                  <a:srgbClr val="E8EEF1"/>
                </a:solidFill>
                <a:latin typeface="Courier New"/>
              </a:rPr>
              <a:t>draw_ascii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8AA4B0"/>
                </a:solidFill>
                <a:latin typeface="Courier New"/>
              </a:rPr>
              <a:t># In un notebook Jupyter: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8AA4B0"/>
                </a:solidFill>
                <a:latin typeface="Courier New"/>
              </a:rPr>
              <a:t># from IPython.display import Image, display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8AA4B0"/>
                </a:solidFill>
                <a:latin typeface="Courier New"/>
              </a:rPr>
              <a:t># display(Image(graph.get_graph().draw_mermaid_png()))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3044951"/>
            <a:ext cx="8229600" cy="146304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566928" y="3118103"/>
            <a:ext cx="3977639" cy="1371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150">
                <a:solidFill>
                  <a:srgbClr val="003548"/>
                </a:solidFill>
                <a:latin typeface="Arial"/>
              </a:rPr>
              <a:t>Disegnare il grafo è il modo più rapido per </a:t>
            </a:r>
            <a:r>
              <a:rPr b="1" sz="1150">
                <a:solidFill>
                  <a:srgbClr val="003548"/>
                </a:solidFill>
                <a:latin typeface="Arial"/>
              </a:rPr>
              <a:t>verificare la logica</a:t>
            </a:r>
            <a:r>
              <a:rPr b="0" sz="1150">
                <a:solidFill>
                  <a:srgbClr val="003548"/>
                </a:solidFill>
                <a:latin typeface="Arial"/>
              </a:rPr>
              <a:t> prima di eseguirlo.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17720" y="3118103"/>
            <a:ext cx="3977639" cy="1371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150">
                <a:solidFill>
                  <a:srgbClr val="003548"/>
                </a:solidFill>
                <a:latin typeface="Arial"/>
              </a:rPr>
              <a:t>Il diagramma Mermaid va bene anche nei README e nelle presentazioni del project work.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20640" y="4864608"/>
            <a:ext cx="32918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b="0" sz="1000">
                <a:solidFill>
                  <a:srgbClr val="76777B"/>
                </a:solidFill>
                <a:latin typeface="Arial"/>
              </a:rPr>
              <a:t>Esempio: </a:t>
            </a:r>
            <a:r>
              <a:rPr b="1" sz="1000">
                <a:solidFill>
                  <a:srgbClr val="005A77"/>
                </a:solidFill>
                <a:latin typeface="Courier New"/>
              </a:rPr>
              <a:t>03_hello_world.py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1.5 STATE CON PIÙ INPUT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20</a:t>
            </a:fld>
          </a:p>
        </p:txBody>
      </p:sp>
      <p:sp>
        <p:nvSpPr>
          <p:cNvPr id="34" name="Rounded Rectangle 33"/>
          <p:cNvSpPr/>
          <p:nvPr/>
        </p:nvSpPr>
        <p:spPr>
          <a:xfrm>
            <a:off x="411480" y="1051560"/>
            <a:ext cx="5623560" cy="3539617"/>
          </a:xfrm>
          <a:prstGeom prst="roundRect">
            <a:avLst>
              <a:gd name="adj" fmla="val 4000"/>
            </a:avLst>
          </a:prstGeom>
          <a:solidFill>
            <a:srgbClr val="0B2B38"/>
          </a:solidFill>
          <a:ln>
            <a:noFill/>
          </a:ln>
        </p:spPr>
        <p:txBody>
          <a:bodyPr rtlCol="0" anchor="t" wrap="square" lIns="128016" rIns="128016" tIns="91440" bIns="54864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28C4F"/>
                </a:solidFill>
                <a:latin typeface="Courier New"/>
              </a:rPr>
              <a:t>from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typing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 b="1">
                <a:solidFill>
                  <a:srgbClr val="F28C4F"/>
                </a:solidFill>
                <a:latin typeface="Courier New"/>
              </a:rPr>
              <a:t>import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TypedDict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28C4F"/>
                </a:solidFill>
                <a:latin typeface="Courier New"/>
              </a:rPr>
              <a:t>from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langgraph</a:t>
            </a:r>
            <a:r>
              <a:rPr sz="950">
                <a:solidFill>
                  <a:srgbClr val="E8EEF1"/>
                </a:solidFill>
                <a:latin typeface="Courier New"/>
              </a:rPr>
              <a:t>.</a:t>
            </a:r>
            <a:r>
              <a:rPr sz="950">
                <a:solidFill>
                  <a:srgbClr val="E8EEF1"/>
                </a:solidFill>
                <a:latin typeface="Courier New"/>
              </a:rPr>
              <a:t>graph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 b="1">
                <a:solidFill>
                  <a:srgbClr val="F28C4F"/>
                </a:solidFill>
                <a:latin typeface="Courier New"/>
              </a:rPr>
              <a:t>import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StateGraph</a:t>
            </a:r>
            <a:r>
              <a:rPr sz="950">
                <a:solidFill>
                  <a:srgbClr val="E8EEF1"/>
                </a:solidFill>
                <a:latin typeface="Courier New"/>
              </a:rPr>
              <a:t>,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START</a:t>
            </a:r>
            <a:r>
              <a:rPr sz="950">
                <a:solidFill>
                  <a:srgbClr val="E8EEF1"/>
                </a:solidFill>
                <a:latin typeface="Courier New"/>
              </a:rPr>
              <a:t>,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END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28C4F"/>
                </a:solidFill>
                <a:latin typeface="Courier New"/>
              </a:rPr>
              <a:t>class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7FCFF0"/>
                </a:solidFill>
                <a:latin typeface="Courier New"/>
              </a:rPr>
              <a:t>State</a:t>
            </a:r>
            <a:r>
              <a:rPr sz="950">
                <a:solidFill>
                  <a:srgbClr val="E8EEF1"/>
                </a:solidFill>
                <a:latin typeface="Courier New"/>
              </a:rPr>
              <a:t>(</a:t>
            </a:r>
            <a:r>
              <a:rPr sz="950">
                <a:solidFill>
                  <a:srgbClr val="E8EEF1"/>
                </a:solidFill>
                <a:latin typeface="Courier New"/>
              </a:rPr>
              <a:t>TypedDict</a:t>
            </a:r>
            <a:r>
              <a:rPr sz="950">
                <a:solidFill>
                  <a:srgbClr val="E8EEF1"/>
                </a:solidFill>
                <a:latin typeface="Courier New"/>
              </a:rPr>
              <a:t>)</a:t>
            </a:r>
            <a:r>
              <a:rPr sz="95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8EEF1"/>
                </a:solidFill>
                <a:latin typeface="Courier New"/>
              </a:rPr>
              <a:t>    </a:t>
            </a:r>
            <a:r>
              <a:rPr sz="950">
                <a:solidFill>
                  <a:srgbClr val="E8EEF1"/>
                </a:solidFill>
                <a:latin typeface="Courier New"/>
              </a:rPr>
              <a:t>nome</a:t>
            </a:r>
            <a:r>
              <a:rPr sz="950">
                <a:solidFill>
                  <a:srgbClr val="E8EEF1"/>
                </a:solidFill>
                <a:latin typeface="Courier New"/>
              </a:rPr>
              <a:t>: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7FCFF0"/>
                </a:solidFill>
                <a:latin typeface="Courier New"/>
              </a:rPr>
              <a:t>str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8EEF1"/>
                </a:solidFill>
                <a:latin typeface="Courier New"/>
              </a:rPr>
              <a:t>    </a:t>
            </a:r>
            <a:r>
              <a:rPr sz="950">
                <a:solidFill>
                  <a:srgbClr val="E8EEF1"/>
                </a:solidFill>
                <a:latin typeface="Courier New"/>
              </a:rPr>
              <a:t>valori</a:t>
            </a:r>
            <a:r>
              <a:rPr sz="950">
                <a:solidFill>
                  <a:srgbClr val="E8EEF1"/>
                </a:solidFill>
                <a:latin typeface="Courier New"/>
              </a:rPr>
              <a:t>: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7FCFF0"/>
                </a:solidFill>
                <a:latin typeface="Courier New"/>
              </a:rPr>
              <a:t>list</a:t>
            </a:r>
            <a:r>
              <a:rPr sz="950">
                <a:solidFill>
                  <a:srgbClr val="E8EEF1"/>
                </a:solidFill>
                <a:latin typeface="Courier New"/>
              </a:rPr>
              <a:t>[</a:t>
            </a:r>
            <a:r>
              <a:rPr sz="950">
                <a:solidFill>
                  <a:srgbClr val="7FCFF0"/>
                </a:solidFill>
                <a:latin typeface="Courier New"/>
              </a:rPr>
              <a:t>int</a:t>
            </a:r>
            <a:r>
              <a:rPr sz="950">
                <a:solidFill>
                  <a:srgbClr val="E8EEF1"/>
                </a:solidFill>
                <a:latin typeface="Courier New"/>
              </a:rPr>
              <a:t>]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8EEF1"/>
                </a:solidFill>
                <a:latin typeface="Courier New"/>
              </a:rPr>
              <a:t>    </a:t>
            </a:r>
            <a:r>
              <a:rPr sz="950">
                <a:solidFill>
                  <a:srgbClr val="E8EEF1"/>
                </a:solidFill>
                <a:latin typeface="Courier New"/>
              </a:rPr>
              <a:t>operazione</a:t>
            </a:r>
            <a:r>
              <a:rPr sz="950">
                <a:solidFill>
                  <a:srgbClr val="E8EEF1"/>
                </a:solidFill>
                <a:latin typeface="Courier New"/>
              </a:rPr>
              <a:t>: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7FCFF0"/>
                </a:solidFill>
                <a:latin typeface="Courier New"/>
              </a:rPr>
              <a:t>str</a:t>
            </a:r>
            <a:r>
              <a:rPr sz="950">
                <a:solidFill>
                  <a:srgbClr val="E8EEF1"/>
                </a:solidFill>
                <a:latin typeface="Courier New"/>
              </a:rPr>
              <a:t>          </a:t>
            </a:r>
            <a:r>
              <a:rPr sz="950">
                <a:solidFill>
                  <a:srgbClr val="8AA4B0"/>
                </a:solidFill>
                <a:latin typeface="Courier New"/>
              </a:rPr>
              <a:t># "+" oppure "*"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8EEF1"/>
                </a:solidFill>
                <a:latin typeface="Courier New"/>
              </a:rPr>
              <a:t>    </a:t>
            </a:r>
            <a:r>
              <a:rPr sz="950">
                <a:solidFill>
                  <a:srgbClr val="E8EEF1"/>
                </a:solidFill>
                <a:latin typeface="Courier New"/>
              </a:rPr>
              <a:t>risultato</a:t>
            </a:r>
            <a:r>
              <a:rPr sz="950">
                <a:solidFill>
                  <a:srgbClr val="E8EEF1"/>
                </a:solidFill>
                <a:latin typeface="Courier New"/>
              </a:rPr>
              <a:t>: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7FCFF0"/>
                </a:solidFill>
                <a:latin typeface="Courier New"/>
              </a:rPr>
              <a:t>str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28C4F"/>
                </a:solidFill>
                <a:latin typeface="Courier New"/>
              </a:rPr>
              <a:t>def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7FCFF0"/>
                </a:solidFill>
                <a:latin typeface="Courier New"/>
              </a:rPr>
              <a:t>elabora</a:t>
            </a:r>
            <a:r>
              <a:rPr sz="950">
                <a:solidFill>
                  <a:srgbClr val="E8EEF1"/>
                </a:solidFill>
                <a:latin typeface="Courier New"/>
              </a:rPr>
              <a:t>(</a:t>
            </a:r>
            <a:r>
              <a:rPr sz="950">
                <a:solidFill>
                  <a:srgbClr val="E8EEF1"/>
                </a:solidFill>
                <a:latin typeface="Courier New"/>
              </a:rPr>
              <a:t>state</a:t>
            </a:r>
            <a:r>
              <a:rPr sz="950">
                <a:solidFill>
                  <a:srgbClr val="E8EEF1"/>
                </a:solidFill>
                <a:latin typeface="Courier New"/>
              </a:rPr>
              <a:t>: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State</a:t>
            </a:r>
            <a:r>
              <a:rPr sz="950">
                <a:solidFill>
                  <a:srgbClr val="E8EEF1"/>
                </a:solidFill>
                <a:latin typeface="Courier New"/>
              </a:rPr>
              <a:t>)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-</a:t>
            </a:r>
            <a:r>
              <a:rPr sz="950">
                <a:solidFill>
                  <a:srgbClr val="E8EEF1"/>
                </a:solidFill>
                <a:latin typeface="Courier New"/>
              </a:rPr>
              <a:t>&gt;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7FCFF0"/>
                </a:solidFill>
                <a:latin typeface="Courier New"/>
              </a:rPr>
              <a:t>dict</a:t>
            </a:r>
            <a:r>
              <a:rPr sz="95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8EEF1"/>
                </a:solidFill>
                <a:latin typeface="Courier New"/>
              </a:rPr>
              <a:t>    </a:t>
            </a:r>
            <a:r>
              <a:rPr sz="950" b="1">
                <a:solidFill>
                  <a:srgbClr val="F28C4F"/>
                </a:solidFill>
                <a:latin typeface="Courier New"/>
              </a:rPr>
              <a:t>if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state</a:t>
            </a:r>
            <a:r>
              <a:rPr sz="950">
                <a:solidFill>
                  <a:srgbClr val="E8EEF1"/>
                </a:solidFill>
                <a:latin typeface="Courier New"/>
              </a:rPr>
              <a:t>[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B5D98B"/>
                </a:solidFill>
                <a:latin typeface="Courier New"/>
              </a:rPr>
              <a:t>operazione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E8EEF1"/>
                </a:solidFill>
                <a:latin typeface="Courier New"/>
              </a:rPr>
              <a:t>]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==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B5D98B"/>
                </a:solidFill>
                <a:latin typeface="Courier New"/>
              </a:rPr>
              <a:t>+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8EEF1"/>
                </a:solidFill>
                <a:latin typeface="Courier New"/>
              </a:rPr>
              <a:t>        </a:t>
            </a:r>
            <a:r>
              <a:rPr sz="950">
                <a:solidFill>
                  <a:srgbClr val="E8EEF1"/>
                </a:solidFill>
                <a:latin typeface="Courier New"/>
              </a:rPr>
              <a:t>totale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=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7FCFF0"/>
                </a:solidFill>
                <a:latin typeface="Courier New"/>
              </a:rPr>
              <a:t>sum</a:t>
            </a:r>
            <a:r>
              <a:rPr sz="950">
                <a:solidFill>
                  <a:srgbClr val="E8EEF1"/>
                </a:solidFill>
                <a:latin typeface="Courier New"/>
              </a:rPr>
              <a:t>(</a:t>
            </a:r>
            <a:r>
              <a:rPr sz="950">
                <a:solidFill>
                  <a:srgbClr val="E8EEF1"/>
                </a:solidFill>
                <a:latin typeface="Courier New"/>
              </a:rPr>
              <a:t>state</a:t>
            </a:r>
            <a:r>
              <a:rPr sz="950">
                <a:solidFill>
                  <a:srgbClr val="E8EEF1"/>
                </a:solidFill>
                <a:latin typeface="Courier New"/>
              </a:rPr>
              <a:t>[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B5D98B"/>
                </a:solidFill>
                <a:latin typeface="Courier New"/>
              </a:rPr>
              <a:t>valori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E8EEF1"/>
                </a:solidFill>
                <a:latin typeface="Courier New"/>
              </a:rPr>
              <a:t>]</a:t>
            </a:r>
            <a:r>
              <a:rPr sz="95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8EEF1"/>
                </a:solidFill>
                <a:latin typeface="Courier New"/>
              </a:rPr>
              <a:t>    </a:t>
            </a:r>
            <a:r>
              <a:rPr sz="950" b="1">
                <a:solidFill>
                  <a:srgbClr val="F28C4F"/>
                </a:solidFill>
                <a:latin typeface="Courier New"/>
              </a:rPr>
              <a:t>else</a:t>
            </a:r>
            <a:r>
              <a:rPr sz="95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8EEF1"/>
                </a:solidFill>
                <a:latin typeface="Courier New"/>
              </a:rPr>
              <a:t>        </a:t>
            </a:r>
            <a:r>
              <a:rPr sz="950">
                <a:solidFill>
                  <a:srgbClr val="E8EEF1"/>
                </a:solidFill>
                <a:latin typeface="Courier New"/>
              </a:rPr>
              <a:t>totale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=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F5C96A"/>
                </a:solidFill>
                <a:latin typeface="Courier New"/>
              </a:rPr>
              <a:t>1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8EEF1"/>
                </a:solidFill>
                <a:latin typeface="Courier New"/>
              </a:rPr>
              <a:t>        </a:t>
            </a:r>
            <a:r>
              <a:rPr sz="950" b="1">
                <a:solidFill>
                  <a:srgbClr val="F28C4F"/>
                </a:solidFill>
                <a:latin typeface="Courier New"/>
              </a:rPr>
              <a:t>for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v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F28C4F"/>
                </a:solidFill>
                <a:latin typeface="Courier New"/>
              </a:rPr>
              <a:t>in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state</a:t>
            </a:r>
            <a:r>
              <a:rPr sz="950">
                <a:solidFill>
                  <a:srgbClr val="E8EEF1"/>
                </a:solidFill>
                <a:latin typeface="Courier New"/>
              </a:rPr>
              <a:t>[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B5D98B"/>
                </a:solidFill>
                <a:latin typeface="Courier New"/>
              </a:rPr>
              <a:t>valori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E8EEF1"/>
                </a:solidFill>
                <a:latin typeface="Courier New"/>
              </a:rPr>
              <a:t>]</a:t>
            </a:r>
            <a:r>
              <a:rPr sz="95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8EEF1"/>
                </a:solidFill>
                <a:latin typeface="Courier New"/>
              </a:rPr>
              <a:t>            </a:t>
            </a:r>
            <a:r>
              <a:rPr sz="950">
                <a:solidFill>
                  <a:srgbClr val="E8EEF1"/>
                </a:solidFill>
                <a:latin typeface="Courier New"/>
              </a:rPr>
              <a:t>totale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*</a:t>
            </a:r>
            <a:r>
              <a:rPr sz="950">
                <a:solidFill>
                  <a:srgbClr val="E8EEF1"/>
                </a:solidFill>
                <a:latin typeface="Courier New"/>
              </a:rPr>
              <a:t>=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v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8EEF1"/>
                </a:solidFill>
                <a:latin typeface="Courier New"/>
              </a:rPr>
              <a:t>    </a:t>
            </a:r>
            <a:r>
              <a:rPr sz="950" b="1">
                <a:solidFill>
                  <a:srgbClr val="F28C4F"/>
                </a:solidFill>
                <a:latin typeface="Courier New"/>
              </a:rPr>
              <a:t>return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{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B5D98B"/>
                </a:solidFill>
                <a:latin typeface="Courier New"/>
              </a:rPr>
              <a:t>risultato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E8EEF1"/>
                </a:solidFill>
                <a:latin typeface="Courier New"/>
              </a:rPr>
              <a:t>: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B5D98B"/>
                </a:solidFill>
                <a:latin typeface="Courier New"/>
              </a:rPr>
              <a:t>f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B5D98B"/>
                </a:solidFill>
                <a:latin typeface="Courier New"/>
              </a:rPr>
              <a:t>Ciao </a:t>
            </a:r>
            <a:r>
              <a:rPr sz="950">
                <a:solidFill>
                  <a:srgbClr val="B5D98B"/>
                </a:solidFill>
                <a:latin typeface="Courier New"/>
              </a:rPr>
              <a:t>{</a:t>
            </a:r>
            <a:r>
              <a:rPr sz="950">
                <a:solidFill>
                  <a:srgbClr val="E8EEF1"/>
                </a:solidFill>
                <a:latin typeface="Courier New"/>
              </a:rPr>
              <a:t>state</a:t>
            </a:r>
            <a:r>
              <a:rPr sz="950">
                <a:solidFill>
                  <a:srgbClr val="E8EEF1"/>
                </a:solidFill>
                <a:latin typeface="Courier New"/>
              </a:rPr>
              <a:t>[</a:t>
            </a:r>
            <a:r>
              <a:rPr sz="950">
                <a:solidFill>
                  <a:srgbClr val="B5D98B"/>
                </a:solidFill>
                <a:latin typeface="Courier New"/>
              </a:rPr>
              <a:t>'</a:t>
            </a:r>
            <a:r>
              <a:rPr sz="950">
                <a:solidFill>
                  <a:srgbClr val="B5D98B"/>
                </a:solidFill>
                <a:latin typeface="Courier New"/>
              </a:rPr>
              <a:t>nome</a:t>
            </a:r>
            <a:r>
              <a:rPr sz="950">
                <a:solidFill>
                  <a:srgbClr val="B5D98B"/>
                </a:solidFill>
                <a:latin typeface="Courier New"/>
              </a:rPr>
              <a:t>'</a:t>
            </a:r>
            <a:r>
              <a:rPr sz="950">
                <a:solidFill>
                  <a:srgbClr val="E8EEF1"/>
                </a:solidFill>
                <a:latin typeface="Courier New"/>
              </a:rPr>
              <a:t>]</a:t>
            </a:r>
            <a:r>
              <a:rPr sz="950">
                <a:solidFill>
                  <a:srgbClr val="B5D98B"/>
                </a:solidFill>
                <a:latin typeface="Courier New"/>
              </a:rPr>
              <a:t>}</a:t>
            </a:r>
            <a:r>
              <a:rPr sz="950">
                <a:solidFill>
                  <a:srgbClr val="B5D98B"/>
                </a:solidFill>
                <a:latin typeface="Courier New"/>
              </a:rPr>
              <a:t>, risultato: </a:t>
            </a:r>
            <a:r>
              <a:rPr sz="950">
                <a:solidFill>
                  <a:srgbClr val="B5D98B"/>
                </a:solidFill>
                <a:latin typeface="Courier New"/>
              </a:rPr>
              <a:t>{</a:t>
            </a:r>
            <a:r>
              <a:rPr sz="950">
                <a:solidFill>
                  <a:srgbClr val="E8EEF1"/>
                </a:solidFill>
                <a:latin typeface="Courier New"/>
              </a:rPr>
              <a:t>totale</a:t>
            </a:r>
            <a:r>
              <a:rPr sz="950">
                <a:solidFill>
                  <a:srgbClr val="B5D98B"/>
                </a:solidFill>
                <a:latin typeface="Courier New"/>
              </a:rPr>
              <a:t>}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E8EEF1"/>
                </a:solidFill>
                <a:latin typeface="Courier New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8EEF1"/>
                </a:solidFill>
                <a:latin typeface="Courier New"/>
              </a:rPr>
              <a:t>builder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=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StateGraph</a:t>
            </a:r>
            <a:r>
              <a:rPr sz="950">
                <a:solidFill>
                  <a:srgbClr val="E8EEF1"/>
                </a:solidFill>
                <a:latin typeface="Courier New"/>
              </a:rPr>
              <a:t>(</a:t>
            </a:r>
            <a:r>
              <a:rPr sz="950">
                <a:solidFill>
                  <a:srgbClr val="E8EEF1"/>
                </a:solidFill>
                <a:latin typeface="Courier New"/>
              </a:rPr>
              <a:t>State</a:t>
            </a:r>
            <a:r>
              <a:rPr sz="95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8EEF1"/>
                </a:solidFill>
                <a:latin typeface="Courier New"/>
              </a:rPr>
              <a:t>builder</a:t>
            </a:r>
            <a:r>
              <a:rPr sz="950">
                <a:solidFill>
                  <a:srgbClr val="E8EEF1"/>
                </a:solidFill>
                <a:latin typeface="Courier New"/>
              </a:rPr>
              <a:t>.</a:t>
            </a:r>
            <a:r>
              <a:rPr sz="950">
                <a:solidFill>
                  <a:srgbClr val="E8EEF1"/>
                </a:solidFill>
                <a:latin typeface="Courier New"/>
              </a:rPr>
              <a:t>add_node</a:t>
            </a:r>
            <a:r>
              <a:rPr sz="950">
                <a:solidFill>
                  <a:srgbClr val="E8EEF1"/>
                </a:solidFill>
                <a:latin typeface="Courier New"/>
              </a:rPr>
              <a:t>(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B5D98B"/>
                </a:solidFill>
                <a:latin typeface="Courier New"/>
              </a:rPr>
              <a:t>elabora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E8EEF1"/>
                </a:solidFill>
                <a:latin typeface="Courier New"/>
              </a:rPr>
              <a:t>,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elabora</a:t>
            </a:r>
            <a:r>
              <a:rPr sz="95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8EEF1"/>
                </a:solidFill>
                <a:latin typeface="Courier New"/>
              </a:rPr>
              <a:t>builder</a:t>
            </a:r>
            <a:r>
              <a:rPr sz="950">
                <a:solidFill>
                  <a:srgbClr val="E8EEF1"/>
                </a:solidFill>
                <a:latin typeface="Courier New"/>
              </a:rPr>
              <a:t>.</a:t>
            </a:r>
            <a:r>
              <a:rPr sz="950">
                <a:solidFill>
                  <a:srgbClr val="E8EEF1"/>
                </a:solidFill>
                <a:latin typeface="Courier New"/>
              </a:rPr>
              <a:t>add_edge</a:t>
            </a:r>
            <a:r>
              <a:rPr sz="950">
                <a:solidFill>
                  <a:srgbClr val="E8EEF1"/>
                </a:solidFill>
                <a:latin typeface="Courier New"/>
              </a:rPr>
              <a:t>(</a:t>
            </a:r>
            <a:r>
              <a:rPr sz="950">
                <a:solidFill>
                  <a:srgbClr val="E8EEF1"/>
                </a:solidFill>
                <a:latin typeface="Courier New"/>
              </a:rPr>
              <a:t>START</a:t>
            </a:r>
            <a:r>
              <a:rPr sz="950">
                <a:solidFill>
                  <a:srgbClr val="E8EEF1"/>
                </a:solidFill>
                <a:latin typeface="Courier New"/>
              </a:rPr>
              <a:t>,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B5D98B"/>
                </a:solidFill>
                <a:latin typeface="Courier New"/>
              </a:rPr>
              <a:t>elabora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8EEF1"/>
                </a:solidFill>
                <a:latin typeface="Courier New"/>
              </a:rPr>
              <a:t>builder</a:t>
            </a:r>
            <a:r>
              <a:rPr sz="950">
                <a:solidFill>
                  <a:srgbClr val="E8EEF1"/>
                </a:solidFill>
                <a:latin typeface="Courier New"/>
              </a:rPr>
              <a:t>.</a:t>
            </a:r>
            <a:r>
              <a:rPr sz="950">
                <a:solidFill>
                  <a:srgbClr val="E8EEF1"/>
                </a:solidFill>
                <a:latin typeface="Courier New"/>
              </a:rPr>
              <a:t>add_edge</a:t>
            </a:r>
            <a:r>
              <a:rPr sz="950">
                <a:solidFill>
                  <a:srgbClr val="E8EEF1"/>
                </a:solidFill>
                <a:latin typeface="Courier New"/>
              </a:rPr>
              <a:t>(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B5D98B"/>
                </a:solidFill>
                <a:latin typeface="Courier New"/>
              </a:rPr>
              <a:t>elabora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E8EEF1"/>
                </a:solidFill>
                <a:latin typeface="Courier New"/>
              </a:rPr>
              <a:t>,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END</a:t>
            </a:r>
            <a:r>
              <a:rPr sz="95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8EEF1"/>
                </a:solidFill>
                <a:latin typeface="Courier New"/>
              </a:rPr>
              <a:t>graph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=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builder</a:t>
            </a:r>
            <a:r>
              <a:rPr sz="950">
                <a:solidFill>
                  <a:srgbClr val="E8EEF1"/>
                </a:solidFill>
                <a:latin typeface="Courier New"/>
              </a:rPr>
              <a:t>.</a:t>
            </a:r>
            <a:r>
              <a:rPr sz="950">
                <a:solidFill>
                  <a:srgbClr val="E8EEF1"/>
                </a:solidFill>
                <a:latin typeface="Courier New"/>
              </a:rPr>
              <a:t>compile</a:t>
            </a:r>
            <a:r>
              <a:rPr sz="950">
                <a:solidFill>
                  <a:srgbClr val="E8EEF1"/>
                </a:solidFill>
                <a:latin typeface="Courier New"/>
              </a:rPr>
              <a:t>(</a:t>
            </a:r>
            <a:r>
              <a:rPr sz="95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8EEF1"/>
                </a:solidFill>
                <a:latin typeface="Courier New"/>
              </a:rPr>
              <a:t>out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=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graph</a:t>
            </a:r>
            <a:r>
              <a:rPr sz="950">
                <a:solidFill>
                  <a:srgbClr val="E8EEF1"/>
                </a:solidFill>
                <a:latin typeface="Courier New"/>
              </a:rPr>
              <a:t>.</a:t>
            </a:r>
            <a:r>
              <a:rPr sz="950">
                <a:solidFill>
                  <a:srgbClr val="E8EEF1"/>
                </a:solidFill>
                <a:latin typeface="Courier New"/>
              </a:rPr>
              <a:t>invoke</a:t>
            </a:r>
            <a:r>
              <a:rPr sz="950">
                <a:solidFill>
                  <a:srgbClr val="E8EEF1"/>
                </a:solidFill>
                <a:latin typeface="Courier New"/>
              </a:rPr>
              <a:t>(</a:t>
            </a:r>
            <a:r>
              <a:rPr sz="950">
                <a:solidFill>
                  <a:srgbClr val="E8EEF1"/>
                </a:solidFill>
                <a:latin typeface="Courier New"/>
              </a:rPr>
              <a:t>{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B5D98B"/>
                </a:solidFill>
                <a:latin typeface="Courier New"/>
              </a:rPr>
              <a:t>nome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E8EEF1"/>
                </a:solidFill>
                <a:latin typeface="Courier New"/>
              </a:rPr>
              <a:t>: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B5D98B"/>
                </a:solidFill>
                <a:latin typeface="Courier New"/>
              </a:rPr>
              <a:t>Ada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E8EEF1"/>
                </a:solidFill>
                <a:latin typeface="Courier New"/>
              </a:rPr>
              <a:t>,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B5D98B"/>
                </a:solidFill>
                <a:latin typeface="Courier New"/>
              </a:rPr>
              <a:t>valori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E8EEF1"/>
                </a:solidFill>
                <a:latin typeface="Courier New"/>
              </a:rPr>
              <a:t>: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[</a:t>
            </a:r>
            <a:r>
              <a:rPr sz="950">
                <a:solidFill>
                  <a:srgbClr val="F5C96A"/>
                </a:solidFill>
                <a:latin typeface="Courier New"/>
              </a:rPr>
              <a:t>1</a:t>
            </a:r>
            <a:r>
              <a:rPr sz="950">
                <a:solidFill>
                  <a:srgbClr val="E8EEF1"/>
                </a:solidFill>
                <a:latin typeface="Courier New"/>
              </a:rPr>
              <a:t>,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F5C96A"/>
                </a:solidFill>
                <a:latin typeface="Courier New"/>
              </a:rPr>
              <a:t>2</a:t>
            </a:r>
            <a:r>
              <a:rPr sz="950">
                <a:solidFill>
                  <a:srgbClr val="E8EEF1"/>
                </a:solidFill>
                <a:latin typeface="Courier New"/>
              </a:rPr>
              <a:t>,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F5C96A"/>
                </a:solidFill>
                <a:latin typeface="Courier New"/>
              </a:rPr>
              <a:t>3</a:t>
            </a:r>
            <a:r>
              <a:rPr sz="950">
                <a:solidFill>
                  <a:srgbClr val="E8EEF1"/>
                </a:solidFill>
                <a:latin typeface="Courier New"/>
              </a:rPr>
              <a:t>,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F5C96A"/>
                </a:solidFill>
                <a:latin typeface="Courier New"/>
              </a:rPr>
              <a:t>4</a:t>
            </a:r>
            <a:r>
              <a:rPr sz="950">
                <a:solidFill>
                  <a:srgbClr val="E8EEF1"/>
                </a:solidFill>
                <a:latin typeface="Courier New"/>
              </a:rPr>
              <a:t>]</a:t>
            </a:r>
            <a:r>
              <a:rPr sz="950">
                <a:solidFill>
                  <a:srgbClr val="E8EEF1"/>
                </a:solidFill>
                <a:latin typeface="Courier New"/>
              </a:rPr>
              <a:t>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8EEF1"/>
                </a:solidFill>
                <a:latin typeface="Courier New"/>
              </a:rPr>
              <a:t>                    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B5D98B"/>
                </a:solidFill>
                <a:latin typeface="Courier New"/>
              </a:rPr>
              <a:t>operazione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E8EEF1"/>
                </a:solidFill>
                <a:latin typeface="Courier New"/>
              </a:rPr>
              <a:t>: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B5D98B"/>
                </a:solidFill>
                <a:latin typeface="Courier New"/>
              </a:rPr>
              <a:t>*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E8EEF1"/>
                </a:solidFill>
                <a:latin typeface="Courier New"/>
              </a:rPr>
              <a:t>}</a:t>
            </a:r>
            <a:r>
              <a:rPr sz="95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7FCFF0"/>
                </a:solidFill>
                <a:latin typeface="Courier New"/>
              </a:rPr>
              <a:t>print</a:t>
            </a:r>
            <a:r>
              <a:rPr sz="950">
                <a:solidFill>
                  <a:srgbClr val="E8EEF1"/>
                </a:solidFill>
                <a:latin typeface="Courier New"/>
              </a:rPr>
              <a:t>(</a:t>
            </a:r>
            <a:r>
              <a:rPr sz="950">
                <a:solidFill>
                  <a:srgbClr val="E8EEF1"/>
                </a:solidFill>
                <a:latin typeface="Courier New"/>
              </a:rPr>
              <a:t>out</a:t>
            </a:r>
            <a:r>
              <a:rPr sz="950">
                <a:solidFill>
                  <a:srgbClr val="E8EEF1"/>
                </a:solidFill>
                <a:latin typeface="Courier New"/>
              </a:rPr>
              <a:t>[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B5D98B"/>
                </a:solidFill>
                <a:latin typeface="Courier New"/>
              </a:rPr>
              <a:t>risultato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E8EEF1"/>
                </a:solidFill>
                <a:latin typeface="Courier New"/>
              </a:rPr>
              <a:t>]</a:t>
            </a:r>
            <a:r>
              <a:rPr sz="950">
                <a:solidFill>
                  <a:srgbClr val="E8EEF1"/>
                </a:solidFill>
                <a:latin typeface="Courier New"/>
              </a:rPr>
              <a:t>)</a:t>
            </a:r>
            <a:r>
              <a:rPr sz="950">
                <a:solidFill>
                  <a:srgbClr val="E8EEF1"/>
                </a:solidFill>
                <a:latin typeface="Courier New"/>
              </a:rPr>
              <a:t>     </a:t>
            </a:r>
            <a:r>
              <a:rPr sz="950">
                <a:solidFill>
                  <a:srgbClr val="8AA4B0"/>
                </a:solidFill>
                <a:latin typeface="Courier New"/>
              </a:rPr>
              <a:t># Ciao Ada, risultato: 24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1051560"/>
            <a:ext cx="2514600" cy="3721608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327648" y="1124712"/>
            <a:ext cx="229514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400">
                <a:solidFill>
                  <a:srgbClr val="DF6426"/>
                </a:solidFill>
                <a:latin typeface="Arial"/>
              </a:rPr>
              <a:t>Da ricordare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27648" y="1508760"/>
            <a:ext cx="2295144" cy="321868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200">
                <a:solidFill>
                  <a:srgbClr val="003548"/>
                </a:solidFill>
                <a:latin typeface="Arial"/>
              </a:rPr>
              <a:t>Lo state può contenere </a:t>
            </a:r>
            <a:r>
              <a:rPr b="1" sz="1200">
                <a:solidFill>
                  <a:srgbClr val="003548"/>
                </a:solidFill>
                <a:latin typeface="Arial"/>
              </a:rPr>
              <a:t>qualsiasi tipo</a:t>
            </a:r>
            <a:r>
              <a:rPr b="0" sz="1200">
                <a:solidFill>
                  <a:srgbClr val="003548"/>
                </a:solidFill>
                <a:latin typeface="Arial"/>
              </a:rPr>
              <a:t> Python: stringhe, numeri, liste, dict, oggetti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200">
                <a:solidFill>
                  <a:srgbClr val="003548"/>
                </a:solidFill>
                <a:latin typeface="Arial"/>
              </a:rPr>
              <a:t>Le chiavi non passate in input restano </a:t>
            </a:r>
            <a:r>
              <a:rPr b="1" sz="1200">
                <a:solidFill>
                  <a:srgbClr val="003548"/>
                </a:solidFill>
                <a:latin typeface="Arial"/>
              </a:rPr>
              <a:t>assenti</a:t>
            </a:r>
            <a:r>
              <a:rPr b="0" sz="1200">
                <a:solidFill>
                  <a:srgbClr val="003548"/>
                </a:solidFill>
                <a:latin typeface="Arial"/>
              </a:rPr>
              <a:t> finché un nodo non le scrive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200">
                <a:solidFill>
                  <a:srgbClr val="003548"/>
                </a:solidFill>
                <a:latin typeface="Arial"/>
              </a:rPr>
              <a:t>Usa </a:t>
            </a:r>
            <a:r>
              <a:rPr b="1" sz="1200">
                <a:solidFill>
                  <a:srgbClr val="DF6426"/>
                </a:solidFill>
                <a:latin typeface="Courier New"/>
              </a:rPr>
              <a:t>state.get("chiave")</a:t>
            </a:r>
            <a:r>
              <a:rPr b="0" sz="1200">
                <a:solidFill>
                  <a:srgbClr val="003548"/>
                </a:solidFill>
                <a:latin typeface="Arial"/>
              </a:rPr>
              <a:t> se una chiave può mancare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20640" y="4864608"/>
            <a:ext cx="32918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b="0" sz="1000">
                <a:solidFill>
                  <a:srgbClr val="76777B"/>
                </a:solidFill>
                <a:latin typeface="Arial"/>
              </a:rPr>
              <a:t>Esempio: </a:t>
            </a:r>
            <a:r>
              <a:rPr b="1" sz="1000">
                <a:solidFill>
                  <a:srgbClr val="005A77"/>
                </a:solidFill>
                <a:latin typeface="Courier New"/>
              </a:rPr>
              <a:t>04_input_multipli.py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ESERCITAZIONE 1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21</a:t>
            </a:fld>
          </a:p>
        </p:txBody>
      </p:sp>
      <p:sp>
        <p:nvSpPr>
          <p:cNvPr id="34" name="TextBox 33"/>
          <p:cNvSpPr txBox="1"/>
          <p:nvPr/>
        </p:nvSpPr>
        <p:spPr>
          <a:xfrm>
            <a:off x="457200" y="1005840"/>
            <a:ext cx="16459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600">
                <a:solidFill>
                  <a:srgbClr val="DF6426"/>
                </a:solidFill>
                <a:latin typeface="Arial"/>
              </a:rPr>
              <a:t>★☆☆☆☆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1371600"/>
            <a:ext cx="8229600" cy="329184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566928" y="1444752"/>
            <a:ext cx="801014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400">
                <a:solidFill>
                  <a:srgbClr val="DF6426"/>
                </a:solidFill>
                <a:latin typeface="Arial"/>
              </a:rPr>
              <a:t>Scheda personale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1828800"/>
            <a:ext cx="8010144" cy="2788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350">
                <a:solidFill>
                  <a:srgbClr val="003548"/>
                </a:solidFill>
                <a:latin typeface="Arial"/>
              </a:rPr>
              <a:t>Creare un grafo con state </a:t>
            </a:r>
            <a:r>
              <a:rPr b="1" sz="1350">
                <a:solidFill>
                  <a:srgbClr val="DF6426"/>
                </a:solidFill>
                <a:latin typeface="Courier New"/>
              </a:rPr>
              <a:t>{nome, ruolo, competenze: list[str], scheda: str}</a:t>
            </a:r>
            <a:r>
              <a:rPr b="0" sz="1350">
                <a:solidFill>
                  <a:srgbClr val="003548"/>
                </a:solidFill>
                <a:latin typeface="Arial"/>
              </a:rPr>
              <a:t> e </a:t>
            </a:r>
            <a:r>
              <a:rPr b="1" sz="1350">
                <a:solidFill>
                  <a:srgbClr val="003548"/>
                </a:solidFill>
                <a:latin typeface="Arial"/>
              </a:rPr>
              <a:t>un solo nodo</a:t>
            </a:r>
            <a:r>
              <a:rPr b="0" sz="1350">
                <a:solidFill>
                  <a:srgbClr val="003548"/>
                </a:solidFill>
                <a:latin typeface="Arial"/>
              </a:rPr>
              <a:t> che compone una scheda di presentazione testuale.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350">
                <a:solidFill>
                  <a:srgbClr val="003548"/>
                </a:solidFill>
                <a:latin typeface="Arial"/>
              </a:rPr>
              <a:t>Il numero di competenze deve comparire nella scheda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350">
                <a:solidFill>
                  <a:srgbClr val="003548"/>
                </a:solidFill>
                <a:latin typeface="Arial"/>
              </a:rPr>
              <a:t>Stampare lo state finale e il diagramma Mermaid del grafo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1" sz="1350">
                <a:solidFill>
                  <a:srgbClr val="003548"/>
                </a:solidFill>
                <a:latin typeface="Arial"/>
              </a:rPr>
              <a:t>Bonus</a:t>
            </a:r>
            <a:r>
              <a:rPr b="0" sz="1350">
                <a:solidFill>
                  <a:srgbClr val="003548"/>
                </a:solidFill>
                <a:latin typeface="Arial"/>
              </a:rPr>
              <a:t>: testare il nodo chiamandolo come una normale funzione Python (senza grafo)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1.6 GRAFO SEQUENZIALE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22</a:t>
            </a:fld>
          </a:p>
        </p:txBody>
      </p:sp>
      <p:sp>
        <p:nvSpPr>
          <p:cNvPr id="34" name="Rounded Rectangle 33"/>
          <p:cNvSpPr/>
          <p:nvPr/>
        </p:nvSpPr>
        <p:spPr>
          <a:xfrm>
            <a:off x="411480" y="1051560"/>
            <a:ext cx="5623560" cy="3539617"/>
          </a:xfrm>
          <a:prstGeom prst="roundRect">
            <a:avLst>
              <a:gd name="adj" fmla="val 4000"/>
            </a:avLst>
          </a:prstGeom>
          <a:solidFill>
            <a:srgbClr val="0B2B38"/>
          </a:solidFill>
          <a:ln>
            <a:noFill/>
          </a:ln>
        </p:spPr>
        <p:txBody>
          <a:bodyPr rtlCol="0" anchor="t" wrap="square" lIns="128016" rIns="128016" tIns="91440" bIns="54864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28C4F"/>
                </a:solidFill>
                <a:latin typeface="Courier New"/>
              </a:rPr>
              <a:t>from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typing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 b="1">
                <a:solidFill>
                  <a:srgbClr val="F28C4F"/>
                </a:solidFill>
                <a:latin typeface="Courier New"/>
              </a:rPr>
              <a:t>import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TypedDict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28C4F"/>
                </a:solidFill>
                <a:latin typeface="Courier New"/>
              </a:rPr>
              <a:t>from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langgraph</a:t>
            </a:r>
            <a:r>
              <a:rPr sz="950">
                <a:solidFill>
                  <a:srgbClr val="E8EEF1"/>
                </a:solidFill>
                <a:latin typeface="Courier New"/>
              </a:rPr>
              <a:t>.</a:t>
            </a:r>
            <a:r>
              <a:rPr sz="950">
                <a:solidFill>
                  <a:srgbClr val="E8EEF1"/>
                </a:solidFill>
                <a:latin typeface="Courier New"/>
              </a:rPr>
              <a:t>graph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 b="1">
                <a:solidFill>
                  <a:srgbClr val="F28C4F"/>
                </a:solidFill>
                <a:latin typeface="Courier New"/>
              </a:rPr>
              <a:t>import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StateGraph</a:t>
            </a:r>
            <a:r>
              <a:rPr sz="950">
                <a:solidFill>
                  <a:srgbClr val="E8EEF1"/>
                </a:solidFill>
                <a:latin typeface="Courier New"/>
              </a:rPr>
              <a:t>,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START</a:t>
            </a:r>
            <a:r>
              <a:rPr sz="950">
                <a:solidFill>
                  <a:srgbClr val="E8EEF1"/>
                </a:solidFill>
                <a:latin typeface="Courier New"/>
              </a:rPr>
              <a:t>,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END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28C4F"/>
                </a:solidFill>
                <a:latin typeface="Courier New"/>
              </a:rPr>
              <a:t>class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7FCFF0"/>
                </a:solidFill>
                <a:latin typeface="Courier New"/>
              </a:rPr>
              <a:t>State</a:t>
            </a:r>
            <a:r>
              <a:rPr sz="950">
                <a:solidFill>
                  <a:srgbClr val="E8EEF1"/>
                </a:solidFill>
                <a:latin typeface="Courier New"/>
              </a:rPr>
              <a:t>(</a:t>
            </a:r>
            <a:r>
              <a:rPr sz="950">
                <a:solidFill>
                  <a:srgbClr val="E8EEF1"/>
                </a:solidFill>
                <a:latin typeface="Courier New"/>
              </a:rPr>
              <a:t>TypedDict</a:t>
            </a:r>
            <a:r>
              <a:rPr sz="950">
                <a:solidFill>
                  <a:srgbClr val="E8EEF1"/>
                </a:solidFill>
                <a:latin typeface="Courier New"/>
              </a:rPr>
              <a:t>)</a:t>
            </a:r>
            <a:r>
              <a:rPr sz="95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8EEF1"/>
                </a:solidFill>
                <a:latin typeface="Courier New"/>
              </a:rPr>
              <a:t>    </a:t>
            </a:r>
            <a:r>
              <a:rPr sz="950">
                <a:solidFill>
                  <a:srgbClr val="E8EEF1"/>
                </a:solidFill>
                <a:latin typeface="Courier New"/>
              </a:rPr>
              <a:t>nome</a:t>
            </a:r>
            <a:r>
              <a:rPr sz="950">
                <a:solidFill>
                  <a:srgbClr val="E8EEF1"/>
                </a:solidFill>
                <a:latin typeface="Courier New"/>
              </a:rPr>
              <a:t>: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7FCFF0"/>
                </a:solidFill>
                <a:latin typeface="Courier New"/>
              </a:rPr>
              <a:t>str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8EEF1"/>
                </a:solidFill>
                <a:latin typeface="Courier New"/>
              </a:rPr>
              <a:t>    </a:t>
            </a:r>
            <a:r>
              <a:rPr sz="950">
                <a:solidFill>
                  <a:srgbClr val="E8EEF1"/>
                </a:solidFill>
                <a:latin typeface="Courier New"/>
              </a:rPr>
              <a:t>eta</a:t>
            </a:r>
            <a:r>
              <a:rPr sz="950">
                <a:solidFill>
                  <a:srgbClr val="E8EEF1"/>
                </a:solidFill>
                <a:latin typeface="Courier New"/>
              </a:rPr>
              <a:t>: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7FCFF0"/>
                </a:solidFill>
                <a:latin typeface="Courier New"/>
              </a:rPr>
              <a:t>int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8EEF1"/>
                </a:solidFill>
                <a:latin typeface="Courier New"/>
              </a:rPr>
              <a:t>    </a:t>
            </a:r>
            <a:r>
              <a:rPr sz="950">
                <a:solidFill>
                  <a:srgbClr val="E8EEF1"/>
                </a:solidFill>
                <a:latin typeface="Courier New"/>
              </a:rPr>
              <a:t>output</a:t>
            </a:r>
            <a:r>
              <a:rPr sz="950">
                <a:solidFill>
                  <a:srgbClr val="E8EEF1"/>
                </a:solidFill>
                <a:latin typeface="Courier New"/>
              </a:rPr>
              <a:t>: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7FCFF0"/>
                </a:solidFill>
                <a:latin typeface="Courier New"/>
              </a:rPr>
              <a:t>str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28C4F"/>
                </a:solidFill>
                <a:latin typeface="Courier New"/>
              </a:rPr>
              <a:t>def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7FCFF0"/>
                </a:solidFill>
                <a:latin typeface="Courier New"/>
              </a:rPr>
              <a:t>primo</a:t>
            </a:r>
            <a:r>
              <a:rPr sz="950">
                <a:solidFill>
                  <a:srgbClr val="E8EEF1"/>
                </a:solidFill>
                <a:latin typeface="Courier New"/>
              </a:rPr>
              <a:t>(</a:t>
            </a:r>
            <a:r>
              <a:rPr sz="950">
                <a:solidFill>
                  <a:srgbClr val="E8EEF1"/>
                </a:solidFill>
                <a:latin typeface="Courier New"/>
              </a:rPr>
              <a:t>state</a:t>
            </a:r>
            <a:r>
              <a:rPr sz="950">
                <a:solidFill>
                  <a:srgbClr val="E8EEF1"/>
                </a:solidFill>
                <a:latin typeface="Courier New"/>
              </a:rPr>
              <a:t>: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State</a:t>
            </a:r>
            <a:r>
              <a:rPr sz="950">
                <a:solidFill>
                  <a:srgbClr val="E8EEF1"/>
                </a:solidFill>
                <a:latin typeface="Courier New"/>
              </a:rPr>
              <a:t>)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-</a:t>
            </a:r>
            <a:r>
              <a:rPr sz="950">
                <a:solidFill>
                  <a:srgbClr val="E8EEF1"/>
                </a:solidFill>
                <a:latin typeface="Courier New"/>
              </a:rPr>
              <a:t>&gt;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7FCFF0"/>
                </a:solidFill>
                <a:latin typeface="Courier New"/>
              </a:rPr>
              <a:t>dict</a:t>
            </a:r>
            <a:r>
              <a:rPr sz="95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8EEF1"/>
                </a:solidFill>
                <a:latin typeface="Courier New"/>
              </a:rPr>
              <a:t>    </a:t>
            </a:r>
            <a:r>
              <a:rPr sz="950" b="1">
                <a:solidFill>
                  <a:srgbClr val="F28C4F"/>
                </a:solidFill>
                <a:latin typeface="Courier New"/>
              </a:rPr>
              <a:t>return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{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B5D98B"/>
                </a:solidFill>
                <a:latin typeface="Courier New"/>
              </a:rPr>
              <a:t>output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E8EEF1"/>
                </a:solidFill>
                <a:latin typeface="Courier New"/>
              </a:rPr>
              <a:t>: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B5D98B"/>
                </a:solidFill>
                <a:latin typeface="Courier New"/>
              </a:rPr>
              <a:t>f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B5D98B"/>
                </a:solidFill>
                <a:latin typeface="Courier New"/>
              </a:rPr>
              <a:t>Ciao </a:t>
            </a:r>
            <a:r>
              <a:rPr sz="950">
                <a:solidFill>
                  <a:srgbClr val="B5D98B"/>
                </a:solidFill>
                <a:latin typeface="Courier New"/>
              </a:rPr>
              <a:t>{</a:t>
            </a:r>
            <a:r>
              <a:rPr sz="950">
                <a:solidFill>
                  <a:srgbClr val="E8EEF1"/>
                </a:solidFill>
                <a:latin typeface="Courier New"/>
              </a:rPr>
              <a:t>state</a:t>
            </a:r>
            <a:r>
              <a:rPr sz="950">
                <a:solidFill>
                  <a:srgbClr val="E8EEF1"/>
                </a:solidFill>
                <a:latin typeface="Courier New"/>
              </a:rPr>
              <a:t>[</a:t>
            </a:r>
            <a:r>
              <a:rPr sz="950">
                <a:solidFill>
                  <a:srgbClr val="B5D98B"/>
                </a:solidFill>
                <a:latin typeface="Courier New"/>
              </a:rPr>
              <a:t>'</a:t>
            </a:r>
            <a:r>
              <a:rPr sz="950">
                <a:solidFill>
                  <a:srgbClr val="B5D98B"/>
                </a:solidFill>
                <a:latin typeface="Courier New"/>
              </a:rPr>
              <a:t>nome</a:t>
            </a:r>
            <a:r>
              <a:rPr sz="950">
                <a:solidFill>
                  <a:srgbClr val="B5D98B"/>
                </a:solidFill>
                <a:latin typeface="Courier New"/>
              </a:rPr>
              <a:t>'</a:t>
            </a:r>
            <a:r>
              <a:rPr sz="950">
                <a:solidFill>
                  <a:srgbClr val="E8EEF1"/>
                </a:solidFill>
                <a:latin typeface="Courier New"/>
              </a:rPr>
              <a:t>]</a:t>
            </a:r>
            <a:r>
              <a:rPr sz="950">
                <a:solidFill>
                  <a:srgbClr val="B5D98B"/>
                </a:solidFill>
                <a:latin typeface="Courier New"/>
              </a:rPr>
              <a:t>}</a:t>
            </a:r>
            <a:r>
              <a:rPr sz="950">
                <a:solidFill>
                  <a:srgbClr val="B5D98B"/>
                </a:solidFill>
                <a:latin typeface="Courier New"/>
              </a:rPr>
              <a:t>!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E8EEF1"/>
                </a:solidFill>
                <a:latin typeface="Courier New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28C4F"/>
                </a:solidFill>
                <a:latin typeface="Courier New"/>
              </a:rPr>
              <a:t>def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7FCFF0"/>
                </a:solidFill>
                <a:latin typeface="Courier New"/>
              </a:rPr>
              <a:t>secondo</a:t>
            </a:r>
            <a:r>
              <a:rPr sz="950">
                <a:solidFill>
                  <a:srgbClr val="E8EEF1"/>
                </a:solidFill>
                <a:latin typeface="Courier New"/>
              </a:rPr>
              <a:t>(</a:t>
            </a:r>
            <a:r>
              <a:rPr sz="950">
                <a:solidFill>
                  <a:srgbClr val="E8EEF1"/>
                </a:solidFill>
                <a:latin typeface="Courier New"/>
              </a:rPr>
              <a:t>state</a:t>
            </a:r>
            <a:r>
              <a:rPr sz="950">
                <a:solidFill>
                  <a:srgbClr val="E8EEF1"/>
                </a:solidFill>
                <a:latin typeface="Courier New"/>
              </a:rPr>
              <a:t>: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State</a:t>
            </a:r>
            <a:r>
              <a:rPr sz="950">
                <a:solidFill>
                  <a:srgbClr val="E8EEF1"/>
                </a:solidFill>
                <a:latin typeface="Courier New"/>
              </a:rPr>
              <a:t>)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-</a:t>
            </a:r>
            <a:r>
              <a:rPr sz="950">
                <a:solidFill>
                  <a:srgbClr val="E8EEF1"/>
                </a:solidFill>
                <a:latin typeface="Courier New"/>
              </a:rPr>
              <a:t>&gt;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7FCFF0"/>
                </a:solidFill>
                <a:latin typeface="Courier New"/>
              </a:rPr>
              <a:t>dict</a:t>
            </a:r>
            <a:r>
              <a:rPr sz="95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8EEF1"/>
                </a:solidFill>
                <a:latin typeface="Courier New"/>
              </a:rPr>
              <a:t>    </a:t>
            </a:r>
            <a:r>
              <a:rPr sz="950" b="1">
                <a:solidFill>
                  <a:srgbClr val="F28C4F"/>
                </a:solidFill>
                <a:latin typeface="Courier New"/>
              </a:rPr>
              <a:t>return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{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B5D98B"/>
                </a:solidFill>
                <a:latin typeface="Courier New"/>
              </a:rPr>
              <a:t>output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E8EEF1"/>
                </a:solidFill>
                <a:latin typeface="Courier New"/>
              </a:rPr>
              <a:t>: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state</a:t>
            </a:r>
            <a:r>
              <a:rPr sz="950">
                <a:solidFill>
                  <a:srgbClr val="E8EEF1"/>
                </a:solidFill>
                <a:latin typeface="Courier New"/>
              </a:rPr>
              <a:t>[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B5D98B"/>
                </a:solidFill>
                <a:latin typeface="Courier New"/>
              </a:rPr>
              <a:t>output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E8EEF1"/>
                </a:solidFill>
                <a:latin typeface="Courier New"/>
              </a:rPr>
              <a:t>]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+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B5D98B"/>
                </a:solidFill>
                <a:latin typeface="Courier New"/>
              </a:rPr>
              <a:t>f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B5D98B"/>
                </a:solidFill>
                <a:latin typeface="Courier New"/>
              </a:rPr>
              <a:t> Hai </a:t>
            </a:r>
            <a:r>
              <a:rPr sz="950">
                <a:solidFill>
                  <a:srgbClr val="B5D98B"/>
                </a:solidFill>
                <a:latin typeface="Courier New"/>
              </a:rPr>
              <a:t>{</a:t>
            </a:r>
            <a:r>
              <a:rPr sz="950">
                <a:solidFill>
                  <a:srgbClr val="E8EEF1"/>
                </a:solidFill>
                <a:latin typeface="Courier New"/>
              </a:rPr>
              <a:t>state</a:t>
            </a:r>
            <a:r>
              <a:rPr sz="950">
                <a:solidFill>
                  <a:srgbClr val="E8EEF1"/>
                </a:solidFill>
                <a:latin typeface="Courier New"/>
              </a:rPr>
              <a:t>[</a:t>
            </a:r>
            <a:r>
              <a:rPr sz="950">
                <a:solidFill>
                  <a:srgbClr val="B5D98B"/>
                </a:solidFill>
                <a:latin typeface="Courier New"/>
              </a:rPr>
              <a:t>'</a:t>
            </a:r>
            <a:r>
              <a:rPr sz="950">
                <a:solidFill>
                  <a:srgbClr val="B5D98B"/>
                </a:solidFill>
                <a:latin typeface="Courier New"/>
              </a:rPr>
              <a:t>eta</a:t>
            </a:r>
            <a:r>
              <a:rPr sz="950">
                <a:solidFill>
                  <a:srgbClr val="B5D98B"/>
                </a:solidFill>
                <a:latin typeface="Courier New"/>
              </a:rPr>
              <a:t>'</a:t>
            </a:r>
            <a:r>
              <a:rPr sz="950">
                <a:solidFill>
                  <a:srgbClr val="E8EEF1"/>
                </a:solidFill>
                <a:latin typeface="Courier New"/>
              </a:rPr>
              <a:t>]</a:t>
            </a:r>
            <a:r>
              <a:rPr sz="950">
                <a:solidFill>
                  <a:srgbClr val="B5D98B"/>
                </a:solidFill>
                <a:latin typeface="Courier New"/>
              </a:rPr>
              <a:t>}</a:t>
            </a:r>
            <a:r>
              <a:rPr sz="950">
                <a:solidFill>
                  <a:srgbClr val="B5D98B"/>
                </a:solidFill>
                <a:latin typeface="Courier New"/>
              </a:rPr>
              <a:t> anni.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E8EEF1"/>
                </a:solidFill>
                <a:latin typeface="Courier New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28C4F"/>
                </a:solidFill>
                <a:latin typeface="Courier New"/>
              </a:rPr>
              <a:t>def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7FCFF0"/>
                </a:solidFill>
                <a:latin typeface="Courier New"/>
              </a:rPr>
              <a:t>terzo</a:t>
            </a:r>
            <a:r>
              <a:rPr sz="950">
                <a:solidFill>
                  <a:srgbClr val="E8EEF1"/>
                </a:solidFill>
                <a:latin typeface="Courier New"/>
              </a:rPr>
              <a:t>(</a:t>
            </a:r>
            <a:r>
              <a:rPr sz="950">
                <a:solidFill>
                  <a:srgbClr val="E8EEF1"/>
                </a:solidFill>
                <a:latin typeface="Courier New"/>
              </a:rPr>
              <a:t>state</a:t>
            </a:r>
            <a:r>
              <a:rPr sz="950">
                <a:solidFill>
                  <a:srgbClr val="E8EEF1"/>
                </a:solidFill>
                <a:latin typeface="Courier New"/>
              </a:rPr>
              <a:t>: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State</a:t>
            </a:r>
            <a:r>
              <a:rPr sz="950">
                <a:solidFill>
                  <a:srgbClr val="E8EEF1"/>
                </a:solidFill>
                <a:latin typeface="Courier New"/>
              </a:rPr>
              <a:t>)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-</a:t>
            </a:r>
            <a:r>
              <a:rPr sz="950">
                <a:solidFill>
                  <a:srgbClr val="E8EEF1"/>
                </a:solidFill>
                <a:latin typeface="Courier New"/>
              </a:rPr>
              <a:t>&gt;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7FCFF0"/>
                </a:solidFill>
                <a:latin typeface="Courier New"/>
              </a:rPr>
              <a:t>dict</a:t>
            </a:r>
            <a:r>
              <a:rPr sz="95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8EEF1"/>
                </a:solidFill>
                <a:latin typeface="Courier New"/>
              </a:rPr>
              <a:t>    </a:t>
            </a:r>
            <a:r>
              <a:rPr sz="950" b="1">
                <a:solidFill>
                  <a:srgbClr val="F28C4F"/>
                </a:solidFill>
                <a:latin typeface="Courier New"/>
              </a:rPr>
              <a:t>return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{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B5D98B"/>
                </a:solidFill>
                <a:latin typeface="Courier New"/>
              </a:rPr>
              <a:t>output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E8EEF1"/>
                </a:solidFill>
                <a:latin typeface="Courier New"/>
              </a:rPr>
              <a:t>: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state</a:t>
            </a:r>
            <a:r>
              <a:rPr sz="950">
                <a:solidFill>
                  <a:srgbClr val="E8EEF1"/>
                </a:solidFill>
                <a:latin typeface="Courier New"/>
              </a:rPr>
              <a:t>[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B5D98B"/>
                </a:solidFill>
                <a:latin typeface="Courier New"/>
              </a:rPr>
              <a:t>output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E8EEF1"/>
                </a:solidFill>
                <a:latin typeface="Courier New"/>
              </a:rPr>
              <a:t>]</a:t>
            </a:r>
            <a:r>
              <a:rPr sz="950">
                <a:solidFill>
                  <a:srgbClr val="E8EEF1"/>
                </a:solidFill>
                <a:latin typeface="Courier New"/>
              </a:rPr>
              <a:t>.</a:t>
            </a:r>
            <a:r>
              <a:rPr sz="950">
                <a:solidFill>
                  <a:srgbClr val="E8EEF1"/>
                </a:solidFill>
                <a:latin typeface="Courier New"/>
              </a:rPr>
              <a:t>upper</a:t>
            </a:r>
            <a:r>
              <a:rPr sz="950">
                <a:solidFill>
                  <a:srgbClr val="E8EEF1"/>
                </a:solidFill>
                <a:latin typeface="Courier New"/>
              </a:rPr>
              <a:t>(</a:t>
            </a:r>
            <a:r>
              <a:rPr sz="950">
                <a:solidFill>
                  <a:srgbClr val="E8EEF1"/>
                </a:solidFill>
                <a:latin typeface="Courier New"/>
              </a:rPr>
              <a:t>)</a:t>
            </a:r>
            <a:r>
              <a:rPr sz="950">
                <a:solidFill>
                  <a:srgbClr val="E8EEF1"/>
                </a:solidFill>
                <a:latin typeface="Courier New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8EEF1"/>
                </a:solidFill>
                <a:latin typeface="Courier New"/>
              </a:rPr>
              <a:t>builder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=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StateGraph</a:t>
            </a:r>
            <a:r>
              <a:rPr sz="950">
                <a:solidFill>
                  <a:srgbClr val="E8EEF1"/>
                </a:solidFill>
                <a:latin typeface="Courier New"/>
              </a:rPr>
              <a:t>(</a:t>
            </a:r>
            <a:r>
              <a:rPr sz="950">
                <a:solidFill>
                  <a:srgbClr val="E8EEF1"/>
                </a:solidFill>
                <a:latin typeface="Courier New"/>
              </a:rPr>
              <a:t>State</a:t>
            </a:r>
            <a:r>
              <a:rPr sz="95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8EEF1"/>
                </a:solidFill>
                <a:latin typeface="Courier New"/>
              </a:rPr>
              <a:t>builder</a:t>
            </a:r>
            <a:r>
              <a:rPr sz="950">
                <a:solidFill>
                  <a:srgbClr val="E8EEF1"/>
                </a:solidFill>
                <a:latin typeface="Courier New"/>
              </a:rPr>
              <a:t>.</a:t>
            </a:r>
            <a:r>
              <a:rPr sz="950">
                <a:solidFill>
                  <a:srgbClr val="E8EEF1"/>
                </a:solidFill>
                <a:latin typeface="Courier New"/>
              </a:rPr>
              <a:t>add_node</a:t>
            </a:r>
            <a:r>
              <a:rPr sz="950">
                <a:solidFill>
                  <a:srgbClr val="E8EEF1"/>
                </a:solidFill>
                <a:latin typeface="Courier New"/>
              </a:rPr>
              <a:t>(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B5D98B"/>
                </a:solidFill>
                <a:latin typeface="Courier New"/>
              </a:rPr>
              <a:t>primo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E8EEF1"/>
                </a:solidFill>
                <a:latin typeface="Courier New"/>
              </a:rPr>
              <a:t>,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primo</a:t>
            </a:r>
            <a:r>
              <a:rPr sz="95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8EEF1"/>
                </a:solidFill>
                <a:latin typeface="Courier New"/>
              </a:rPr>
              <a:t>builder</a:t>
            </a:r>
            <a:r>
              <a:rPr sz="950">
                <a:solidFill>
                  <a:srgbClr val="E8EEF1"/>
                </a:solidFill>
                <a:latin typeface="Courier New"/>
              </a:rPr>
              <a:t>.</a:t>
            </a:r>
            <a:r>
              <a:rPr sz="950">
                <a:solidFill>
                  <a:srgbClr val="E8EEF1"/>
                </a:solidFill>
                <a:latin typeface="Courier New"/>
              </a:rPr>
              <a:t>add_node</a:t>
            </a:r>
            <a:r>
              <a:rPr sz="950">
                <a:solidFill>
                  <a:srgbClr val="E8EEF1"/>
                </a:solidFill>
                <a:latin typeface="Courier New"/>
              </a:rPr>
              <a:t>(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B5D98B"/>
                </a:solidFill>
                <a:latin typeface="Courier New"/>
              </a:rPr>
              <a:t>secondo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E8EEF1"/>
                </a:solidFill>
                <a:latin typeface="Courier New"/>
              </a:rPr>
              <a:t>,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secondo</a:t>
            </a:r>
            <a:r>
              <a:rPr sz="95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8EEF1"/>
                </a:solidFill>
                <a:latin typeface="Courier New"/>
              </a:rPr>
              <a:t>builder</a:t>
            </a:r>
            <a:r>
              <a:rPr sz="950">
                <a:solidFill>
                  <a:srgbClr val="E8EEF1"/>
                </a:solidFill>
                <a:latin typeface="Courier New"/>
              </a:rPr>
              <a:t>.</a:t>
            </a:r>
            <a:r>
              <a:rPr sz="950">
                <a:solidFill>
                  <a:srgbClr val="E8EEF1"/>
                </a:solidFill>
                <a:latin typeface="Courier New"/>
              </a:rPr>
              <a:t>add_node</a:t>
            </a:r>
            <a:r>
              <a:rPr sz="950">
                <a:solidFill>
                  <a:srgbClr val="E8EEF1"/>
                </a:solidFill>
                <a:latin typeface="Courier New"/>
              </a:rPr>
              <a:t>(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B5D98B"/>
                </a:solidFill>
                <a:latin typeface="Courier New"/>
              </a:rPr>
              <a:t>terzo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E8EEF1"/>
                </a:solidFill>
                <a:latin typeface="Courier New"/>
              </a:rPr>
              <a:t>,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terzo</a:t>
            </a:r>
            <a:r>
              <a:rPr sz="95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8EEF1"/>
                </a:solidFill>
                <a:latin typeface="Courier New"/>
              </a:rPr>
              <a:t>builder</a:t>
            </a:r>
            <a:r>
              <a:rPr sz="950">
                <a:solidFill>
                  <a:srgbClr val="E8EEF1"/>
                </a:solidFill>
                <a:latin typeface="Courier New"/>
              </a:rPr>
              <a:t>.</a:t>
            </a:r>
            <a:r>
              <a:rPr sz="950">
                <a:solidFill>
                  <a:srgbClr val="E8EEF1"/>
                </a:solidFill>
                <a:latin typeface="Courier New"/>
              </a:rPr>
              <a:t>add_edge</a:t>
            </a:r>
            <a:r>
              <a:rPr sz="950">
                <a:solidFill>
                  <a:srgbClr val="E8EEF1"/>
                </a:solidFill>
                <a:latin typeface="Courier New"/>
              </a:rPr>
              <a:t>(</a:t>
            </a:r>
            <a:r>
              <a:rPr sz="950">
                <a:solidFill>
                  <a:srgbClr val="E8EEF1"/>
                </a:solidFill>
                <a:latin typeface="Courier New"/>
              </a:rPr>
              <a:t>START</a:t>
            </a:r>
            <a:r>
              <a:rPr sz="950">
                <a:solidFill>
                  <a:srgbClr val="E8EEF1"/>
                </a:solidFill>
                <a:latin typeface="Courier New"/>
              </a:rPr>
              <a:t>,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B5D98B"/>
                </a:solidFill>
                <a:latin typeface="Courier New"/>
              </a:rPr>
              <a:t>primo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8EEF1"/>
                </a:solidFill>
                <a:latin typeface="Courier New"/>
              </a:rPr>
              <a:t>builder</a:t>
            </a:r>
            <a:r>
              <a:rPr sz="950">
                <a:solidFill>
                  <a:srgbClr val="E8EEF1"/>
                </a:solidFill>
                <a:latin typeface="Courier New"/>
              </a:rPr>
              <a:t>.</a:t>
            </a:r>
            <a:r>
              <a:rPr sz="950">
                <a:solidFill>
                  <a:srgbClr val="E8EEF1"/>
                </a:solidFill>
                <a:latin typeface="Courier New"/>
              </a:rPr>
              <a:t>add_edge</a:t>
            </a:r>
            <a:r>
              <a:rPr sz="950">
                <a:solidFill>
                  <a:srgbClr val="E8EEF1"/>
                </a:solidFill>
                <a:latin typeface="Courier New"/>
              </a:rPr>
              <a:t>(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B5D98B"/>
                </a:solidFill>
                <a:latin typeface="Courier New"/>
              </a:rPr>
              <a:t>primo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E8EEF1"/>
                </a:solidFill>
                <a:latin typeface="Courier New"/>
              </a:rPr>
              <a:t>,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B5D98B"/>
                </a:solidFill>
                <a:latin typeface="Courier New"/>
              </a:rPr>
              <a:t>secondo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8EEF1"/>
                </a:solidFill>
                <a:latin typeface="Courier New"/>
              </a:rPr>
              <a:t>builder</a:t>
            </a:r>
            <a:r>
              <a:rPr sz="950">
                <a:solidFill>
                  <a:srgbClr val="E8EEF1"/>
                </a:solidFill>
                <a:latin typeface="Courier New"/>
              </a:rPr>
              <a:t>.</a:t>
            </a:r>
            <a:r>
              <a:rPr sz="950">
                <a:solidFill>
                  <a:srgbClr val="E8EEF1"/>
                </a:solidFill>
                <a:latin typeface="Courier New"/>
              </a:rPr>
              <a:t>add_edge</a:t>
            </a:r>
            <a:r>
              <a:rPr sz="950">
                <a:solidFill>
                  <a:srgbClr val="E8EEF1"/>
                </a:solidFill>
                <a:latin typeface="Courier New"/>
              </a:rPr>
              <a:t>(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B5D98B"/>
                </a:solidFill>
                <a:latin typeface="Courier New"/>
              </a:rPr>
              <a:t>secondo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E8EEF1"/>
                </a:solidFill>
                <a:latin typeface="Courier New"/>
              </a:rPr>
              <a:t>,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B5D98B"/>
                </a:solidFill>
                <a:latin typeface="Courier New"/>
              </a:rPr>
              <a:t>terzo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8EEF1"/>
                </a:solidFill>
                <a:latin typeface="Courier New"/>
              </a:rPr>
              <a:t>builder</a:t>
            </a:r>
            <a:r>
              <a:rPr sz="950">
                <a:solidFill>
                  <a:srgbClr val="E8EEF1"/>
                </a:solidFill>
                <a:latin typeface="Courier New"/>
              </a:rPr>
              <a:t>.</a:t>
            </a:r>
            <a:r>
              <a:rPr sz="950">
                <a:solidFill>
                  <a:srgbClr val="E8EEF1"/>
                </a:solidFill>
                <a:latin typeface="Courier New"/>
              </a:rPr>
              <a:t>add_edge</a:t>
            </a:r>
            <a:r>
              <a:rPr sz="950">
                <a:solidFill>
                  <a:srgbClr val="E8EEF1"/>
                </a:solidFill>
                <a:latin typeface="Courier New"/>
              </a:rPr>
              <a:t>(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B5D98B"/>
                </a:solidFill>
                <a:latin typeface="Courier New"/>
              </a:rPr>
              <a:t>terzo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E8EEF1"/>
                </a:solidFill>
                <a:latin typeface="Courier New"/>
              </a:rPr>
              <a:t>,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END</a:t>
            </a:r>
            <a:r>
              <a:rPr sz="95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8AA4B0"/>
                </a:solidFill>
                <a:latin typeface="Courier New"/>
              </a:rPr>
              <a:t># equivalente: builder.add_sequence([primo, secondo, terzo])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8EEF1"/>
                </a:solidFill>
                <a:latin typeface="Courier New"/>
              </a:rPr>
              <a:t>graph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=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builder</a:t>
            </a:r>
            <a:r>
              <a:rPr sz="950">
                <a:solidFill>
                  <a:srgbClr val="E8EEF1"/>
                </a:solidFill>
                <a:latin typeface="Courier New"/>
              </a:rPr>
              <a:t>.</a:t>
            </a:r>
            <a:r>
              <a:rPr sz="950">
                <a:solidFill>
                  <a:srgbClr val="E8EEF1"/>
                </a:solidFill>
                <a:latin typeface="Courier New"/>
              </a:rPr>
              <a:t>compile</a:t>
            </a:r>
            <a:r>
              <a:rPr sz="950">
                <a:solidFill>
                  <a:srgbClr val="E8EEF1"/>
                </a:solidFill>
                <a:latin typeface="Courier New"/>
              </a:rPr>
              <a:t>(</a:t>
            </a:r>
            <a:r>
              <a:rPr sz="95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7FCFF0"/>
                </a:solidFill>
                <a:latin typeface="Courier New"/>
              </a:rPr>
              <a:t>print</a:t>
            </a:r>
            <a:r>
              <a:rPr sz="950">
                <a:solidFill>
                  <a:srgbClr val="E8EEF1"/>
                </a:solidFill>
                <a:latin typeface="Courier New"/>
              </a:rPr>
              <a:t>(</a:t>
            </a:r>
            <a:r>
              <a:rPr sz="950">
                <a:solidFill>
                  <a:srgbClr val="E8EEF1"/>
                </a:solidFill>
                <a:latin typeface="Courier New"/>
              </a:rPr>
              <a:t>graph</a:t>
            </a:r>
            <a:r>
              <a:rPr sz="950">
                <a:solidFill>
                  <a:srgbClr val="E8EEF1"/>
                </a:solidFill>
                <a:latin typeface="Courier New"/>
              </a:rPr>
              <a:t>.</a:t>
            </a:r>
            <a:r>
              <a:rPr sz="950">
                <a:solidFill>
                  <a:srgbClr val="E8EEF1"/>
                </a:solidFill>
                <a:latin typeface="Courier New"/>
              </a:rPr>
              <a:t>invoke</a:t>
            </a:r>
            <a:r>
              <a:rPr sz="950">
                <a:solidFill>
                  <a:srgbClr val="E8EEF1"/>
                </a:solidFill>
                <a:latin typeface="Courier New"/>
              </a:rPr>
              <a:t>(</a:t>
            </a:r>
            <a:r>
              <a:rPr sz="950">
                <a:solidFill>
                  <a:srgbClr val="E8EEF1"/>
                </a:solidFill>
                <a:latin typeface="Courier New"/>
              </a:rPr>
              <a:t>{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B5D98B"/>
                </a:solidFill>
                <a:latin typeface="Courier New"/>
              </a:rPr>
              <a:t>nome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E8EEF1"/>
                </a:solidFill>
                <a:latin typeface="Courier New"/>
              </a:rPr>
              <a:t>: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B5D98B"/>
                </a:solidFill>
                <a:latin typeface="Courier New"/>
              </a:rPr>
              <a:t>Ada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E8EEF1"/>
                </a:solidFill>
                <a:latin typeface="Courier New"/>
              </a:rPr>
              <a:t>,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B5D98B"/>
                </a:solidFill>
                <a:latin typeface="Courier New"/>
              </a:rPr>
              <a:t>eta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E8EEF1"/>
                </a:solidFill>
                <a:latin typeface="Courier New"/>
              </a:rPr>
              <a:t>: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F5C96A"/>
                </a:solidFill>
                <a:latin typeface="Courier New"/>
              </a:rPr>
              <a:t>36</a:t>
            </a:r>
            <a:r>
              <a:rPr sz="950">
                <a:solidFill>
                  <a:srgbClr val="E8EEF1"/>
                </a:solidFill>
                <a:latin typeface="Courier New"/>
              </a:rPr>
              <a:t>}</a:t>
            </a:r>
            <a:r>
              <a:rPr sz="950">
                <a:solidFill>
                  <a:srgbClr val="E8EEF1"/>
                </a:solidFill>
                <a:latin typeface="Courier New"/>
              </a:rPr>
              <a:t>)</a:t>
            </a:r>
            <a:r>
              <a:rPr sz="950">
                <a:solidFill>
                  <a:srgbClr val="E8EEF1"/>
                </a:solidFill>
                <a:latin typeface="Courier New"/>
              </a:rPr>
              <a:t>[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B5D98B"/>
                </a:solidFill>
                <a:latin typeface="Courier New"/>
              </a:rPr>
              <a:t>output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E8EEF1"/>
                </a:solidFill>
                <a:latin typeface="Courier New"/>
              </a:rPr>
              <a:t>]</a:t>
            </a:r>
            <a:r>
              <a:rPr sz="950">
                <a:solidFill>
                  <a:srgbClr val="E8EEF1"/>
                </a:solidFill>
                <a:latin typeface="Courier New"/>
              </a:rPr>
              <a:t>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1051560"/>
            <a:ext cx="2514600" cy="3721608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327648" y="1124712"/>
            <a:ext cx="229514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400">
                <a:solidFill>
                  <a:srgbClr val="DF6426"/>
                </a:solidFill>
                <a:latin typeface="Arial"/>
              </a:rPr>
              <a:t>Da ricordare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27648" y="1508760"/>
            <a:ext cx="2295144" cy="321868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200">
                <a:solidFill>
                  <a:srgbClr val="003548"/>
                </a:solidFill>
                <a:latin typeface="Arial"/>
              </a:rPr>
              <a:t>Gli </a:t>
            </a:r>
            <a:r>
              <a:rPr b="1" sz="1200">
                <a:solidFill>
                  <a:srgbClr val="003548"/>
                </a:solidFill>
                <a:latin typeface="Arial"/>
              </a:rPr>
              <a:t>edges</a:t>
            </a:r>
            <a:r>
              <a:rPr b="0" sz="1200">
                <a:solidFill>
                  <a:srgbClr val="003548"/>
                </a:solidFill>
                <a:latin typeface="Arial"/>
              </a:rPr>
              <a:t> fissano l'ordine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200">
                <a:solidFill>
                  <a:srgbClr val="003548"/>
                </a:solidFill>
                <a:latin typeface="Arial"/>
              </a:rPr>
              <a:t>Ogni nodo vede gli update dei precedenti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1" sz="1200">
                <a:solidFill>
                  <a:srgbClr val="DF6426"/>
                </a:solidFill>
                <a:latin typeface="Courier New"/>
              </a:rPr>
              <a:t>add_sequence([...])</a:t>
            </a:r>
            <a:r>
              <a:rPr b="0" sz="1200">
                <a:solidFill>
                  <a:srgbClr val="003548"/>
                </a:solidFill>
                <a:latin typeface="Arial"/>
              </a:rPr>
              <a:t> crea nodi ed edges in un colpo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20640" y="4864608"/>
            <a:ext cx="32918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b="0" sz="1000">
                <a:solidFill>
                  <a:srgbClr val="76777B"/>
                </a:solidFill>
                <a:latin typeface="Arial"/>
              </a:rPr>
              <a:t>Esempio: </a:t>
            </a:r>
            <a:r>
              <a:rPr b="1" sz="1000">
                <a:solidFill>
                  <a:srgbClr val="005A77"/>
                </a:solidFill>
                <a:latin typeface="Courier New"/>
              </a:rPr>
              <a:t>05_sequenziale.py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1.7 CONDITIONAL EDGES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23</a:t>
            </a:fld>
          </a:p>
        </p:txBody>
      </p:sp>
      <p:sp>
        <p:nvSpPr>
          <p:cNvPr id="34" name="TextBox 33"/>
          <p:cNvSpPr txBox="1"/>
          <p:nvPr/>
        </p:nvSpPr>
        <p:spPr>
          <a:xfrm>
            <a:off x="457200" y="1051560"/>
            <a:ext cx="4114800" cy="3566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300">
                <a:solidFill>
                  <a:srgbClr val="003548"/>
                </a:solidFill>
                <a:latin typeface="Arial"/>
              </a:rPr>
              <a:t>Un </a:t>
            </a:r>
            <a:r>
              <a:rPr b="1" sz="1300">
                <a:solidFill>
                  <a:srgbClr val="003548"/>
                </a:solidFill>
                <a:latin typeface="Arial"/>
              </a:rPr>
              <a:t>router</a:t>
            </a:r>
            <a:r>
              <a:rPr b="0" sz="1300">
                <a:solidFill>
                  <a:srgbClr val="003548"/>
                </a:solidFill>
                <a:latin typeface="Arial"/>
              </a:rPr>
              <a:t> è una funzione che riceve lo state e restituisce il </a:t>
            </a:r>
            <a:r>
              <a:rPr b="1" sz="1300">
                <a:solidFill>
                  <a:srgbClr val="003548"/>
                </a:solidFill>
                <a:latin typeface="Arial"/>
              </a:rPr>
              <a:t>nome del ramo</a:t>
            </a:r>
            <a:r>
              <a:rPr b="0" sz="1300">
                <a:solidFill>
                  <a:srgbClr val="003548"/>
                </a:solidFill>
                <a:latin typeface="Arial"/>
              </a:rPr>
              <a:t> da seguire.</a:t>
            </a:r>
          </a:p>
          <a:p>
            <a:pPr algn="l">
              <a:spcAft>
                <a:spcPts val="400"/>
              </a:spcAft>
            </a:pPr>
            <a:r>
              <a:rPr b="1" sz="1300">
                <a:solidFill>
                  <a:srgbClr val="DF6426"/>
                </a:solidFill>
                <a:latin typeface="Courier New"/>
              </a:rPr>
              <a:t>add_conditional_edges(sorgente, router, mappa)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1" sz="1300">
                <a:solidFill>
                  <a:srgbClr val="003548"/>
                </a:solidFill>
                <a:latin typeface="Arial"/>
              </a:rPr>
              <a:t>sorgente</a:t>
            </a:r>
            <a:r>
              <a:rPr b="0" sz="1300">
                <a:solidFill>
                  <a:srgbClr val="003548"/>
                </a:solidFill>
                <a:latin typeface="Arial"/>
              </a:rPr>
              <a:t>: un nodo o </a:t>
            </a:r>
            <a:r>
              <a:rPr b="1" sz="1300">
                <a:solidFill>
                  <a:srgbClr val="DF6426"/>
                </a:solidFill>
                <a:latin typeface="Courier New"/>
              </a:rPr>
              <a:t>START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1" sz="1300">
                <a:solidFill>
                  <a:srgbClr val="003548"/>
                </a:solidFill>
                <a:latin typeface="Arial"/>
              </a:rPr>
              <a:t>router</a:t>
            </a:r>
            <a:r>
              <a:rPr b="0" sz="1300">
                <a:solidFill>
                  <a:srgbClr val="003548"/>
                </a:solidFill>
                <a:latin typeface="Arial"/>
              </a:rPr>
              <a:t>: non modifica lo state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1" sz="1300">
                <a:solidFill>
                  <a:srgbClr val="003548"/>
                </a:solidFill>
                <a:latin typeface="Arial"/>
              </a:rPr>
              <a:t>mappa</a:t>
            </a:r>
            <a:r>
              <a:rPr b="0" sz="1300">
                <a:solidFill>
                  <a:srgbClr val="003548"/>
                </a:solidFill>
                <a:latin typeface="Arial"/>
              </a:rPr>
              <a:t>: etichetta → nodo di destinazione (opzionale, ma rende il diagramma leggibile)</a:t>
            </a:r>
          </a:p>
          <a:p>
            <a:pPr algn="l">
              <a:spcAft>
                <a:spcPts val="400"/>
              </a:spcAft>
            </a:pPr>
            <a:r>
              <a:rPr b="0" sz="1300">
                <a:solidFill>
                  <a:srgbClr val="003548"/>
                </a:solidFill>
                <a:latin typeface="Arial"/>
              </a:rPr>
              <a:t>Il router può restituire anche </a:t>
            </a:r>
            <a:r>
              <a:rPr b="1" sz="1300">
                <a:solidFill>
                  <a:srgbClr val="DF6426"/>
                </a:solidFill>
                <a:latin typeface="Courier New"/>
              </a:rPr>
              <a:t>END</a:t>
            </a:r>
            <a:r>
              <a:rPr b="0" sz="1300">
                <a:solidFill>
                  <a:srgbClr val="003548"/>
                </a:solidFill>
                <a:latin typeface="Arial"/>
              </a:rPr>
              <a:t> per terminare.</a:t>
            </a:r>
          </a:p>
        </p:txBody>
      </p:sp>
      <p:sp>
        <p:nvSpPr>
          <p:cNvPr id="35" name="Oval 34"/>
          <p:cNvSpPr/>
          <p:nvPr/>
        </p:nvSpPr>
        <p:spPr>
          <a:xfrm>
            <a:off x="5989320" y="1143000"/>
            <a:ext cx="1371600" cy="411480"/>
          </a:xfrm>
          <a:prstGeom prst="ellipse">
            <a:avLst/>
          </a:prstGeom>
          <a:solidFill>
            <a:srgbClr val="76777B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START</a:t>
            </a:r>
          </a:p>
        </p:txBody>
      </p:sp>
      <p:sp>
        <p:nvSpPr>
          <p:cNvPr id="36" name="Diamond 35"/>
          <p:cNvSpPr/>
          <p:nvPr/>
        </p:nvSpPr>
        <p:spPr>
          <a:xfrm>
            <a:off x="5852160" y="1828800"/>
            <a:ext cx="1645920" cy="731520"/>
          </a:xfrm>
          <a:prstGeom prst="diamond">
            <a:avLst/>
          </a:prstGeom>
          <a:solidFill>
            <a:srgbClr val="F6B26B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1" sz="1100">
                <a:solidFill>
                  <a:srgbClr val="003548"/>
                </a:solidFill>
                <a:latin typeface="Arial"/>
              </a:rPr>
              <a:t>instrada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754880" y="3017520"/>
            <a:ext cx="1554480" cy="502920"/>
          </a:xfrm>
          <a:prstGeom prst="roundRect">
            <a:avLst>
              <a:gd name="adj" fmla="val 30000"/>
            </a:avLst>
          </a:prstGeom>
          <a:solidFill>
            <a:srgbClr val="005A77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somma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040880" y="3017520"/>
            <a:ext cx="1554480" cy="502920"/>
          </a:xfrm>
          <a:prstGeom prst="roundRect">
            <a:avLst>
              <a:gd name="adj" fmla="val 30000"/>
            </a:avLst>
          </a:prstGeom>
          <a:solidFill>
            <a:srgbClr val="005A77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sottrai</a:t>
            </a:r>
          </a:p>
        </p:txBody>
      </p:sp>
      <p:sp>
        <p:nvSpPr>
          <p:cNvPr id="39" name="Oval 38"/>
          <p:cNvSpPr/>
          <p:nvPr/>
        </p:nvSpPr>
        <p:spPr>
          <a:xfrm>
            <a:off x="5989320" y="4114800"/>
            <a:ext cx="1371600" cy="411480"/>
          </a:xfrm>
          <a:prstGeom prst="ellipse">
            <a:avLst/>
          </a:prstGeom>
          <a:solidFill>
            <a:srgbClr val="76777B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END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675120" y="1554480"/>
            <a:ext cx="0" cy="274320"/>
          </a:xfrm>
          <a:prstGeom prst="line">
            <a:avLst/>
          </a:prstGeom>
          <a:ln w="22225">
            <a:solidFill>
              <a:srgbClr val="003548"/>
            </a:solidFill>
            <a:tailEnd type="triangle" w="med" len="med"/>
          </a:ln>
        </p:spPr>
      </p:cxnSp>
      <p:cxnSp>
        <p:nvCxnSpPr>
          <p:cNvPr id="41" name="Connector 40"/>
          <p:cNvCxnSpPr/>
          <p:nvPr/>
        </p:nvCxnSpPr>
        <p:spPr>
          <a:xfrm flipH="1">
            <a:off x="5532120" y="2194560"/>
            <a:ext cx="320040" cy="822960"/>
          </a:xfrm>
          <a:prstGeom prst="line">
            <a:avLst/>
          </a:prstGeom>
          <a:ln w="22225">
            <a:solidFill>
              <a:srgbClr val="003548"/>
            </a:solidFill>
            <a:prstDash val="dash"/>
            <a:tailEnd type="triangle" w="med" len="med"/>
          </a:ln>
        </p:spPr>
      </p:cxnSp>
      <p:sp>
        <p:nvSpPr>
          <p:cNvPr id="42" name="TextBox 41"/>
          <p:cNvSpPr txBox="1"/>
          <p:nvPr/>
        </p:nvSpPr>
        <p:spPr>
          <a:xfrm>
            <a:off x="5463540" y="2487168"/>
            <a:ext cx="457200" cy="237744"/>
          </a:xfrm>
          <a:prstGeom prst="rect">
            <a:avLst/>
          </a:prstGeom>
          <a:solidFill>
            <a:srgbClr val="FFFFFF"/>
          </a:solidFill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b="1" sz="900">
                <a:solidFill>
                  <a:srgbClr val="DF6426"/>
                </a:solidFill>
                <a:latin typeface="Arial"/>
              </a:rPr>
              <a:t>"+"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7498080" y="2194560"/>
            <a:ext cx="320040" cy="822960"/>
          </a:xfrm>
          <a:prstGeom prst="line">
            <a:avLst/>
          </a:prstGeom>
          <a:ln w="22225">
            <a:solidFill>
              <a:srgbClr val="003548"/>
            </a:solidFill>
            <a:prstDash val="dash"/>
            <a:tailEnd type="triangle" w="med" len="med"/>
          </a:ln>
        </p:spPr>
      </p:cxnSp>
      <p:sp>
        <p:nvSpPr>
          <p:cNvPr id="44" name="TextBox 43"/>
          <p:cNvSpPr txBox="1"/>
          <p:nvPr/>
        </p:nvSpPr>
        <p:spPr>
          <a:xfrm>
            <a:off x="7429500" y="2487168"/>
            <a:ext cx="457200" cy="237744"/>
          </a:xfrm>
          <a:prstGeom prst="rect">
            <a:avLst/>
          </a:prstGeom>
          <a:solidFill>
            <a:srgbClr val="FFFFFF"/>
          </a:solidFill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b="1" sz="900">
                <a:solidFill>
                  <a:srgbClr val="DF6426"/>
                </a:solidFill>
                <a:latin typeface="Arial"/>
              </a:rPr>
              <a:t>"-"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532120" y="3520440"/>
            <a:ext cx="457200" cy="800100"/>
          </a:xfrm>
          <a:prstGeom prst="line">
            <a:avLst/>
          </a:prstGeom>
          <a:ln w="22225">
            <a:solidFill>
              <a:srgbClr val="003548"/>
            </a:solidFill>
            <a:tailEnd type="triangle" w="med" len="med"/>
          </a:ln>
        </p:spPr>
      </p:cxnSp>
      <p:cxnSp>
        <p:nvCxnSpPr>
          <p:cNvPr id="46" name="Connector 45"/>
          <p:cNvCxnSpPr/>
          <p:nvPr/>
        </p:nvCxnSpPr>
        <p:spPr>
          <a:xfrm flipH="1">
            <a:off x="7360920" y="3520440"/>
            <a:ext cx="457200" cy="800100"/>
          </a:xfrm>
          <a:prstGeom prst="line">
            <a:avLst/>
          </a:prstGeom>
          <a:ln w="22225">
            <a:solidFill>
              <a:srgbClr val="003548"/>
            </a:solidFill>
            <a:tailEnd type="triangle" w="med" len="med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1.7 CONDITIONAL EDGES – CODICE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24</a:t>
            </a:fld>
          </a:p>
        </p:txBody>
      </p:sp>
      <p:sp>
        <p:nvSpPr>
          <p:cNvPr id="34" name="Rounded Rectangle 33"/>
          <p:cNvSpPr/>
          <p:nvPr/>
        </p:nvSpPr>
        <p:spPr>
          <a:xfrm>
            <a:off x="457200" y="1051560"/>
            <a:ext cx="8229600" cy="3721608"/>
          </a:xfrm>
          <a:prstGeom prst="roundRect">
            <a:avLst>
              <a:gd name="adj" fmla="val 4000"/>
            </a:avLst>
          </a:prstGeom>
          <a:solidFill>
            <a:srgbClr val="0B2B38"/>
          </a:solidFill>
          <a:ln>
            <a:noFill/>
          </a:ln>
        </p:spPr>
        <p:txBody>
          <a:bodyPr rtlCol="0" anchor="t" wrap="square" lIns="128016" rIns="128016" tIns="91440" bIns="54864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F28C4F"/>
                </a:solidFill>
                <a:latin typeface="Courier New"/>
              </a:rPr>
              <a:t>from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typing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 b="1">
                <a:solidFill>
                  <a:srgbClr val="F28C4F"/>
                </a:solidFill>
                <a:latin typeface="Courier New"/>
              </a:rPr>
              <a:t>import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TypedDict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F28C4F"/>
                </a:solidFill>
                <a:latin typeface="Courier New"/>
              </a:rPr>
              <a:t>from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langgraph</a:t>
            </a:r>
            <a:r>
              <a:rPr sz="900">
                <a:solidFill>
                  <a:srgbClr val="E8EEF1"/>
                </a:solidFill>
                <a:latin typeface="Courier New"/>
              </a:rPr>
              <a:t>.</a:t>
            </a:r>
            <a:r>
              <a:rPr sz="900">
                <a:solidFill>
                  <a:srgbClr val="E8EEF1"/>
                </a:solidFill>
                <a:latin typeface="Courier New"/>
              </a:rPr>
              <a:t>graph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 b="1">
                <a:solidFill>
                  <a:srgbClr val="F28C4F"/>
                </a:solidFill>
                <a:latin typeface="Courier New"/>
              </a:rPr>
              <a:t>import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StateGraph</a:t>
            </a:r>
            <a:r>
              <a:rPr sz="900">
                <a:solidFill>
                  <a:srgbClr val="E8EEF1"/>
                </a:solidFill>
                <a:latin typeface="Courier New"/>
              </a:rPr>
              <a:t>,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START</a:t>
            </a:r>
            <a:r>
              <a:rPr sz="900">
                <a:solidFill>
                  <a:srgbClr val="E8EEF1"/>
                </a:solidFill>
                <a:latin typeface="Courier New"/>
              </a:rPr>
              <a:t>,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END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F28C4F"/>
                </a:solidFill>
                <a:latin typeface="Courier New"/>
              </a:rPr>
              <a:t>class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7FCFF0"/>
                </a:solidFill>
                <a:latin typeface="Courier New"/>
              </a:rPr>
              <a:t>State</a:t>
            </a:r>
            <a:r>
              <a:rPr sz="900">
                <a:solidFill>
                  <a:srgbClr val="E8EEF1"/>
                </a:solidFill>
                <a:latin typeface="Courier New"/>
              </a:rPr>
              <a:t>(</a:t>
            </a:r>
            <a:r>
              <a:rPr sz="900">
                <a:solidFill>
                  <a:srgbClr val="E8EEF1"/>
                </a:solidFill>
                <a:latin typeface="Courier New"/>
              </a:rPr>
              <a:t>TypedDict</a:t>
            </a:r>
            <a:r>
              <a:rPr sz="900">
                <a:solidFill>
                  <a:srgbClr val="E8EEF1"/>
                </a:solidFill>
                <a:latin typeface="Courier New"/>
              </a:rPr>
              <a:t>)</a:t>
            </a:r>
            <a:r>
              <a:rPr sz="90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>
                <a:solidFill>
                  <a:srgbClr val="E8EEF1"/>
                </a:solidFill>
                <a:latin typeface="Courier New"/>
              </a:rPr>
              <a:t>    </a:t>
            </a:r>
            <a:r>
              <a:rPr sz="900">
                <a:solidFill>
                  <a:srgbClr val="E8EEF1"/>
                </a:solidFill>
                <a:latin typeface="Courier New"/>
              </a:rPr>
              <a:t>a</a:t>
            </a:r>
            <a:r>
              <a:rPr sz="900">
                <a:solidFill>
                  <a:srgbClr val="E8EEF1"/>
                </a:solidFill>
                <a:latin typeface="Courier New"/>
              </a:rPr>
              <a:t>: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7FCFF0"/>
                </a:solidFill>
                <a:latin typeface="Courier New"/>
              </a:rPr>
              <a:t>int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>
                <a:solidFill>
                  <a:srgbClr val="E8EEF1"/>
                </a:solidFill>
                <a:latin typeface="Courier New"/>
              </a:rPr>
              <a:t>    </a:t>
            </a:r>
            <a:r>
              <a:rPr sz="900">
                <a:solidFill>
                  <a:srgbClr val="E8EEF1"/>
                </a:solidFill>
                <a:latin typeface="Courier New"/>
              </a:rPr>
              <a:t>b</a:t>
            </a:r>
            <a:r>
              <a:rPr sz="900">
                <a:solidFill>
                  <a:srgbClr val="E8EEF1"/>
                </a:solidFill>
                <a:latin typeface="Courier New"/>
              </a:rPr>
              <a:t>: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7FCFF0"/>
                </a:solidFill>
                <a:latin typeface="Courier New"/>
              </a:rPr>
              <a:t>int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>
                <a:solidFill>
                  <a:srgbClr val="E8EEF1"/>
                </a:solidFill>
                <a:latin typeface="Courier New"/>
              </a:rPr>
              <a:t>    </a:t>
            </a:r>
            <a:r>
              <a:rPr sz="900">
                <a:solidFill>
                  <a:srgbClr val="E8EEF1"/>
                </a:solidFill>
                <a:latin typeface="Courier New"/>
              </a:rPr>
              <a:t>operazione</a:t>
            </a:r>
            <a:r>
              <a:rPr sz="900">
                <a:solidFill>
                  <a:srgbClr val="E8EEF1"/>
                </a:solidFill>
                <a:latin typeface="Courier New"/>
              </a:rPr>
              <a:t>: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7FCFF0"/>
                </a:solidFill>
                <a:latin typeface="Courier New"/>
              </a:rPr>
              <a:t>str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>
                <a:solidFill>
                  <a:srgbClr val="E8EEF1"/>
                </a:solidFill>
                <a:latin typeface="Courier New"/>
              </a:rPr>
              <a:t>    </a:t>
            </a:r>
            <a:r>
              <a:rPr sz="900">
                <a:solidFill>
                  <a:srgbClr val="E8EEF1"/>
                </a:solidFill>
                <a:latin typeface="Courier New"/>
              </a:rPr>
              <a:t>risultato</a:t>
            </a:r>
            <a:r>
              <a:rPr sz="900">
                <a:solidFill>
                  <a:srgbClr val="E8EEF1"/>
                </a:solidFill>
                <a:latin typeface="Courier New"/>
              </a:rPr>
              <a:t>: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7FCFF0"/>
                </a:solidFill>
                <a:latin typeface="Courier New"/>
              </a:rPr>
              <a:t>int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F28C4F"/>
                </a:solidFill>
                <a:latin typeface="Courier New"/>
              </a:rPr>
              <a:t>def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7FCFF0"/>
                </a:solidFill>
                <a:latin typeface="Courier New"/>
              </a:rPr>
              <a:t>somma</a:t>
            </a:r>
            <a:r>
              <a:rPr sz="900">
                <a:solidFill>
                  <a:srgbClr val="E8EEF1"/>
                </a:solidFill>
                <a:latin typeface="Courier New"/>
              </a:rPr>
              <a:t>(</a:t>
            </a:r>
            <a:r>
              <a:rPr sz="900">
                <a:solidFill>
                  <a:srgbClr val="E8EEF1"/>
                </a:solidFill>
                <a:latin typeface="Courier New"/>
              </a:rPr>
              <a:t>state</a:t>
            </a:r>
            <a:r>
              <a:rPr sz="900">
                <a:solidFill>
                  <a:srgbClr val="E8EEF1"/>
                </a:solidFill>
                <a:latin typeface="Courier New"/>
              </a:rPr>
              <a:t>: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State</a:t>
            </a:r>
            <a:r>
              <a:rPr sz="900">
                <a:solidFill>
                  <a:srgbClr val="E8EEF1"/>
                </a:solidFill>
                <a:latin typeface="Courier New"/>
              </a:rPr>
              <a:t>)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-</a:t>
            </a:r>
            <a:r>
              <a:rPr sz="900">
                <a:solidFill>
                  <a:srgbClr val="E8EEF1"/>
                </a:solidFill>
                <a:latin typeface="Courier New"/>
              </a:rPr>
              <a:t>&gt;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7FCFF0"/>
                </a:solidFill>
                <a:latin typeface="Courier New"/>
              </a:rPr>
              <a:t>dict</a:t>
            </a:r>
            <a:r>
              <a:rPr sz="90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>
                <a:solidFill>
                  <a:srgbClr val="E8EEF1"/>
                </a:solidFill>
                <a:latin typeface="Courier New"/>
              </a:rPr>
              <a:t>    </a:t>
            </a:r>
            <a:r>
              <a:rPr sz="900" b="1">
                <a:solidFill>
                  <a:srgbClr val="F28C4F"/>
                </a:solidFill>
                <a:latin typeface="Courier New"/>
              </a:rPr>
              <a:t>return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{</a:t>
            </a:r>
            <a:r>
              <a:rPr sz="900">
                <a:solidFill>
                  <a:srgbClr val="B5D98B"/>
                </a:solidFill>
                <a:latin typeface="Courier New"/>
              </a:rPr>
              <a:t>"</a:t>
            </a:r>
            <a:r>
              <a:rPr sz="900">
                <a:solidFill>
                  <a:srgbClr val="B5D98B"/>
                </a:solidFill>
                <a:latin typeface="Courier New"/>
              </a:rPr>
              <a:t>risultato</a:t>
            </a:r>
            <a:r>
              <a:rPr sz="900">
                <a:solidFill>
                  <a:srgbClr val="B5D98B"/>
                </a:solidFill>
                <a:latin typeface="Courier New"/>
              </a:rPr>
              <a:t>"</a:t>
            </a:r>
            <a:r>
              <a:rPr sz="900">
                <a:solidFill>
                  <a:srgbClr val="E8EEF1"/>
                </a:solidFill>
                <a:latin typeface="Courier New"/>
              </a:rPr>
              <a:t>: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state</a:t>
            </a:r>
            <a:r>
              <a:rPr sz="900">
                <a:solidFill>
                  <a:srgbClr val="E8EEF1"/>
                </a:solidFill>
                <a:latin typeface="Courier New"/>
              </a:rPr>
              <a:t>[</a:t>
            </a:r>
            <a:r>
              <a:rPr sz="900">
                <a:solidFill>
                  <a:srgbClr val="B5D98B"/>
                </a:solidFill>
                <a:latin typeface="Courier New"/>
              </a:rPr>
              <a:t>"</a:t>
            </a:r>
            <a:r>
              <a:rPr sz="900">
                <a:solidFill>
                  <a:srgbClr val="B5D98B"/>
                </a:solidFill>
                <a:latin typeface="Courier New"/>
              </a:rPr>
              <a:t>a</a:t>
            </a:r>
            <a:r>
              <a:rPr sz="900">
                <a:solidFill>
                  <a:srgbClr val="B5D98B"/>
                </a:solidFill>
                <a:latin typeface="Courier New"/>
              </a:rPr>
              <a:t>"</a:t>
            </a:r>
            <a:r>
              <a:rPr sz="900">
                <a:solidFill>
                  <a:srgbClr val="E8EEF1"/>
                </a:solidFill>
                <a:latin typeface="Courier New"/>
              </a:rPr>
              <a:t>]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+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state</a:t>
            </a:r>
            <a:r>
              <a:rPr sz="900">
                <a:solidFill>
                  <a:srgbClr val="E8EEF1"/>
                </a:solidFill>
                <a:latin typeface="Courier New"/>
              </a:rPr>
              <a:t>[</a:t>
            </a:r>
            <a:r>
              <a:rPr sz="900">
                <a:solidFill>
                  <a:srgbClr val="B5D98B"/>
                </a:solidFill>
                <a:latin typeface="Courier New"/>
              </a:rPr>
              <a:t>"</a:t>
            </a:r>
            <a:r>
              <a:rPr sz="900">
                <a:solidFill>
                  <a:srgbClr val="B5D98B"/>
                </a:solidFill>
                <a:latin typeface="Courier New"/>
              </a:rPr>
              <a:t>b</a:t>
            </a:r>
            <a:r>
              <a:rPr sz="900">
                <a:solidFill>
                  <a:srgbClr val="B5D98B"/>
                </a:solidFill>
                <a:latin typeface="Courier New"/>
              </a:rPr>
              <a:t>"</a:t>
            </a:r>
            <a:r>
              <a:rPr sz="900">
                <a:solidFill>
                  <a:srgbClr val="E8EEF1"/>
                </a:solidFill>
                <a:latin typeface="Courier New"/>
              </a:rPr>
              <a:t>]</a:t>
            </a:r>
            <a:r>
              <a:rPr sz="900">
                <a:solidFill>
                  <a:srgbClr val="E8EEF1"/>
                </a:solidFill>
                <a:latin typeface="Courier New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F28C4F"/>
                </a:solidFill>
                <a:latin typeface="Courier New"/>
              </a:rPr>
              <a:t>def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7FCFF0"/>
                </a:solidFill>
                <a:latin typeface="Courier New"/>
              </a:rPr>
              <a:t>sottrai</a:t>
            </a:r>
            <a:r>
              <a:rPr sz="900">
                <a:solidFill>
                  <a:srgbClr val="E8EEF1"/>
                </a:solidFill>
                <a:latin typeface="Courier New"/>
              </a:rPr>
              <a:t>(</a:t>
            </a:r>
            <a:r>
              <a:rPr sz="900">
                <a:solidFill>
                  <a:srgbClr val="E8EEF1"/>
                </a:solidFill>
                <a:latin typeface="Courier New"/>
              </a:rPr>
              <a:t>state</a:t>
            </a:r>
            <a:r>
              <a:rPr sz="900">
                <a:solidFill>
                  <a:srgbClr val="E8EEF1"/>
                </a:solidFill>
                <a:latin typeface="Courier New"/>
              </a:rPr>
              <a:t>: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State</a:t>
            </a:r>
            <a:r>
              <a:rPr sz="900">
                <a:solidFill>
                  <a:srgbClr val="E8EEF1"/>
                </a:solidFill>
                <a:latin typeface="Courier New"/>
              </a:rPr>
              <a:t>)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-</a:t>
            </a:r>
            <a:r>
              <a:rPr sz="900">
                <a:solidFill>
                  <a:srgbClr val="E8EEF1"/>
                </a:solidFill>
                <a:latin typeface="Courier New"/>
              </a:rPr>
              <a:t>&gt;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7FCFF0"/>
                </a:solidFill>
                <a:latin typeface="Courier New"/>
              </a:rPr>
              <a:t>dict</a:t>
            </a:r>
            <a:r>
              <a:rPr sz="90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>
                <a:solidFill>
                  <a:srgbClr val="E8EEF1"/>
                </a:solidFill>
                <a:latin typeface="Courier New"/>
              </a:rPr>
              <a:t>    </a:t>
            </a:r>
            <a:r>
              <a:rPr sz="900" b="1">
                <a:solidFill>
                  <a:srgbClr val="F28C4F"/>
                </a:solidFill>
                <a:latin typeface="Courier New"/>
              </a:rPr>
              <a:t>return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{</a:t>
            </a:r>
            <a:r>
              <a:rPr sz="900">
                <a:solidFill>
                  <a:srgbClr val="B5D98B"/>
                </a:solidFill>
                <a:latin typeface="Courier New"/>
              </a:rPr>
              <a:t>"</a:t>
            </a:r>
            <a:r>
              <a:rPr sz="900">
                <a:solidFill>
                  <a:srgbClr val="B5D98B"/>
                </a:solidFill>
                <a:latin typeface="Courier New"/>
              </a:rPr>
              <a:t>risultato</a:t>
            </a:r>
            <a:r>
              <a:rPr sz="900">
                <a:solidFill>
                  <a:srgbClr val="B5D98B"/>
                </a:solidFill>
                <a:latin typeface="Courier New"/>
              </a:rPr>
              <a:t>"</a:t>
            </a:r>
            <a:r>
              <a:rPr sz="900">
                <a:solidFill>
                  <a:srgbClr val="E8EEF1"/>
                </a:solidFill>
                <a:latin typeface="Courier New"/>
              </a:rPr>
              <a:t>: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state</a:t>
            </a:r>
            <a:r>
              <a:rPr sz="900">
                <a:solidFill>
                  <a:srgbClr val="E8EEF1"/>
                </a:solidFill>
                <a:latin typeface="Courier New"/>
              </a:rPr>
              <a:t>[</a:t>
            </a:r>
            <a:r>
              <a:rPr sz="900">
                <a:solidFill>
                  <a:srgbClr val="B5D98B"/>
                </a:solidFill>
                <a:latin typeface="Courier New"/>
              </a:rPr>
              <a:t>"</a:t>
            </a:r>
            <a:r>
              <a:rPr sz="900">
                <a:solidFill>
                  <a:srgbClr val="B5D98B"/>
                </a:solidFill>
                <a:latin typeface="Courier New"/>
              </a:rPr>
              <a:t>a</a:t>
            </a:r>
            <a:r>
              <a:rPr sz="900">
                <a:solidFill>
                  <a:srgbClr val="B5D98B"/>
                </a:solidFill>
                <a:latin typeface="Courier New"/>
              </a:rPr>
              <a:t>"</a:t>
            </a:r>
            <a:r>
              <a:rPr sz="900">
                <a:solidFill>
                  <a:srgbClr val="E8EEF1"/>
                </a:solidFill>
                <a:latin typeface="Courier New"/>
              </a:rPr>
              <a:t>]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-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state</a:t>
            </a:r>
            <a:r>
              <a:rPr sz="900">
                <a:solidFill>
                  <a:srgbClr val="E8EEF1"/>
                </a:solidFill>
                <a:latin typeface="Courier New"/>
              </a:rPr>
              <a:t>[</a:t>
            </a:r>
            <a:r>
              <a:rPr sz="900">
                <a:solidFill>
                  <a:srgbClr val="B5D98B"/>
                </a:solidFill>
                <a:latin typeface="Courier New"/>
              </a:rPr>
              <a:t>"</a:t>
            </a:r>
            <a:r>
              <a:rPr sz="900">
                <a:solidFill>
                  <a:srgbClr val="B5D98B"/>
                </a:solidFill>
                <a:latin typeface="Courier New"/>
              </a:rPr>
              <a:t>b</a:t>
            </a:r>
            <a:r>
              <a:rPr sz="900">
                <a:solidFill>
                  <a:srgbClr val="B5D98B"/>
                </a:solidFill>
                <a:latin typeface="Courier New"/>
              </a:rPr>
              <a:t>"</a:t>
            </a:r>
            <a:r>
              <a:rPr sz="900">
                <a:solidFill>
                  <a:srgbClr val="E8EEF1"/>
                </a:solidFill>
                <a:latin typeface="Courier New"/>
              </a:rPr>
              <a:t>]</a:t>
            </a:r>
            <a:r>
              <a:rPr sz="900">
                <a:solidFill>
                  <a:srgbClr val="E8EEF1"/>
                </a:solidFill>
                <a:latin typeface="Courier New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F28C4F"/>
                </a:solidFill>
                <a:latin typeface="Courier New"/>
              </a:rPr>
              <a:t>def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7FCFF0"/>
                </a:solidFill>
                <a:latin typeface="Courier New"/>
              </a:rPr>
              <a:t>instrada</a:t>
            </a:r>
            <a:r>
              <a:rPr sz="900">
                <a:solidFill>
                  <a:srgbClr val="E8EEF1"/>
                </a:solidFill>
                <a:latin typeface="Courier New"/>
              </a:rPr>
              <a:t>(</a:t>
            </a:r>
            <a:r>
              <a:rPr sz="900">
                <a:solidFill>
                  <a:srgbClr val="E8EEF1"/>
                </a:solidFill>
                <a:latin typeface="Courier New"/>
              </a:rPr>
              <a:t>state</a:t>
            </a:r>
            <a:r>
              <a:rPr sz="900">
                <a:solidFill>
                  <a:srgbClr val="E8EEF1"/>
                </a:solidFill>
                <a:latin typeface="Courier New"/>
              </a:rPr>
              <a:t>: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State</a:t>
            </a:r>
            <a:r>
              <a:rPr sz="900">
                <a:solidFill>
                  <a:srgbClr val="E8EEF1"/>
                </a:solidFill>
                <a:latin typeface="Courier New"/>
              </a:rPr>
              <a:t>)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-</a:t>
            </a:r>
            <a:r>
              <a:rPr sz="900">
                <a:solidFill>
                  <a:srgbClr val="E8EEF1"/>
                </a:solidFill>
                <a:latin typeface="Courier New"/>
              </a:rPr>
              <a:t>&gt;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7FCFF0"/>
                </a:solidFill>
                <a:latin typeface="Courier New"/>
              </a:rPr>
              <a:t>str</a:t>
            </a:r>
            <a:r>
              <a:rPr sz="900">
                <a:solidFill>
                  <a:srgbClr val="E8EEF1"/>
                </a:solidFill>
                <a:latin typeface="Courier New"/>
              </a:rPr>
              <a:t>:</a:t>
            </a:r>
            <a:r>
              <a:rPr sz="900">
                <a:solidFill>
                  <a:srgbClr val="E8EEF1"/>
                </a:solidFill>
                <a:latin typeface="Courier New"/>
              </a:rPr>
              <a:t>     </a:t>
            </a:r>
            <a:r>
              <a:rPr sz="900">
                <a:solidFill>
                  <a:srgbClr val="8AA4B0"/>
                </a:solidFill>
                <a:latin typeface="Courier New"/>
              </a:rPr>
              <a:t># router: NON modifica lo state,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>
                <a:solidFill>
                  <a:srgbClr val="E8EEF1"/>
                </a:solidFill>
                <a:latin typeface="Courier New"/>
              </a:rPr>
              <a:t>    </a:t>
            </a:r>
            <a:r>
              <a:rPr sz="900" b="1">
                <a:solidFill>
                  <a:srgbClr val="F28C4F"/>
                </a:solidFill>
                <a:latin typeface="Courier New"/>
              </a:rPr>
              <a:t>if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state</a:t>
            </a:r>
            <a:r>
              <a:rPr sz="900">
                <a:solidFill>
                  <a:srgbClr val="E8EEF1"/>
                </a:solidFill>
                <a:latin typeface="Courier New"/>
              </a:rPr>
              <a:t>[</a:t>
            </a:r>
            <a:r>
              <a:rPr sz="900">
                <a:solidFill>
                  <a:srgbClr val="B5D98B"/>
                </a:solidFill>
                <a:latin typeface="Courier New"/>
              </a:rPr>
              <a:t>"</a:t>
            </a:r>
            <a:r>
              <a:rPr sz="900">
                <a:solidFill>
                  <a:srgbClr val="B5D98B"/>
                </a:solidFill>
                <a:latin typeface="Courier New"/>
              </a:rPr>
              <a:t>operazione</a:t>
            </a:r>
            <a:r>
              <a:rPr sz="900">
                <a:solidFill>
                  <a:srgbClr val="B5D98B"/>
                </a:solidFill>
                <a:latin typeface="Courier New"/>
              </a:rPr>
              <a:t>"</a:t>
            </a:r>
            <a:r>
              <a:rPr sz="900">
                <a:solidFill>
                  <a:srgbClr val="E8EEF1"/>
                </a:solidFill>
                <a:latin typeface="Courier New"/>
              </a:rPr>
              <a:t>]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==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B5D98B"/>
                </a:solidFill>
                <a:latin typeface="Courier New"/>
              </a:rPr>
              <a:t>"</a:t>
            </a:r>
            <a:r>
              <a:rPr sz="900">
                <a:solidFill>
                  <a:srgbClr val="B5D98B"/>
                </a:solidFill>
                <a:latin typeface="Courier New"/>
              </a:rPr>
              <a:t>+</a:t>
            </a:r>
            <a:r>
              <a:rPr sz="900">
                <a:solidFill>
                  <a:srgbClr val="B5D98B"/>
                </a:solidFill>
                <a:latin typeface="Courier New"/>
              </a:rPr>
              <a:t>"</a:t>
            </a:r>
            <a:r>
              <a:rPr sz="900">
                <a:solidFill>
                  <a:srgbClr val="E8EEF1"/>
                </a:solidFill>
                <a:latin typeface="Courier New"/>
              </a:rPr>
              <a:t>:</a:t>
            </a:r>
            <a:r>
              <a:rPr sz="900">
                <a:solidFill>
                  <a:srgbClr val="E8EEF1"/>
                </a:solidFill>
                <a:latin typeface="Courier New"/>
              </a:rPr>
              <a:t>      </a:t>
            </a:r>
            <a:r>
              <a:rPr sz="900">
                <a:solidFill>
                  <a:srgbClr val="8AA4B0"/>
                </a:solidFill>
                <a:latin typeface="Courier New"/>
              </a:rPr>
              <a:t># ritorna il nome del ramo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>
                <a:solidFill>
                  <a:srgbClr val="E8EEF1"/>
                </a:solidFill>
                <a:latin typeface="Courier New"/>
              </a:rPr>
              <a:t>        </a:t>
            </a:r>
            <a:r>
              <a:rPr sz="900" b="1">
                <a:solidFill>
                  <a:srgbClr val="F28C4F"/>
                </a:solidFill>
                <a:latin typeface="Courier New"/>
              </a:rPr>
              <a:t>return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B5D98B"/>
                </a:solidFill>
                <a:latin typeface="Courier New"/>
              </a:rPr>
              <a:t>"</a:t>
            </a:r>
            <a:r>
              <a:rPr sz="900">
                <a:solidFill>
                  <a:srgbClr val="B5D98B"/>
                </a:solidFill>
                <a:latin typeface="Courier New"/>
              </a:rPr>
              <a:t>ramo_somma</a:t>
            </a:r>
            <a:r>
              <a:rPr sz="900">
                <a:solidFill>
                  <a:srgbClr val="B5D98B"/>
                </a:solidFill>
                <a:latin typeface="Courier New"/>
              </a:rPr>
              <a:t>"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>
                <a:solidFill>
                  <a:srgbClr val="E8EEF1"/>
                </a:solidFill>
                <a:latin typeface="Courier New"/>
              </a:rPr>
              <a:t>    </a:t>
            </a:r>
            <a:r>
              <a:rPr sz="900" b="1">
                <a:solidFill>
                  <a:srgbClr val="F28C4F"/>
                </a:solidFill>
                <a:latin typeface="Courier New"/>
              </a:rPr>
              <a:t>return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B5D98B"/>
                </a:solidFill>
                <a:latin typeface="Courier New"/>
              </a:rPr>
              <a:t>"</a:t>
            </a:r>
            <a:r>
              <a:rPr sz="900">
                <a:solidFill>
                  <a:srgbClr val="B5D98B"/>
                </a:solidFill>
                <a:latin typeface="Courier New"/>
              </a:rPr>
              <a:t>ramo_sottrazione</a:t>
            </a:r>
            <a:r>
              <a:rPr sz="900">
                <a:solidFill>
                  <a:srgbClr val="B5D98B"/>
                </a:solidFill>
                <a:latin typeface="Courier New"/>
              </a:rPr>
              <a:t>"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>
                <a:solidFill>
                  <a:srgbClr val="E8EEF1"/>
                </a:solidFill>
                <a:latin typeface="Courier New"/>
              </a:rPr>
              <a:t>builder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=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StateGraph</a:t>
            </a:r>
            <a:r>
              <a:rPr sz="900">
                <a:solidFill>
                  <a:srgbClr val="E8EEF1"/>
                </a:solidFill>
                <a:latin typeface="Courier New"/>
              </a:rPr>
              <a:t>(</a:t>
            </a:r>
            <a:r>
              <a:rPr sz="900">
                <a:solidFill>
                  <a:srgbClr val="E8EEF1"/>
                </a:solidFill>
                <a:latin typeface="Courier New"/>
              </a:rPr>
              <a:t>State</a:t>
            </a:r>
            <a:r>
              <a:rPr sz="9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>
                <a:solidFill>
                  <a:srgbClr val="E8EEF1"/>
                </a:solidFill>
                <a:latin typeface="Courier New"/>
              </a:rPr>
              <a:t>builder</a:t>
            </a:r>
            <a:r>
              <a:rPr sz="900">
                <a:solidFill>
                  <a:srgbClr val="E8EEF1"/>
                </a:solidFill>
                <a:latin typeface="Courier New"/>
              </a:rPr>
              <a:t>.</a:t>
            </a:r>
            <a:r>
              <a:rPr sz="900">
                <a:solidFill>
                  <a:srgbClr val="E8EEF1"/>
                </a:solidFill>
                <a:latin typeface="Courier New"/>
              </a:rPr>
              <a:t>add_node</a:t>
            </a:r>
            <a:r>
              <a:rPr sz="900">
                <a:solidFill>
                  <a:srgbClr val="E8EEF1"/>
                </a:solidFill>
                <a:latin typeface="Courier New"/>
              </a:rPr>
              <a:t>(</a:t>
            </a:r>
            <a:r>
              <a:rPr sz="900">
                <a:solidFill>
                  <a:srgbClr val="B5D98B"/>
                </a:solidFill>
                <a:latin typeface="Courier New"/>
              </a:rPr>
              <a:t>"</a:t>
            </a:r>
            <a:r>
              <a:rPr sz="900">
                <a:solidFill>
                  <a:srgbClr val="B5D98B"/>
                </a:solidFill>
                <a:latin typeface="Courier New"/>
              </a:rPr>
              <a:t>somma</a:t>
            </a:r>
            <a:r>
              <a:rPr sz="900">
                <a:solidFill>
                  <a:srgbClr val="B5D98B"/>
                </a:solidFill>
                <a:latin typeface="Courier New"/>
              </a:rPr>
              <a:t>"</a:t>
            </a:r>
            <a:r>
              <a:rPr sz="900">
                <a:solidFill>
                  <a:srgbClr val="E8EEF1"/>
                </a:solidFill>
                <a:latin typeface="Courier New"/>
              </a:rPr>
              <a:t>,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somma</a:t>
            </a:r>
            <a:r>
              <a:rPr sz="9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>
                <a:solidFill>
                  <a:srgbClr val="E8EEF1"/>
                </a:solidFill>
                <a:latin typeface="Courier New"/>
              </a:rPr>
              <a:t>builder</a:t>
            </a:r>
            <a:r>
              <a:rPr sz="900">
                <a:solidFill>
                  <a:srgbClr val="E8EEF1"/>
                </a:solidFill>
                <a:latin typeface="Courier New"/>
              </a:rPr>
              <a:t>.</a:t>
            </a:r>
            <a:r>
              <a:rPr sz="900">
                <a:solidFill>
                  <a:srgbClr val="E8EEF1"/>
                </a:solidFill>
                <a:latin typeface="Courier New"/>
              </a:rPr>
              <a:t>add_node</a:t>
            </a:r>
            <a:r>
              <a:rPr sz="900">
                <a:solidFill>
                  <a:srgbClr val="E8EEF1"/>
                </a:solidFill>
                <a:latin typeface="Courier New"/>
              </a:rPr>
              <a:t>(</a:t>
            </a:r>
            <a:r>
              <a:rPr sz="900">
                <a:solidFill>
                  <a:srgbClr val="B5D98B"/>
                </a:solidFill>
                <a:latin typeface="Courier New"/>
              </a:rPr>
              <a:t>"</a:t>
            </a:r>
            <a:r>
              <a:rPr sz="900">
                <a:solidFill>
                  <a:srgbClr val="B5D98B"/>
                </a:solidFill>
                <a:latin typeface="Courier New"/>
              </a:rPr>
              <a:t>sottrai</a:t>
            </a:r>
            <a:r>
              <a:rPr sz="900">
                <a:solidFill>
                  <a:srgbClr val="B5D98B"/>
                </a:solidFill>
                <a:latin typeface="Courier New"/>
              </a:rPr>
              <a:t>"</a:t>
            </a:r>
            <a:r>
              <a:rPr sz="900">
                <a:solidFill>
                  <a:srgbClr val="E8EEF1"/>
                </a:solidFill>
                <a:latin typeface="Courier New"/>
              </a:rPr>
              <a:t>,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sottrai</a:t>
            </a:r>
            <a:r>
              <a:rPr sz="9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>
                <a:solidFill>
                  <a:srgbClr val="E8EEF1"/>
                </a:solidFill>
                <a:latin typeface="Courier New"/>
              </a:rPr>
              <a:t>builder</a:t>
            </a:r>
            <a:r>
              <a:rPr sz="900">
                <a:solidFill>
                  <a:srgbClr val="E8EEF1"/>
                </a:solidFill>
                <a:latin typeface="Courier New"/>
              </a:rPr>
              <a:t>.</a:t>
            </a:r>
            <a:r>
              <a:rPr sz="900">
                <a:solidFill>
                  <a:srgbClr val="E8EEF1"/>
                </a:solidFill>
                <a:latin typeface="Courier New"/>
              </a:rPr>
              <a:t>add_conditional_edges</a:t>
            </a:r>
            <a:r>
              <a:rPr sz="900">
                <a:solidFill>
                  <a:srgbClr val="E8EEF1"/>
                </a:solidFill>
                <a:latin typeface="Courier New"/>
              </a:rPr>
              <a:t>(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>
                <a:solidFill>
                  <a:srgbClr val="E8EEF1"/>
                </a:solidFill>
                <a:latin typeface="Courier New"/>
              </a:rPr>
              <a:t>    </a:t>
            </a:r>
            <a:r>
              <a:rPr sz="900">
                <a:solidFill>
                  <a:srgbClr val="E8EEF1"/>
                </a:solidFill>
                <a:latin typeface="Courier New"/>
              </a:rPr>
              <a:t>START</a:t>
            </a:r>
            <a:r>
              <a:rPr sz="900">
                <a:solidFill>
                  <a:srgbClr val="E8EEF1"/>
                </a:solidFill>
                <a:latin typeface="Courier New"/>
              </a:rPr>
              <a:t>,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instrada</a:t>
            </a:r>
            <a:r>
              <a:rPr sz="900">
                <a:solidFill>
                  <a:srgbClr val="E8EEF1"/>
                </a:solidFill>
                <a:latin typeface="Courier New"/>
              </a:rPr>
              <a:t>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>
                <a:solidFill>
                  <a:srgbClr val="E8EEF1"/>
                </a:solidFill>
                <a:latin typeface="Courier New"/>
              </a:rPr>
              <a:t>    </a:t>
            </a:r>
            <a:r>
              <a:rPr sz="900">
                <a:solidFill>
                  <a:srgbClr val="E8EEF1"/>
                </a:solidFill>
                <a:latin typeface="Courier New"/>
              </a:rPr>
              <a:t>{</a:t>
            </a:r>
            <a:r>
              <a:rPr sz="900">
                <a:solidFill>
                  <a:srgbClr val="B5D98B"/>
                </a:solidFill>
                <a:latin typeface="Courier New"/>
              </a:rPr>
              <a:t>"</a:t>
            </a:r>
            <a:r>
              <a:rPr sz="900">
                <a:solidFill>
                  <a:srgbClr val="B5D98B"/>
                </a:solidFill>
                <a:latin typeface="Courier New"/>
              </a:rPr>
              <a:t>ramo_somma</a:t>
            </a:r>
            <a:r>
              <a:rPr sz="900">
                <a:solidFill>
                  <a:srgbClr val="B5D98B"/>
                </a:solidFill>
                <a:latin typeface="Courier New"/>
              </a:rPr>
              <a:t>"</a:t>
            </a:r>
            <a:r>
              <a:rPr sz="900">
                <a:solidFill>
                  <a:srgbClr val="E8EEF1"/>
                </a:solidFill>
                <a:latin typeface="Courier New"/>
              </a:rPr>
              <a:t>: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B5D98B"/>
                </a:solidFill>
                <a:latin typeface="Courier New"/>
              </a:rPr>
              <a:t>"</a:t>
            </a:r>
            <a:r>
              <a:rPr sz="900">
                <a:solidFill>
                  <a:srgbClr val="B5D98B"/>
                </a:solidFill>
                <a:latin typeface="Courier New"/>
              </a:rPr>
              <a:t>somma</a:t>
            </a:r>
            <a:r>
              <a:rPr sz="900">
                <a:solidFill>
                  <a:srgbClr val="B5D98B"/>
                </a:solidFill>
                <a:latin typeface="Courier New"/>
              </a:rPr>
              <a:t>"</a:t>
            </a:r>
            <a:r>
              <a:rPr sz="900">
                <a:solidFill>
                  <a:srgbClr val="E8EEF1"/>
                </a:solidFill>
                <a:latin typeface="Courier New"/>
              </a:rPr>
              <a:t>,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B5D98B"/>
                </a:solidFill>
                <a:latin typeface="Courier New"/>
              </a:rPr>
              <a:t>"</a:t>
            </a:r>
            <a:r>
              <a:rPr sz="900">
                <a:solidFill>
                  <a:srgbClr val="B5D98B"/>
                </a:solidFill>
                <a:latin typeface="Courier New"/>
              </a:rPr>
              <a:t>ramo_sottrazione</a:t>
            </a:r>
            <a:r>
              <a:rPr sz="900">
                <a:solidFill>
                  <a:srgbClr val="B5D98B"/>
                </a:solidFill>
                <a:latin typeface="Courier New"/>
              </a:rPr>
              <a:t>"</a:t>
            </a:r>
            <a:r>
              <a:rPr sz="900">
                <a:solidFill>
                  <a:srgbClr val="E8EEF1"/>
                </a:solidFill>
                <a:latin typeface="Courier New"/>
              </a:rPr>
              <a:t>: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B5D98B"/>
                </a:solidFill>
                <a:latin typeface="Courier New"/>
              </a:rPr>
              <a:t>"</a:t>
            </a:r>
            <a:r>
              <a:rPr sz="900">
                <a:solidFill>
                  <a:srgbClr val="B5D98B"/>
                </a:solidFill>
                <a:latin typeface="Courier New"/>
              </a:rPr>
              <a:t>sottrai</a:t>
            </a:r>
            <a:r>
              <a:rPr sz="900">
                <a:solidFill>
                  <a:srgbClr val="B5D98B"/>
                </a:solidFill>
                <a:latin typeface="Courier New"/>
              </a:rPr>
              <a:t>"</a:t>
            </a:r>
            <a:r>
              <a:rPr sz="900">
                <a:solidFill>
                  <a:srgbClr val="E8EEF1"/>
                </a:solidFill>
                <a:latin typeface="Courier New"/>
              </a:rPr>
              <a:t>}</a:t>
            </a:r>
            <a:r>
              <a:rPr sz="900">
                <a:solidFill>
                  <a:srgbClr val="E8EEF1"/>
                </a:solidFill>
                <a:latin typeface="Courier New"/>
              </a:rPr>
              <a:t>,</a:t>
            </a:r>
            <a:r>
              <a:rPr sz="900">
                <a:solidFill>
                  <a:srgbClr val="E8EEF1"/>
                </a:solidFill>
                <a:latin typeface="Courier New"/>
              </a:rPr>
              <a:t>   </a:t>
            </a:r>
            <a:r>
              <a:rPr sz="900">
                <a:solidFill>
                  <a:srgbClr val="8AA4B0"/>
                </a:solidFill>
                <a:latin typeface="Courier New"/>
              </a:rPr>
              <a:t># etichetta → nodo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>
                <a:solidFill>
                  <a:srgbClr val="E8EEF1"/>
                </a:solidFill>
                <a:latin typeface="Courier New"/>
              </a:rPr>
              <a:t>builder</a:t>
            </a:r>
            <a:r>
              <a:rPr sz="900">
                <a:solidFill>
                  <a:srgbClr val="E8EEF1"/>
                </a:solidFill>
                <a:latin typeface="Courier New"/>
              </a:rPr>
              <a:t>.</a:t>
            </a:r>
            <a:r>
              <a:rPr sz="900">
                <a:solidFill>
                  <a:srgbClr val="E8EEF1"/>
                </a:solidFill>
                <a:latin typeface="Courier New"/>
              </a:rPr>
              <a:t>add_edge</a:t>
            </a:r>
            <a:r>
              <a:rPr sz="900">
                <a:solidFill>
                  <a:srgbClr val="E8EEF1"/>
                </a:solidFill>
                <a:latin typeface="Courier New"/>
              </a:rPr>
              <a:t>(</a:t>
            </a:r>
            <a:r>
              <a:rPr sz="900">
                <a:solidFill>
                  <a:srgbClr val="B5D98B"/>
                </a:solidFill>
                <a:latin typeface="Courier New"/>
              </a:rPr>
              <a:t>"</a:t>
            </a:r>
            <a:r>
              <a:rPr sz="900">
                <a:solidFill>
                  <a:srgbClr val="B5D98B"/>
                </a:solidFill>
                <a:latin typeface="Courier New"/>
              </a:rPr>
              <a:t>somma</a:t>
            </a:r>
            <a:r>
              <a:rPr sz="900">
                <a:solidFill>
                  <a:srgbClr val="B5D98B"/>
                </a:solidFill>
                <a:latin typeface="Courier New"/>
              </a:rPr>
              <a:t>"</a:t>
            </a:r>
            <a:r>
              <a:rPr sz="900">
                <a:solidFill>
                  <a:srgbClr val="E8EEF1"/>
                </a:solidFill>
                <a:latin typeface="Courier New"/>
              </a:rPr>
              <a:t>,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END</a:t>
            </a:r>
            <a:r>
              <a:rPr sz="9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>
                <a:solidFill>
                  <a:srgbClr val="E8EEF1"/>
                </a:solidFill>
                <a:latin typeface="Courier New"/>
              </a:rPr>
              <a:t>builder</a:t>
            </a:r>
            <a:r>
              <a:rPr sz="900">
                <a:solidFill>
                  <a:srgbClr val="E8EEF1"/>
                </a:solidFill>
                <a:latin typeface="Courier New"/>
              </a:rPr>
              <a:t>.</a:t>
            </a:r>
            <a:r>
              <a:rPr sz="900">
                <a:solidFill>
                  <a:srgbClr val="E8EEF1"/>
                </a:solidFill>
                <a:latin typeface="Courier New"/>
              </a:rPr>
              <a:t>add_edge</a:t>
            </a:r>
            <a:r>
              <a:rPr sz="900">
                <a:solidFill>
                  <a:srgbClr val="E8EEF1"/>
                </a:solidFill>
                <a:latin typeface="Courier New"/>
              </a:rPr>
              <a:t>(</a:t>
            </a:r>
            <a:r>
              <a:rPr sz="900">
                <a:solidFill>
                  <a:srgbClr val="B5D98B"/>
                </a:solidFill>
                <a:latin typeface="Courier New"/>
              </a:rPr>
              <a:t>"</a:t>
            </a:r>
            <a:r>
              <a:rPr sz="900">
                <a:solidFill>
                  <a:srgbClr val="B5D98B"/>
                </a:solidFill>
                <a:latin typeface="Courier New"/>
              </a:rPr>
              <a:t>sottrai</a:t>
            </a:r>
            <a:r>
              <a:rPr sz="900">
                <a:solidFill>
                  <a:srgbClr val="B5D98B"/>
                </a:solidFill>
                <a:latin typeface="Courier New"/>
              </a:rPr>
              <a:t>"</a:t>
            </a:r>
            <a:r>
              <a:rPr sz="900">
                <a:solidFill>
                  <a:srgbClr val="E8EEF1"/>
                </a:solidFill>
                <a:latin typeface="Courier New"/>
              </a:rPr>
              <a:t>,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END</a:t>
            </a:r>
            <a:r>
              <a:rPr sz="9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>
                <a:solidFill>
                  <a:srgbClr val="E8EEF1"/>
                </a:solidFill>
                <a:latin typeface="Courier New"/>
              </a:rPr>
              <a:t>graph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=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builder</a:t>
            </a:r>
            <a:r>
              <a:rPr sz="900">
                <a:solidFill>
                  <a:srgbClr val="E8EEF1"/>
                </a:solidFill>
                <a:latin typeface="Courier New"/>
              </a:rPr>
              <a:t>.</a:t>
            </a:r>
            <a:r>
              <a:rPr sz="900">
                <a:solidFill>
                  <a:srgbClr val="E8EEF1"/>
                </a:solidFill>
                <a:latin typeface="Courier New"/>
              </a:rPr>
              <a:t>compile</a:t>
            </a:r>
            <a:r>
              <a:rPr sz="900">
                <a:solidFill>
                  <a:srgbClr val="E8EEF1"/>
                </a:solidFill>
                <a:latin typeface="Courier New"/>
              </a:rPr>
              <a:t>(</a:t>
            </a:r>
            <a:r>
              <a:rPr sz="9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>
                <a:solidFill>
                  <a:srgbClr val="7FCFF0"/>
                </a:solidFill>
                <a:latin typeface="Courier New"/>
              </a:rPr>
              <a:t>print</a:t>
            </a:r>
            <a:r>
              <a:rPr sz="900">
                <a:solidFill>
                  <a:srgbClr val="E8EEF1"/>
                </a:solidFill>
                <a:latin typeface="Courier New"/>
              </a:rPr>
              <a:t>(</a:t>
            </a:r>
            <a:r>
              <a:rPr sz="900">
                <a:solidFill>
                  <a:srgbClr val="E8EEF1"/>
                </a:solidFill>
                <a:latin typeface="Courier New"/>
              </a:rPr>
              <a:t>graph</a:t>
            </a:r>
            <a:r>
              <a:rPr sz="900">
                <a:solidFill>
                  <a:srgbClr val="E8EEF1"/>
                </a:solidFill>
                <a:latin typeface="Courier New"/>
              </a:rPr>
              <a:t>.</a:t>
            </a:r>
            <a:r>
              <a:rPr sz="900">
                <a:solidFill>
                  <a:srgbClr val="E8EEF1"/>
                </a:solidFill>
                <a:latin typeface="Courier New"/>
              </a:rPr>
              <a:t>invoke</a:t>
            </a:r>
            <a:r>
              <a:rPr sz="900">
                <a:solidFill>
                  <a:srgbClr val="E8EEF1"/>
                </a:solidFill>
                <a:latin typeface="Courier New"/>
              </a:rPr>
              <a:t>(</a:t>
            </a:r>
            <a:r>
              <a:rPr sz="900">
                <a:solidFill>
                  <a:srgbClr val="E8EEF1"/>
                </a:solidFill>
                <a:latin typeface="Courier New"/>
              </a:rPr>
              <a:t>{</a:t>
            </a:r>
            <a:r>
              <a:rPr sz="900">
                <a:solidFill>
                  <a:srgbClr val="B5D98B"/>
                </a:solidFill>
                <a:latin typeface="Courier New"/>
              </a:rPr>
              <a:t>"</a:t>
            </a:r>
            <a:r>
              <a:rPr sz="900">
                <a:solidFill>
                  <a:srgbClr val="B5D98B"/>
                </a:solidFill>
                <a:latin typeface="Courier New"/>
              </a:rPr>
              <a:t>a</a:t>
            </a:r>
            <a:r>
              <a:rPr sz="900">
                <a:solidFill>
                  <a:srgbClr val="B5D98B"/>
                </a:solidFill>
                <a:latin typeface="Courier New"/>
              </a:rPr>
              <a:t>"</a:t>
            </a:r>
            <a:r>
              <a:rPr sz="900">
                <a:solidFill>
                  <a:srgbClr val="E8EEF1"/>
                </a:solidFill>
                <a:latin typeface="Courier New"/>
              </a:rPr>
              <a:t>: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F5C96A"/>
                </a:solidFill>
                <a:latin typeface="Courier New"/>
              </a:rPr>
              <a:t>10</a:t>
            </a:r>
            <a:r>
              <a:rPr sz="900">
                <a:solidFill>
                  <a:srgbClr val="E8EEF1"/>
                </a:solidFill>
                <a:latin typeface="Courier New"/>
              </a:rPr>
              <a:t>,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B5D98B"/>
                </a:solidFill>
                <a:latin typeface="Courier New"/>
              </a:rPr>
              <a:t>"</a:t>
            </a:r>
            <a:r>
              <a:rPr sz="900">
                <a:solidFill>
                  <a:srgbClr val="B5D98B"/>
                </a:solidFill>
                <a:latin typeface="Courier New"/>
              </a:rPr>
              <a:t>b</a:t>
            </a:r>
            <a:r>
              <a:rPr sz="900">
                <a:solidFill>
                  <a:srgbClr val="B5D98B"/>
                </a:solidFill>
                <a:latin typeface="Courier New"/>
              </a:rPr>
              <a:t>"</a:t>
            </a:r>
            <a:r>
              <a:rPr sz="900">
                <a:solidFill>
                  <a:srgbClr val="E8EEF1"/>
                </a:solidFill>
                <a:latin typeface="Courier New"/>
              </a:rPr>
              <a:t>: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F5C96A"/>
                </a:solidFill>
                <a:latin typeface="Courier New"/>
              </a:rPr>
              <a:t>4</a:t>
            </a:r>
            <a:r>
              <a:rPr sz="900">
                <a:solidFill>
                  <a:srgbClr val="E8EEF1"/>
                </a:solidFill>
                <a:latin typeface="Courier New"/>
              </a:rPr>
              <a:t>,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B5D98B"/>
                </a:solidFill>
                <a:latin typeface="Courier New"/>
              </a:rPr>
              <a:t>"</a:t>
            </a:r>
            <a:r>
              <a:rPr sz="900">
                <a:solidFill>
                  <a:srgbClr val="B5D98B"/>
                </a:solidFill>
                <a:latin typeface="Courier New"/>
              </a:rPr>
              <a:t>operazione</a:t>
            </a:r>
            <a:r>
              <a:rPr sz="900">
                <a:solidFill>
                  <a:srgbClr val="B5D98B"/>
                </a:solidFill>
                <a:latin typeface="Courier New"/>
              </a:rPr>
              <a:t>"</a:t>
            </a:r>
            <a:r>
              <a:rPr sz="900">
                <a:solidFill>
                  <a:srgbClr val="E8EEF1"/>
                </a:solidFill>
                <a:latin typeface="Courier New"/>
              </a:rPr>
              <a:t>: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B5D98B"/>
                </a:solidFill>
                <a:latin typeface="Courier New"/>
              </a:rPr>
              <a:t>"</a:t>
            </a:r>
            <a:r>
              <a:rPr sz="900">
                <a:solidFill>
                  <a:srgbClr val="B5D98B"/>
                </a:solidFill>
                <a:latin typeface="Courier New"/>
              </a:rPr>
              <a:t>-</a:t>
            </a:r>
            <a:r>
              <a:rPr sz="900">
                <a:solidFill>
                  <a:srgbClr val="B5D98B"/>
                </a:solidFill>
                <a:latin typeface="Courier New"/>
              </a:rPr>
              <a:t>"</a:t>
            </a:r>
            <a:r>
              <a:rPr sz="900">
                <a:solidFill>
                  <a:srgbClr val="E8EEF1"/>
                </a:solidFill>
                <a:latin typeface="Courier New"/>
              </a:rPr>
              <a:t>}</a:t>
            </a:r>
            <a:r>
              <a:rPr sz="900">
                <a:solidFill>
                  <a:srgbClr val="E8EEF1"/>
                </a:solidFill>
                <a:latin typeface="Courier New"/>
              </a:rPr>
              <a:t>)</a:t>
            </a:r>
            <a:r>
              <a:rPr sz="900">
                <a:solidFill>
                  <a:srgbClr val="E8EEF1"/>
                </a:solidFill>
                <a:latin typeface="Courier New"/>
              </a:rPr>
              <a:t>[</a:t>
            </a:r>
            <a:r>
              <a:rPr sz="900">
                <a:solidFill>
                  <a:srgbClr val="B5D98B"/>
                </a:solidFill>
                <a:latin typeface="Courier New"/>
              </a:rPr>
              <a:t>"</a:t>
            </a:r>
            <a:r>
              <a:rPr sz="900">
                <a:solidFill>
                  <a:srgbClr val="B5D98B"/>
                </a:solidFill>
                <a:latin typeface="Courier New"/>
              </a:rPr>
              <a:t>risultato</a:t>
            </a:r>
            <a:r>
              <a:rPr sz="900">
                <a:solidFill>
                  <a:srgbClr val="B5D98B"/>
                </a:solidFill>
                <a:latin typeface="Courier New"/>
              </a:rPr>
              <a:t>"</a:t>
            </a:r>
            <a:r>
              <a:rPr sz="900">
                <a:solidFill>
                  <a:srgbClr val="E8EEF1"/>
                </a:solidFill>
                <a:latin typeface="Courier New"/>
              </a:rPr>
              <a:t>]</a:t>
            </a:r>
            <a:r>
              <a:rPr sz="900">
                <a:solidFill>
                  <a:srgbClr val="E8EEF1"/>
                </a:solidFill>
                <a:latin typeface="Courier New"/>
              </a:rPr>
              <a:t>)</a:t>
            </a:r>
            <a:r>
              <a:rPr sz="900">
                <a:solidFill>
                  <a:srgbClr val="E8EEF1"/>
                </a:solidFill>
                <a:latin typeface="Courier New"/>
              </a:rPr>
              <a:t>   </a:t>
            </a:r>
            <a:r>
              <a:rPr sz="900">
                <a:solidFill>
                  <a:srgbClr val="8AA4B0"/>
                </a:solidFill>
                <a:latin typeface="Courier New"/>
              </a:rPr>
              <a:t># 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0" y="4864608"/>
            <a:ext cx="32918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b="0" sz="1000">
                <a:solidFill>
                  <a:srgbClr val="76777B"/>
                </a:solidFill>
                <a:latin typeface="Arial"/>
              </a:rPr>
              <a:t>Esempio: </a:t>
            </a:r>
            <a:r>
              <a:rPr b="1" sz="1000">
                <a:solidFill>
                  <a:srgbClr val="005A77"/>
                </a:solidFill>
                <a:latin typeface="Courier New"/>
              </a:rPr>
              <a:t>06_condizionale.py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ESERCITAZIONE 2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25</a:t>
            </a:fld>
          </a:p>
        </p:txBody>
      </p:sp>
      <p:sp>
        <p:nvSpPr>
          <p:cNvPr id="34" name="TextBox 33"/>
          <p:cNvSpPr txBox="1"/>
          <p:nvPr/>
        </p:nvSpPr>
        <p:spPr>
          <a:xfrm>
            <a:off x="457200" y="1005840"/>
            <a:ext cx="16459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600">
                <a:solidFill>
                  <a:srgbClr val="DF6426"/>
                </a:solidFill>
                <a:latin typeface="Arial"/>
              </a:rPr>
              <a:t>★★☆☆☆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1371600"/>
            <a:ext cx="4023360" cy="329184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566928" y="1444752"/>
            <a:ext cx="380390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400">
                <a:solidFill>
                  <a:srgbClr val="DF6426"/>
                </a:solidFill>
                <a:latin typeface="Arial"/>
              </a:rPr>
              <a:t>A. Pipeline di testo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1828800"/>
            <a:ext cx="3803904" cy="2788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250">
                <a:solidFill>
                  <a:srgbClr val="003548"/>
                </a:solidFill>
                <a:latin typeface="Arial"/>
              </a:rPr>
              <a:t>Tre nodi in sequenza: </a:t>
            </a:r>
            <a:r>
              <a:rPr b="1" sz="1250">
                <a:solidFill>
                  <a:srgbClr val="DF6426"/>
                </a:solidFill>
                <a:latin typeface="Courier New"/>
              </a:rPr>
              <a:t>normalizza</a:t>
            </a:r>
            <a:r>
              <a:rPr b="0" sz="1250">
                <a:solidFill>
                  <a:srgbClr val="003548"/>
                </a:solidFill>
                <a:latin typeface="Arial"/>
              </a:rPr>
              <a:t> (spazi, minuscole) → </a:t>
            </a:r>
            <a:r>
              <a:rPr b="1" sz="1250">
                <a:solidFill>
                  <a:srgbClr val="DF6426"/>
                </a:solidFill>
                <a:latin typeface="Courier New"/>
              </a:rPr>
              <a:t>conta</a:t>
            </a:r>
            <a:r>
              <a:rPr b="0" sz="1250">
                <a:solidFill>
                  <a:srgbClr val="003548"/>
                </a:solidFill>
                <a:latin typeface="Arial"/>
              </a:rPr>
              <a:t> (parole, caratteri) → </a:t>
            </a:r>
            <a:r>
              <a:rPr b="1" sz="1250">
                <a:solidFill>
                  <a:srgbClr val="DF6426"/>
                </a:solidFill>
                <a:latin typeface="Courier New"/>
              </a:rPr>
              <a:t>report</a:t>
            </a:r>
            <a:r>
              <a:rPr b="0" sz="1250">
                <a:solidFill>
                  <a:srgbClr val="003548"/>
                </a:solidFill>
                <a:latin typeface="Arial"/>
              </a:rPr>
              <a:t>.</a:t>
            </a:r>
          </a:p>
          <a:p>
            <a:pPr algn="l">
              <a:spcAft>
                <a:spcPts val="400"/>
              </a:spcAft>
            </a:pPr>
            <a:r>
              <a:rPr b="0" sz="1250">
                <a:solidFill>
                  <a:srgbClr val="003548"/>
                </a:solidFill>
                <a:latin typeface="Arial"/>
              </a:rPr>
              <a:t>Usare </a:t>
            </a:r>
            <a:r>
              <a:rPr b="1" sz="1250">
                <a:solidFill>
                  <a:srgbClr val="DF6426"/>
                </a:solidFill>
                <a:latin typeface="Courier New"/>
              </a:rPr>
              <a:t>add_sequence</a:t>
            </a:r>
            <a:r>
              <a:rPr b="0" sz="1250">
                <a:solidFill>
                  <a:srgbClr val="003548"/>
                </a:solidFill>
                <a:latin typeface="Arial"/>
              </a:rPr>
              <a:t>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663440" y="1371600"/>
            <a:ext cx="4023360" cy="3291840"/>
          </a:xfrm>
          <a:prstGeom prst="roundRect">
            <a:avLst>
              <a:gd name="adj" fmla="val 8000"/>
            </a:avLst>
          </a:prstGeom>
          <a:solidFill>
            <a:srgbClr val="FCEEE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4773168" y="1444752"/>
            <a:ext cx="380390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400">
                <a:solidFill>
                  <a:srgbClr val="DF6426"/>
                </a:solidFill>
                <a:latin typeface="Arial"/>
              </a:rPr>
              <a:t>B. Doppia calcolatrice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73168" y="1828800"/>
            <a:ext cx="3803904" cy="2788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250">
                <a:solidFill>
                  <a:srgbClr val="003548"/>
                </a:solidFill>
                <a:latin typeface="Arial"/>
              </a:rPr>
              <a:t>Input: </a:t>
            </a:r>
            <a:r>
              <a:rPr b="1" sz="1250">
                <a:solidFill>
                  <a:srgbClr val="DF6426"/>
                </a:solidFill>
                <a:latin typeface="Courier New"/>
              </a:rPr>
              <a:t>a, b, op1</a:t>
            </a:r>
            <a:r>
              <a:rPr b="0" sz="1250">
                <a:solidFill>
                  <a:srgbClr val="003548"/>
                </a:solidFill>
                <a:latin typeface="Arial"/>
              </a:rPr>
              <a:t> e </a:t>
            </a:r>
            <a:r>
              <a:rPr b="1" sz="1250">
                <a:solidFill>
                  <a:srgbClr val="DF6426"/>
                </a:solidFill>
                <a:latin typeface="Courier New"/>
              </a:rPr>
              <a:t>c, d, op2</a:t>
            </a:r>
            <a:r>
              <a:rPr b="0" sz="1250">
                <a:solidFill>
                  <a:srgbClr val="003548"/>
                </a:solidFill>
                <a:latin typeface="Arial"/>
              </a:rPr>
              <a:t>.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250">
                <a:solidFill>
                  <a:srgbClr val="003548"/>
                </a:solidFill>
                <a:latin typeface="Arial"/>
              </a:rPr>
              <a:t>Due router </a:t>
            </a:r>
            <a:r>
              <a:rPr b="1" sz="1250">
                <a:solidFill>
                  <a:srgbClr val="003548"/>
                </a:solidFill>
                <a:latin typeface="Arial"/>
              </a:rPr>
              <a:t>in serie</a:t>
            </a:r>
            <a:r>
              <a:rPr b="0" sz="1250">
                <a:solidFill>
                  <a:srgbClr val="003548"/>
                </a:solidFill>
                <a:latin typeface="Arial"/>
              </a:rPr>
              <a:t>: il primo sceglie l'operazione su a,b, il secondo su c,d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250">
                <a:solidFill>
                  <a:srgbClr val="003548"/>
                </a:solidFill>
                <a:latin typeface="Arial"/>
              </a:rPr>
              <a:t>Divisione per zero o operatore sconosciuto → nodo </a:t>
            </a:r>
            <a:r>
              <a:rPr b="1" sz="1250">
                <a:solidFill>
                  <a:srgbClr val="DF6426"/>
                </a:solidFill>
                <a:latin typeface="Courier New"/>
              </a:rPr>
              <a:t>errore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1.8 I CICLI (LOOP)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26</a:t>
            </a:fld>
          </a:p>
        </p:txBody>
      </p:sp>
      <p:sp>
        <p:nvSpPr>
          <p:cNvPr id="34" name="TextBox 33"/>
          <p:cNvSpPr txBox="1"/>
          <p:nvPr/>
        </p:nvSpPr>
        <p:spPr>
          <a:xfrm>
            <a:off x="457200" y="1051560"/>
            <a:ext cx="3931920" cy="3566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300">
                <a:solidFill>
                  <a:srgbClr val="003548"/>
                </a:solidFill>
                <a:latin typeface="Arial"/>
              </a:rPr>
              <a:t>Un loop è un conditional edge che </a:t>
            </a:r>
            <a:r>
              <a:rPr b="1" sz="1300">
                <a:solidFill>
                  <a:srgbClr val="003548"/>
                </a:solidFill>
                <a:latin typeface="Arial"/>
              </a:rPr>
              <a:t>punta a un nodo già visitato</a:t>
            </a:r>
            <a:r>
              <a:rPr b="0" sz="1300">
                <a:solidFill>
                  <a:srgbClr val="003548"/>
                </a:solidFill>
                <a:latin typeface="Arial"/>
              </a:rPr>
              <a:t>.</a:t>
            </a:r>
          </a:p>
          <a:p>
            <a:pPr algn="l">
              <a:spcAft>
                <a:spcPts val="400"/>
              </a:spcAft>
            </a:pPr>
            <a:r>
              <a:rPr b="0" sz="1300">
                <a:solidFill>
                  <a:srgbClr val="003548"/>
                </a:solidFill>
                <a:latin typeface="Arial"/>
              </a:rPr>
              <a:t>È il meccanismo alla base degli agenti: *pensa → agisci → osserva → ripeti*.</a:t>
            </a:r>
          </a:p>
          <a:p>
            <a:pPr algn="l">
              <a:spcAft>
                <a:spcPts val="400"/>
              </a:spcAft>
            </a:pPr>
            <a:r>
              <a:rPr b="0" sz="1300">
                <a:solidFill>
                  <a:srgbClr val="003548"/>
                </a:solidFill>
                <a:latin typeface="Arial"/>
              </a:rPr>
              <a:t>Ogni loop deve avere una </a:t>
            </a:r>
            <a:r>
              <a:rPr b="1" sz="1300">
                <a:solidFill>
                  <a:srgbClr val="003548"/>
                </a:solidFill>
                <a:latin typeface="Arial"/>
              </a:rPr>
              <a:t>condizione di uscita</a:t>
            </a:r>
            <a:r>
              <a:rPr b="0" sz="1300">
                <a:solidFill>
                  <a:srgbClr val="003548"/>
                </a:solidFill>
                <a:latin typeface="Arial"/>
              </a:rPr>
              <a:t>: contatore, flag, risultato raggiunto.</a:t>
            </a:r>
          </a:p>
          <a:p>
            <a:pPr algn="l">
              <a:spcAft>
                <a:spcPts val="400"/>
              </a:spcAft>
            </a:pPr>
            <a:r>
              <a:rPr b="0" sz="1300">
                <a:solidFill>
                  <a:srgbClr val="003548"/>
                </a:solidFill>
                <a:latin typeface="Arial"/>
              </a:rPr>
              <a:t>Rete di sicurezza: </a:t>
            </a:r>
            <a:r>
              <a:rPr b="1" sz="1300">
                <a:solidFill>
                  <a:srgbClr val="DF6426"/>
                </a:solidFill>
                <a:latin typeface="Courier New"/>
              </a:rPr>
              <a:t>recursion_limit</a:t>
            </a:r>
            <a:r>
              <a:rPr b="0" sz="1300">
                <a:solidFill>
                  <a:srgbClr val="003548"/>
                </a:solidFill>
                <a:latin typeface="Arial"/>
              </a:rPr>
              <a:t> nel config – oltre quel numero di passi viene sollevato </a:t>
            </a:r>
            <a:r>
              <a:rPr b="1" sz="1300">
                <a:solidFill>
                  <a:srgbClr val="DF6426"/>
                </a:solidFill>
                <a:latin typeface="Courier New"/>
              </a:rPr>
              <a:t>GraphRecursionError</a:t>
            </a:r>
            <a:r>
              <a:rPr b="0" sz="1300">
                <a:solidFill>
                  <a:srgbClr val="003548"/>
                </a:solidFill>
                <a:latin typeface="Arial"/>
              </a:rPr>
              <a:t>.</a:t>
            </a:r>
          </a:p>
        </p:txBody>
      </p:sp>
      <p:sp>
        <p:nvSpPr>
          <p:cNvPr id="35" name="Oval 34"/>
          <p:cNvSpPr/>
          <p:nvPr/>
        </p:nvSpPr>
        <p:spPr>
          <a:xfrm>
            <a:off x="5852160" y="1188720"/>
            <a:ext cx="1371600" cy="411480"/>
          </a:xfrm>
          <a:prstGeom prst="ellipse">
            <a:avLst/>
          </a:prstGeom>
          <a:solidFill>
            <a:srgbClr val="76777B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START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715000" y="2103120"/>
            <a:ext cx="1645920" cy="548640"/>
          </a:xfrm>
          <a:prstGeom prst="roundRect">
            <a:avLst>
              <a:gd name="adj" fmla="val 30000"/>
            </a:avLst>
          </a:prstGeom>
          <a:solidFill>
            <a:srgbClr val="005A77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genera</a:t>
            </a:r>
          </a:p>
        </p:txBody>
      </p:sp>
      <p:sp>
        <p:nvSpPr>
          <p:cNvPr id="37" name="Diamond 36"/>
          <p:cNvSpPr/>
          <p:nvPr/>
        </p:nvSpPr>
        <p:spPr>
          <a:xfrm>
            <a:off x="5760720" y="3063240"/>
            <a:ext cx="1554480" cy="731520"/>
          </a:xfrm>
          <a:prstGeom prst="diamond">
            <a:avLst/>
          </a:prstGeom>
          <a:solidFill>
            <a:srgbClr val="F6B26B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1" sz="1050">
                <a:solidFill>
                  <a:srgbClr val="003548"/>
                </a:solidFill>
                <a:latin typeface="Arial"/>
              </a:rPr>
              <a:t>continua?</a:t>
            </a:r>
          </a:p>
        </p:txBody>
      </p:sp>
      <p:sp>
        <p:nvSpPr>
          <p:cNvPr id="38" name="Oval 37"/>
          <p:cNvSpPr/>
          <p:nvPr/>
        </p:nvSpPr>
        <p:spPr>
          <a:xfrm>
            <a:off x="5852160" y="4251960"/>
            <a:ext cx="1371600" cy="411480"/>
          </a:xfrm>
          <a:prstGeom prst="ellipse">
            <a:avLst/>
          </a:prstGeom>
          <a:solidFill>
            <a:srgbClr val="76777B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END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537960" y="1600200"/>
            <a:ext cx="0" cy="502920"/>
          </a:xfrm>
          <a:prstGeom prst="line">
            <a:avLst/>
          </a:prstGeom>
          <a:ln w="22225">
            <a:solidFill>
              <a:srgbClr val="003548"/>
            </a:solidFill>
            <a:tailEnd type="triangle" w="med" len="med"/>
          </a:ln>
        </p:spPr>
      </p:cxnSp>
      <p:cxnSp>
        <p:nvCxnSpPr>
          <p:cNvPr id="40" name="Connector 39"/>
          <p:cNvCxnSpPr/>
          <p:nvPr/>
        </p:nvCxnSpPr>
        <p:spPr>
          <a:xfrm>
            <a:off x="6537960" y="2651760"/>
            <a:ext cx="0" cy="411480"/>
          </a:xfrm>
          <a:prstGeom prst="line">
            <a:avLst/>
          </a:prstGeom>
          <a:ln w="22225">
            <a:solidFill>
              <a:srgbClr val="003548"/>
            </a:solidFill>
            <a:tailEnd type="triangle" w="med" len="med"/>
          </a:ln>
        </p:spPr>
      </p:cxnSp>
      <p:cxnSp>
        <p:nvCxnSpPr>
          <p:cNvPr id="41" name="Connector 40"/>
          <p:cNvCxnSpPr/>
          <p:nvPr/>
        </p:nvCxnSpPr>
        <p:spPr>
          <a:xfrm>
            <a:off x="6537960" y="3794760"/>
            <a:ext cx="0" cy="457200"/>
          </a:xfrm>
          <a:prstGeom prst="line">
            <a:avLst/>
          </a:prstGeom>
          <a:ln w="22225">
            <a:solidFill>
              <a:srgbClr val="003548"/>
            </a:solidFill>
            <a:prstDash val="dash"/>
            <a:tailEnd type="triangle" w="med" len="med"/>
          </a:ln>
        </p:spPr>
      </p:cxnSp>
      <p:sp>
        <p:nvSpPr>
          <p:cNvPr id="42" name="TextBox 41"/>
          <p:cNvSpPr txBox="1"/>
          <p:nvPr/>
        </p:nvSpPr>
        <p:spPr>
          <a:xfrm>
            <a:off x="6217920" y="3904488"/>
            <a:ext cx="640080" cy="237744"/>
          </a:xfrm>
          <a:prstGeom prst="rect">
            <a:avLst/>
          </a:prstGeom>
          <a:solidFill>
            <a:srgbClr val="FFFFFF"/>
          </a:solidFill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b="1" sz="900">
                <a:solidFill>
                  <a:srgbClr val="DF6426"/>
                </a:solidFill>
                <a:latin typeface="Arial"/>
              </a:rPr>
              <a:t>basta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7315200" y="3429000"/>
            <a:ext cx="457200" cy="0"/>
          </a:xfrm>
          <a:prstGeom prst="line">
            <a:avLst/>
          </a:prstGeom>
          <a:ln w="22225">
            <a:solidFill>
              <a:srgbClr val="003548"/>
            </a:solidFill>
            <a:prstDash val="dash"/>
          </a:ln>
        </p:spPr>
      </p:cxnSp>
      <p:cxnSp>
        <p:nvCxnSpPr>
          <p:cNvPr id="44" name="Connector 43"/>
          <p:cNvCxnSpPr/>
          <p:nvPr/>
        </p:nvCxnSpPr>
        <p:spPr>
          <a:xfrm flipV="1">
            <a:off x="7772400" y="2377440"/>
            <a:ext cx="0" cy="1051560"/>
          </a:xfrm>
          <a:prstGeom prst="line">
            <a:avLst/>
          </a:prstGeom>
          <a:ln w="22225">
            <a:solidFill>
              <a:srgbClr val="003548"/>
            </a:solidFill>
            <a:prstDash val="dash"/>
          </a:ln>
        </p:spPr>
      </p:cxnSp>
      <p:cxnSp>
        <p:nvCxnSpPr>
          <p:cNvPr id="45" name="Connector 44"/>
          <p:cNvCxnSpPr/>
          <p:nvPr/>
        </p:nvCxnSpPr>
        <p:spPr>
          <a:xfrm flipH="1">
            <a:off x="7360920" y="2377440"/>
            <a:ext cx="411480" cy="0"/>
          </a:xfrm>
          <a:prstGeom prst="line">
            <a:avLst/>
          </a:prstGeom>
          <a:ln w="22225">
            <a:solidFill>
              <a:srgbClr val="003548"/>
            </a:solidFill>
            <a:prstDash val="dash"/>
            <a:tailEnd type="triangle" w="med" len="med"/>
          </a:ln>
        </p:spPr>
      </p:cxnSp>
      <p:sp>
        <p:nvSpPr>
          <p:cNvPr id="46" name="TextBox 45"/>
          <p:cNvSpPr txBox="1"/>
          <p:nvPr/>
        </p:nvSpPr>
        <p:spPr>
          <a:xfrm>
            <a:off x="7863840" y="2784348"/>
            <a:ext cx="914400" cy="23774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b="1" sz="900">
                <a:solidFill>
                  <a:srgbClr val="DF6426"/>
                </a:solidFill>
                <a:latin typeface="Arial"/>
              </a:rPr>
              <a:t>ancora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1.8 LOOP – CODICE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27</a:t>
            </a:fld>
          </a:p>
        </p:txBody>
      </p:sp>
      <p:sp>
        <p:nvSpPr>
          <p:cNvPr id="34" name="Rounded Rectangle 33"/>
          <p:cNvSpPr/>
          <p:nvPr/>
        </p:nvSpPr>
        <p:spPr>
          <a:xfrm>
            <a:off x="457200" y="1051560"/>
            <a:ext cx="8229600" cy="3711955"/>
          </a:xfrm>
          <a:prstGeom prst="roundRect">
            <a:avLst>
              <a:gd name="adj" fmla="val 4000"/>
            </a:avLst>
          </a:prstGeom>
          <a:solidFill>
            <a:srgbClr val="0B2B38"/>
          </a:solidFill>
          <a:ln>
            <a:noFill/>
          </a:ln>
        </p:spPr>
        <p:txBody>
          <a:bodyPr rtlCol="0" anchor="t" wrap="square" lIns="128016" rIns="128016" tIns="91440" bIns="54864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F28C4F"/>
                </a:solidFill>
                <a:latin typeface="Courier New"/>
              </a:rPr>
              <a:t>import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random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F28C4F"/>
                </a:solidFill>
                <a:latin typeface="Courier New"/>
              </a:rPr>
              <a:t>from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typing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 b="1">
                <a:solidFill>
                  <a:srgbClr val="F28C4F"/>
                </a:solidFill>
                <a:latin typeface="Courier New"/>
              </a:rPr>
              <a:t>import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TypedDict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F28C4F"/>
                </a:solidFill>
                <a:latin typeface="Courier New"/>
              </a:rPr>
              <a:t>from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langgraph</a:t>
            </a:r>
            <a:r>
              <a:rPr sz="1150">
                <a:solidFill>
                  <a:srgbClr val="E8EEF1"/>
                </a:solidFill>
                <a:latin typeface="Courier New"/>
              </a:rPr>
              <a:t>.</a:t>
            </a:r>
            <a:r>
              <a:rPr sz="1150">
                <a:solidFill>
                  <a:srgbClr val="E8EEF1"/>
                </a:solidFill>
                <a:latin typeface="Courier New"/>
              </a:rPr>
              <a:t>graph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 b="1">
                <a:solidFill>
                  <a:srgbClr val="F28C4F"/>
                </a:solidFill>
                <a:latin typeface="Courier New"/>
              </a:rPr>
              <a:t>import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StateGraph</a:t>
            </a:r>
            <a:r>
              <a:rPr sz="1150">
                <a:solidFill>
                  <a:srgbClr val="E8EEF1"/>
                </a:solidFill>
                <a:latin typeface="Courier New"/>
              </a:rPr>
              <a:t>,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START</a:t>
            </a:r>
            <a:r>
              <a:rPr sz="1150">
                <a:solidFill>
                  <a:srgbClr val="E8EEF1"/>
                </a:solidFill>
                <a:latin typeface="Courier New"/>
              </a:rPr>
              <a:t>,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END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F28C4F"/>
                </a:solidFill>
                <a:latin typeface="Courier New"/>
              </a:rPr>
              <a:t>class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7FCFF0"/>
                </a:solidFill>
                <a:latin typeface="Courier New"/>
              </a:rPr>
              <a:t>State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E8EEF1"/>
                </a:solidFill>
                <a:latin typeface="Courier New"/>
              </a:rPr>
              <a:t>TypedDict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  <a:r>
              <a:rPr sz="115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    </a:t>
            </a:r>
            <a:r>
              <a:rPr sz="1150">
                <a:solidFill>
                  <a:srgbClr val="E8EEF1"/>
                </a:solidFill>
                <a:latin typeface="Courier New"/>
              </a:rPr>
              <a:t>numeri</a:t>
            </a:r>
            <a:r>
              <a:rPr sz="1150">
                <a:solidFill>
                  <a:srgbClr val="E8EEF1"/>
                </a:solidFill>
                <a:latin typeface="Courier New"/>
              </a:rPr>
              <a:t>: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7FCFF0"/>
                </a:solidFill>
                <a:latin typeface="Courier New"/>
              </a:rPr>
              <a:t>list</a:t>
            </a:r>
            <a:r>
              <a:rPr sz="1150">
                <a:solidFill>
                  <a:srgbClr val="E8EEF1"/>
                </a:solidFill>
                <a:latin typeface="Courier New"/>
              </a:rPr>
              <a:t>[</a:t>
            </a:r>
            <a:r>
              <a:rPr sz="1150">
                <a:solidFill>
                  <a:srgbClr val="7FCFF0"/>
                </a:solidFill>
                <a:latin typeface="Courier New"/>
              </a:rPr>
              <a:t>int</a:t>
            </a:r>
            <a:r>
              <a:rPr sz="1150">
                <a:solidFill>
                  <a:srgbClr val="E8EEF1"/>
                </a:solidFill>
                <a:latin typeface="Courier New"/>
              </a:rPr>
              <a:t>]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    </a:t>
            </a:r>
            <a:r>
              <a:rPr sz="1150">
                <a:solidFill>
                  <a:srgbClr val="E8EEF1"/>
                </a:solidFill>
                <a:latin typeface="Courier New"/>
              </a:rPr>
              <a:t>contatore</a:t>
            </a:r>
            <a:r>
              <a:rPr sz="1150">
                <a:solidFill>
                  <a:srgbClr val="E8EEF1"/>
                </a:solidFill>
                <a:latin typeface="Courier New"/>
              </a:rPr>
              <a:t>: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7FCFF0"/>
                </a:solidFill>
                <a:latin typeface="Courier New"/>
              </a:rPr>
              <a:t>int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F28C4F"/>
                </a:solidFill>
                <a:latin typeface="Courier New"/>
              </a:rPr>
              <a:t>def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7FCFF0"/>
                </a:solidFill>
                <a:latin typeface="Courier New"/>
              </a:rPr>
              <a:t>genera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E8EEF1"/>
                </a:solidFill>
                <a:latin typeface="Courier New"/>
              </a:rPr>
              <a:t>state</a:t>
            </a:r>
            <a:r>
              <a:rPr sz="1150">
                <a:solidFill>
                  <a:srgbClr val="E8EEF1"/>
                </a:solidFill>
                <a:latin typeface="Courier New"/>
              </a:rPr>
              <a:t>: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State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-</a:t>
            </a:r>
            <a:r>
              <a:rPr sz="1150">
                <a:solidFill>
                  <a:srgbClr val="E8EEF1"/>
                </a:solidFill>
                <a:latin typeface="Courier New"/>
              </a:rPr>
              <a:t>&gt;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7FCFF0"/>
                </a:solidFill>
                <a:latin typeface="Courier New"/>
              </a:rPr>
              <a:t>dict</a:t>
            </a:r>
            <a:r>
              <a:rPr sz="115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    </a:t>
            </a:r>
            <a:r>
              <a:rPr sz="1150">
                <a:solidFill>
                  <a:srgbClr val="E8EEF1"/>
                </a:solidFill>
                <a:latin typeface="Courier New"/>
              </a:rPr>
              <a:t>nuovo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=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random</a:t>
            </a:r>
            <a:r>
              <a:rPr sz="1150">
                <a:solidFill>
                  <a:srgbClr val="E8EEF1"/>
                </a:solidFill>
                <a:latin typeface="Courier New"/>
              </a:rPr>
              <a:t>.</a:t>
            </a:r>
            <a:r>
              <a:rPr sz="1150">
                <a:solidFill>
                  <a:srgbClr val="E8EEF1"/>
                </a:solidFill>
                <a:latin typeface="Courier New"/>
              </a:rPr>
              <a:t>randint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F5C96A"/>
                </a:solidFill>
                <a:latin typeface="Courier New"/>
              </a:rPr>
              <a:t>1</a:t>
            </a:r>
            <a:r>
              <a:rPr sz="1150">
                <a:solidFill>
                  <a:srgbClr val="E8EEF1"/>
                </a:solidFill>
                <a:latin typeface="Courier New"/>
              </a:rPr>
              <a:t>,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F5C96A"/>
                </a:solidFill>
                <a:latin typeface="Courier New"/>
              </a:rPr>
              <a:t>10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    </a:t>
            </a:r>
            <a:r>
              <a:rPr sz="1150" b="1">
                <a:solidFill>
                  <a:srgbClr val="F28C4F"/>
                </a:solidFill>
                <a:latin typeface="Courier New"/>
              </a:rPr>
              <a:t>return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{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numeri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: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state</a:t>
            </a:r>
            <a:r>
              <a:rPr sz="1150">
                <a:solidFill>
                  <a:srgbClr val="E8EEF1"/>
                </a:solidFill>
                <a:latin typeface="Courier New"/>
              </a:rPr>
              <a:t>[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numeri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]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+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[</a:t>
            </a:r>
            <a:r>
              <a:rPr sz="1150">
                <a:solidFill>
                  <a:srgbClr val="E8EEF1"/>
                </a:solidFill>
                <a:latin typeface="Courier New"/>
              </a:rPr>
              <a:t>nuovo</a:t>
            </a:r>
            <a:r>
              <a:rPr sz="1150">
                <a:solidFill>
                  <a:srgbClr val="E8EEF1"/>
                </a:solidFill>
                <a:latin typeface="Courier New"/>
              </a:rPr>
              <a:t>]</a:t>
            </a:r>
            <a:r>
              <a:rPr sz="1150">
                <a:solidFill>
                  <a:srgbClr val="E8EEF1"/>
                </a:solidFill>
                <a:latin typeface="Courier New"/>
              </a:rPr>
              <a:t>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            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contatore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: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state</a:t>
            </a:r>
            <a:r>
              <a:rPr sz="1150">
                <a:solidFill>
                  <a:srgbClr val="E8EEF1"/>
                </a:solidFill>
                <a:latin typeface="Courier New"/>
              </a:rPr>
              <a:t>[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contatore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]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+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F5C96A"/>
                </a:solidFill>
                <a:latin typeface="Courier New"/>
              </a:rPr>
              <a:t>1</a:t>
            </a:r>
            <a:r>
              <a:rPr sz="1150">
                <a:solidFill>
                  <a:srgbClr val="E8EEF1"/>
                </a:solidFill>
                <a:latin typeface="Courier New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F28C4F"/>
                </a:solidFill>
                <a:latin typeface="Courier New"/>
              </a:rPr>
              <a:t>def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7FCFF0"/>
                </a:solidFill>
                <a:latin typeface="Courier New"/>
              </a:rPr>
              <a:t>continua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E8EEF1"/>
                </a:solidFill>
                <a:latin typeface="Courier New"/>
              </a:rPr>
              <a:t>state</a:t>
            </a:r>
            <a:r>
              <a:rPr sz="1150">
                <a:solidFill>
                  <a:srgbClr val="E8EEF1"/>
                </a:solidFill>
                <a:latin typeface="Courier New"/>
              </a:rPr>
              <a:t>: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State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-</a:t>
            </a:r>
            <a:r>
              <a:rPr sz="1150">
                <a:solidFill>
                  <a:srgbClr val="E8EEF1"/>
                </a:solidFill>
                <a:latin typeface="Courier New"/>
              </a:rPr>
              <a:t>&gt;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7FCFF0"/>
                </a:solidFill>
                <a:latin typeface="Courier New"/>
              </a:rPr>
              <a:t>str</a:t>
            </a:r>
            <a:r>
              <a:rPr sz="115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    </a:t>
            </a:r>
            <a:r>
              <a:rPr sz="1150" b="1">
                <a:solidFill>
                  <a:srgbClr val="F28C4F"/>
                </a:solidFill>
                <a:latin typeface="Courier New"/>
              </a:rPr>
              <a:t>return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ancora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 b="1">
                <a:solidFill>
                  <a:srgbClr val="F28C4F"/>
                </a:solidFill>
                <a:latin typeface="Courier New"/>
              </a:rPr>
              <a:t>if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state</a:t>
            </a:r>
            <a:r>
              <a:rPr sz="1150">
                <a:solidFill>
                  <a:srgbClr val="E8EEF1"/>
                </a:solidFill>
                <a:latin typeface="Courier New"/>
              </a:rPr>
              <a:t>[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contatore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]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&lt;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F5C96A"/>
                </a:solidFill>
                <a:latin typeface="Courier New"/>
              </a:rPr>
              <a:t>5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 b="1">
                <a:solidFill>
                  <a:srgbClr val="F28C4F"/>
                </a:solidFill>
                <a:latin typeface="Courier New"/>
              </a:rPr>
              <a:t>else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basta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builder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=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StateGraph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E8EEF1"/>
                </a:solidFill>
                <a:latin typeface="Courier New"/>
              </a:rPr>
              <a:t>State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builder</a:t>
            </a:r>
            <a:r>
              <a:rPr sz="1150">
                <a:solidFill>
                  <a:srgbClr val="E8EEF1"/>
                </a:solidFill>
                <a:latin typeface="Courier New"/>
              </a:rPr>
              <a:t>.</a:t>
            </a:r>
            <a:r>
              <a:rPr sz="1150">
                <a:solidFill>
                  <a:srgbClr val="E8EEF1"/>
                </a:solidFill>
                <a:latin typeface="Courier New"/>
              </a:rPr>
              <a:t>add_node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genera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,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genera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builder</a:t>
            </a:r>
            <a:r>
              <a:rPr sz="1150">
                <a:solidFill>
                  <a:srgbClr val="E8EEF1"/>
                </a:solidFill>
                <a:latin typeface="Courier New"/>
              </a:rPr>
              <a:t>.</a:t>
            </a:r>
            <a:r>
              <a:rPr sz="1150">
                <a:solidFill>
                  <a:srgbClr val="E8EEF1"/>
                </a:solidFill>
                <a:latin typeface="Courier New"/>
              </a:rPr>
              <a:t>add_edge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E8EEF1"/>
                </a:solidFill>
                <a:latin typeface="Courier New"/>
              </a:rPr>
              <a:t>START</a:t>
            </a:r>
            <a:r>
              <a:rPr sz="1150">
                <a:solidFill>
                  <a:srgbClr val="E8EEF1"/>
                </a:solidFill>
                <a:latin typeface="Courier New"/>
              </a:rPr>
              <a:t>,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genera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builder</a:t>
            </a:r>
            <a:r>
              <a:rPr sz="1150">
                <a:solidFill>
                  <a:srgbClr val="E8EEF1"/>
                </a:solidFill>
                <a:latin typeface="Courier New"/>
              </a:rPr>
              <a:t>.</a:t>
            </a:r>
            <a:r>
              <a:rPr sz="1150">
                <a:solidFill>
                  <a:srgbClr val="E8EEF1"/>
                </a:solidFill>
                <a:latin typeface="Courier New"/>
              </a:rPr>
              <a:t>add_conditional_edges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genera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,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continua</a:t>
            </a:r>
            <a:r>
              <a:rPr sz="1150">
                <a:solidFill>
                  <a:srgbClr val="E8EEF1"/>
                </a:solidFill>
                <a:latin typeface="Courier New"/>
              </a:rPr>
              <a:t>,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{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ancora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: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genera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,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basta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: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END</a:t>
            </a:r>
            <a:r>
              <a:rPr sz="1150">
                <a:solidFill>
                  <a:srgbClr val="E8EEF1"/>
                </a:solidFill>
                <a:latin typeface="Courier New"/>
              </a:rPr>
              <a:t>}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graph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=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builder</a:t>
            </a:r>
            <a:r>
              <a:rPr sz="1150">
                <a:solidFill>
                  <a:srgbClr val="E8EEF1"/>
                </a:solidFill>
                <a:latin typeface="Courier New"/>
              </a:rPr>
              <a:t>.</a:t>
            </a:r>
            <a:r>
              <a:rPr sz="1150">
                <a:solidFill>
                  <a:srgbClr val="E8EEF1"/>
                </a:solidFill>
                <a:latin typeface="Courier New"/>
              </a:rPr>
              <a:t>compile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8AA4B0"/>
                </a:solidFill>
                <a:latin typeface="Courier New"/>
              </a:rPr>
              <a:t># recursion_limit: numero massimo di "passi" (super-step) prima di un errore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out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=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graph</a:t>
            </a:r>
            <a:r>
              <a:rPr sz="1150">
                <a:solidFill>
                  <a:srgbClr val="E8EEF1"/>
                </a:solidFill>
                <a:latin typeface="Courier New"/>
              </a:rPr>
              <a:t>.</a:t>
            </a:r>
            <a:r>
              <a:rPr sz="1150">
                <a:solidFill>
                  <a:srgbClr val="E8EEF1"/>
                </a:solidFill>
                <a:latin typeface="Courier New"/>
              </a:rPr>
              <a:t>invoke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E8EEF1"/>
                </a:solidFill>
                <a:latin typeface="Courier New"/>
              </a:rPr>
              <a:t>{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numeri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: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[</a:t>
            </a:r>
            <a:r>
              <a:rPr sz="1150">
                <a:solidFill>
                  <a:srgbClr val="E8EEF1"/>
                </a:solidFill>
                <a:latin typeface="Courier New"/>
              </a:rPr>
              <a:t>]</a:t>
            </a:r>
            <a:r>
              <a:rPr sz="1150">
                <a:solidFill>
                  <a:srgbClr val="E8EEF1"/>
                </a:solidFill>
                <a:latin typeface="Courier New"/>
              </a:rPr>
              <a:t>,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contatore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: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F5C96A"/>
                </a:solidFill>
                <a:latin typeface="Courier New"/>
              </a:rPr>
              <a:t>0</a:t>
            </a:r>
            <a:r>
              <a:rPr sz="1150">
                <a:solidFill>
                  <a:srgbClr val="E8EEF1"/>
                </a:solidFill>
                <a:latin typeface="Courier New"/>
              </a:rPr>
              <a:t>}</a:t>
            </a:r>
            <a:r>
              <a:rPr sz="1150">
                <a:solidFill>
                  <a:srgbClr val="E8EEF1"/>
                </a:solidFill>
                <a:latin typeface="Courier New"/>
              </a:rPr>
              <a:t>,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{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recursion_limit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: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F5C96A"/>
                </a:solidFill>
                <a:latin typeface="Courier New"/>
              </a:rPr>
              <a:t>20</a:t>
            </a:r>
            <a:r>
              <a:rPr sz="1150">
                <a:solidFill>
                  <a:srgbClr val="E8EEF1"/>
                </a:solidFill>
                <a:latin typeface="Courier New"/>
              </a:rPr>
              <a:t>}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7FCFF0"/>
                </a:solidFill>
                <a:latin typeface="Courier New"/>
              </a:rPr>
              <a:t>print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E8EEF1"/>
                </a:solidFill>
                <a:latin typeface="Courier New"/>
              </a:rPr>
              <a:t>out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  <a:r>
              <a:rPr sz="1150">
                <a:solidFill>
                  <a:srgbClr val="E8EEF1"/>
                </a:solidFill>
                <a:latin typeface="Courier New"/>
              </a:rPr>
              <a:t>        </a:t>
            </a:r>
            <a:r>
              <a:rPr sz="1150">
                <a:solidFill>
                  <a:srgbClr val="8AA4B0"/>
                </a:solidFill>
                <a:latin typeface="Courier New"/>
              </a:rPr>
              <a:t># {'numeri': [3, 9, 1, 7, 4], 'contatore': 5}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0" y="4864608"/>
            <a:ext cx="32918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b="0" sz="1000">
                <a:solidFill>
                  <a:srgbClr val="76777B"/>
                </a:solidFill>
                <a:latin typeface="Arial"/>
              </a:rPr>
              <a:t>Esempio: </a:t>
            </a:r>
            <a:r>
              <a:rPr b="1" sz="1000">
                <a:solidFill>
                  <a:srgbClr val="005A77"/>
                </a:solidFill>
                <a:latin typeface="Courier New"/>
              </a:rPr>
              <a:t>07_loop.py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ESERCITAZIONE 3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28</a:t>
            </a:fld>
          </a:p>
        </p:txBody>
      </p:sp>
      <p:sp>
        <p:nvSpPr>
          <p:cNvPr id="34" name="TextBox 33"/>
          <p:cNvSpPr txBox="1"/>
          <p:nvPr/>
        </p:nvSpPr>
        <p:spPr>
          <a:xfrm>
            <a:off x="457200" y="1005840"/>
            <a:ext cx="16459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600">
                <a:solidFill>
                  <a:srgbClr val="DF6426"/>
                </a:solidFill>
                <a:latin typeface="Arial"/>
              </a:rPr>
              <a:t>★★☆☆☆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1371600"/>
            <a:ext cx="8229600" cy="329184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566928" y="1444752"/>
            <a:ext cx="801014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400">
                <a:solidFill>
                  <a:srgbClr val="DF6426"/>
                </a:solidFill>
                <a:latin typeface="Arial"/>
              </a:rPr>
              <a:t>Indovina il numero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1828800"/>
            <a:ext cx="8010144" cy="2788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350">
                <a:solidFill>
                  <a:srgbClr val="003548"/>
                </a:solidFill>
                <a:latin typeface="Arial"/>
              </a:rPr>
              <a:t>Il grafo sceglie un numero segreto tra 1 e 100 e prova a indovinarlo da solo.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350">
                <a:solidFill>
                  <a:srgbClr val="003548"/>
                </a:solidFill>
                <a:latin typeface="Arial"/>
              </a:rPr>
              <a:t>Nodi: </a:t>
            </a:r>
            <a:r>
              <a:rPr b="1" sz="1350">
                <a:solidFill>
                  <a:srgbClr val="DF6426"/>
                </a:solidFill>
                <a:latin typeface="Courier New"/>
              </a:rPr>
              <a:t>setup</a:t>
            </a:r>
            <a:r>
              <a:rPr b="0" sz="1350">
                <a:solidFill>
                  <a:srgbClr val="003548"/>
                </a:solidFill>
                <a:latin typeface="Arial"/>
              </a:rPr>
              <a:t> → </a:t>
            </a:r>
            <a:r>
              <a:rPr b="1" sz="1350">
                <a:solidFill>
                  <a:srgbClr val="DF6426"/>
                </a:solidFill>
                <a:latin typeface="Courier New"/>
              </a:rPr>
              <a:t>indovina</a:t>
            </a:r>
            <a:r>
              <a:rPr b="0" sz="1350">
                <a:solidFill>
                  <a:srgbClr val="003548"/>
                </a:solidFill>
                <a:latin typeface="Arial"/>
              </a:rPr>
              <a:t> → </a:t>
            </a:r>
            <a:r>
              <a:rPr b="1" sz="1350">
                <a:solidFill>
                  <a:srgbClr val="DF6426"/>
                </a:solidFill>
                <a:latin typeface="Courier New"/>
              </a:rPr>
              <a:t>suggerisci</a:t>
            </a:r>
            <a:r>
              <a:rPr b="0" sz="1350">
                <a:solidFill>
                  <a:srgbClr val="003548"/>
                </a:solidFill>
                <a:latin typeface="Arial"/>
              </a:rPr>
              <a:t> ("più alto" / "più basso") → ritorno a </a:t>
            </a:r>
            <a:r>
              <a:rPr b="1" sz="1350">
                <a:solidFill>
                  <a:srgbClr val="DF6426"/>
                </a:solidFill>
                <a:latin typeface="Courier New"/>
              </a:rPr>
              <a:t>indovina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350">
                <a:solidFill>
                  <a:srgbClr val="003548"/>
                </a:solidFill>
                <a:latin typeface="Arial"/>
              </a:rPr>
              <a:t>Lo state tiene </a:t>
            </a:r>
            <a:r>
              <a:rPr b="1" sz="1350">
                <a:solidFill>
                  <a:srgbClr val="003548"/>
                </a:solidFill>
                <a:latin typeface="Arial"/>
              </a:rPr>
              <a:t>limiti min/max</a:t>
            </a:r>
            <a:r>
              <a:rPr b="0" sz="1350">
                <a:solidFill>
                  <a:srgbClr val="003548"/>
                </a:solidFill>
                <a:latin typeface="Arial"/>
              </a:rPr>
              <a:t> aggiornati e la lista delle ipotesi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350">
                <a:solidFill>
                  <a:srgbClr val="003548"/>
                </a:solidFill>
                <a:latin typeface="Arial"/>
              </a:rPr>
              <a:t>Uscita: numero indovinato </a:t>
            </a:r>
            <a:r>
              <a:rPr b="1" sz="1350">
                <a:solidFill>
                  <a:srgbClr val="003548"/>
                </a:solidFill>
                <a:latin typeface="Arial"/>
              </a:rPr>
              <a:t>oppure</a:t>
            </a:r>
            <a:r>
              <a:rPr b="0" sz="1350">
                <a:solidFill>
                  <a:srgbClr val="003548"/>
                </a:solidFill>
                <a:latin typeface="Arial"/>
              </a:rPr>
              <a:t> 7 tentativi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350">
                <a:solidFill>
                  <a:srgbClr val="003548"/>
                </a:solidFill>
                <a:latin typeface="Arial"/>
              </a:rPr>
              <a:t>Impostare un </a:t>
            </a:r>
            <a:r>
              <a:rPr b="1" sz="1350">
                <a:solidFill>
                  <a:srgbClr val="DF6426"/>
                </a:solidFill>
                <a:latin typeface="Courier New"/>
              </a:rPr>
              <a:t>recursion_limit</a:t>
            </a:r>
            <a:r>
              <a:rPr b="0" sz="1350">
                <a:solidFill>
                  <a:srgbClr val="003548"/>
                </a:solidFill>
                <a:latin typeface="Arial"/>
              </a:rPr>
              <a:t> coerente con il numero massimo di tentativi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1.9 REDUCER: COME SI AGGIORNA LO STATE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29</a:t>
            </a:fld>
          </a:p>
        </p:txBody>
      </p:sp>
      <p:sp>
        <p:nvSpPr>
          <p:cNvPr id="34" name="TextBox 33"/>
          <p:cNvSpPr txBox="1"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350">
                <a:solidFill>
                  <a:srgbClr val="003548"/>
                </a:solidFill>
                <a:latin typeface="Arial"/>
              </a:rPr>
              <a:t>Ogni chiave dello state ha un </a:t>
            </a:r>
            <a:r>
              <a:rPr b="1" sz="1350">
                <a:solidFill>
                  <a:srgbClr val="003548"/>
                </a:solidFill>
                <a:latin typeface="Arial"/>
              </a:rPr>
              <a:t>reducer</a:t>
            </a:r>
            <a:r>
              <a:rPr b="0" sz="1350">
                <a:solidFill>
                  <a:srgbClr val="003548"/>
                </a:solidFill>
                <a:latin typeface="Arial"/>
              </a:rPr>
              <a:t> che decide come combinare il valore attuale con l'update di un nodo.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457200" y="1645920"/>
          <a:ext cx="8229600" cy="20574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3108960"/>
                <a:gridCol w="2651760"/>
                <a:gridCol w="246888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</a:rPr>
                        <a:t>Dichiarazione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005A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</a:rPr>
                        <a:t>Comportamento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005A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</a:rPr>
                        <a:t>Uso tipico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005A77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DF6426"/>
                          </a:solidFill>
                          <a:latin typeface="Courier New"/>
                        </a:rPr>
                        <a:t>campo: str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003548"/>
                          </a:solidFill>
                          <a:latin typeface="Arial"/>
                        </a:rPr>
                        <a:t>sovrascrive (default)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003548"/>
                          </a:solidFill>
                          <a:latin typeface="Arial"/>
                        </a:rPr>
                        <a:t>risultati, flag, contatori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DF6426"/>
                          </a:solidFill>
                          <a:latin typeface="Courier New"/>
                        </a:rPr>
                        <a:t>Annotated[list, operator.add]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003548"/>
                          </a:solidFill>
                          <a:latin typeface="Arial"/>
                        </a:rPr>
                        <a:t>concatena le liste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003548"/>
                          </a:solidFill>
                          <a:latin typeface="Arial"/>
                        </a:rPr>
                        <a:t>log, risultati di rami paralleli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DF6426"/>
                          </a:solidFill>
                          <a:latin typeface="Courier New"/>
                        </a:rPr>
                        <a:t>Annotated[list, add_messages]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003548"/>
                          </a:solidFill>
                          <a:latin typeface="Arial"/>
                        </a:rPr>
                        <a:t>accoda; aggiorna se stesso id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003548"/>
                          </a:solidFill>
                          <a:latin typeface="Arial"/>
                        </a:rPr>
                        <a:t>cronologia della chat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DF6426"/>
                          </a:solidFill>
                          <a:latin typeface="Courier New"/>
                        </a:rPr>
                        <a:t>Annotated[T, funzione(a, b)]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003548"/>
                          </a:solidFill>
                          <a:latin typeface="Arial"/>
                        </a:rPr>
                        <a:t>logica personalizzata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003548"/>
                          </a:solidFill>
                          <a:latin typeface="Arial"/>
                        </a:rPr>
                        <a:t>merge di dict, massimo, …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457200" y="3886200"/>
            <a:ext cx="822960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200">
                <a:solidFill>
                  <a:srgbClr val="003548"/>
                </a:solidFill>
                <a:latin typeface="Arial"/>
              </a:rPr>
              <a:t>Senza reducer, due nodi </a:t>
            </a:r>
            <a:r>
              <a:rPr b="1" sz="1200">
                <a:solidFill>
                  <a:srgbClr val="003548"/>
                </a:solidFill>
                <a:latin typeface="Arial"/>
              </a:rPr>
              <a:t>paralleli</a:t>
            </a:r>
            <a:r>
              <a:rPr b="0" sz="1200">
                <a:solidFill>
                  <a:srgbClr val="003548"/>
                </a:solidFill>
                <a:latin typeface="Arial"/>
              </a:rPr>
              <a:t> che scrivono la stessa chiave generano un errore (</a:t>
            </a:r>
            <a:r>
              <a:rPr b="1" sz="1200">
                <a:solidFill>
                  <a:srgbClr val="DF6426"/>
                </a:solidFill>
                <a:latin typeface="Courier New"/>
              </a:rPr>
              <a:t>InvalidUpdateError</a:t>
            </a:r>
            <a:r>
              <a:rPr b="0" sz="1200">
                <a:solidFill>
                  <a:srgbClr val="003548"/>
                </a:solidFill>
                <a:latin typeface="Arial"/>
              </a:rPr>
              <a:t>): il reducer dice a LangGraph come unirli.</a:t>
            </a:r>
          </a:p>
          <a:p>
            <a:pPr algn="l">
              <a:spcAft>
                <a:spcPts val="400"/>
              </a:spcAft>
            </a:pPr>
            <a:r>
              <a:rPr b="0" sz="1200">
                <a:solidFill>
                  <a:srgbClr val="003548"/>
                </a:solidFill>
                <a:latin typeface="Arial"/>
              </a:rPr>
              <a:t>Per </a:t>
            </a:r>
            <a:r>
              <a:rPr b="1" sz="1200">
                <a:solidFill>
                  <a:srgbClr val="003548"/>
                </a:solidFill>
                <a:latin typeface="Arial"/>
              </a:rPr>
              <a:t>svuotare</a:t>
            </a:r>
            <a:r>
              <a:rPr b="0" sz="1200">
                <a:solidFill>
                  <a:srgbClr val="003548"/>
                </a:solidFill>
                <a:latin typeface="Arial"/>
              </a:rPr>
              <a:t> una chiave con reducer si restituisce </a:t>
            </a:r>
            <a:r>
              <a:rPr b="1" sz="1200">
                <a:solidFill>
                  <a:srgbClr val="DF6426"/>
                </a:solidFill>
                <a:latin typeface="Courier New"/>
              </a:rPr>
              <a:t>Overwrite([])</a:t>
            </a:r>
            <a:r>
              <a:rPr b="0" sz="1200">
                <a:solidFill>
                  <a:srgbClr val="003548"/>
                </a:solidFill>
                <a:latin typeface="Arial"/>
              </a:rPr>
              <a:t> (da </a:t>
            </a:r>
            <a:r>
              <a:rPr b="1" sz="1200">
                <a:solidFill>
                  <a:srgbClr val="DF6426"/>
                </a:solidFill>
                <a:latin typeface="Courier New"/>
              </a:rPr>
              <a:t>langgraph.types</a:t>
            </a:r>
            <a:r>
              <a:rPr b="0" sz="1200">
                <a:solidFill>
                  <a:srgbClr val="003548"/>
                </a:solidFill>
                <a:latin typeface="Arial"/>
              </a:rPr>
              <a:t>).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1.9 REDUCER – CODICE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30</a:t>
            </a:fld>
          </a:p>
        </p:txBody>
      </p:sp>
      <p:sp>
        <p:nvSpPr>
          <p:cNvPr id="34" name="Rounded Rectangle 33"/>
          <p:cNvSpPr/>
          <p:nvPr/>
        </p:nvSpPr>
        <p:spPr>
          <a:xfrm>
            <a:off x="457200" y="1051560"/>
            <a:ext cx="8229600" cy="3711955"/>
          </a:xfrm>
          <a:prstGeom prst="roundRect">
            <a:avLst>
              <a:gd name="adj" fmla="val 4000"/>
            </a:avLst>
          </a:prstGeom>
          <a:solidFill>
            <a:srgbClr val="0B2B38"/>
          </a:solidFill>
          <a:ln>
            <a:noFill/>
          </a:ln>
        </p:spPr>
        <p:txBody>
          <a:bodyPr rtlCol="0" anchor="t" wrap="square" lIns="128016" rIns="128016" tIns="91440" bIns="54864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28C4F"/>
                </a:solidFill>
                <a:latin typeface="Courier New"/>
              </a:rPr>
              <a:t>import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E8EEF1"/>
                </a:solidFill>
                <a:latin typeface="Courier New"/>
              </a:rPr>
              <a:t>operator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28C4F"/>
                </a:solidFill>
                <a:latin typeface="Courier New"/>
              </a:rPr>
              <a:t>from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E8EEF1"/>
                </a:solidFill>
                <a:latin typeface="Courier New"/>
              </a:rPr>
              <a:t>typing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 b="1">
                <a:solidFill>
                  <a:srgbClr val="F28C4F"/>
                </a:solidFill>
                <a:latin typeface="Courier New"/>
              </a:rPr>
              <a:t>import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E8EEF1"/>
                </a:solidFill>
                <a:latin typeface="Courier New"/>
              </a:rPr>
              <a:t>Annotated</a:t>
            </a:r>
            <a:r>
              <a:rPr sz="1000">
                <a:solidFill>
                  <a:srgbClr val="E8EEF1"/>
                </a:solidFill>
                <a:latin typeface="Courier New"/>
              </a:rPr>
              <a:t>,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E8EEF1"/>
                </a:solidFill>
                <a:latin typeface="Courier New"/>
              </a:rPr>
              <a:t>TypedDict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28C4F"/>
                </a:solidFill>
                <a:latin typeface="Courier New"/>
              </a:rPr>
              <a:t>from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E8EEF1"/>
                </a:solidFill>
                <a:latin typeface="Courier New"/>
              </a:rPr>
              <a:t>langgraph</a:t>
            </a:r>
            <a:r>
              <a:rPr sz="1000">
                <a:solidFill>
                  <a:srgbClr val="E8EEF1"/>
                </a:solidFill>
                <a:latin typeface="Courier New"/>
              </a:rPr>
              <a:t>.</a:t>
            </a:r>
            <a:r>
              <a:rPr sz="1000">
                <a:solidFill>
                  <a:srgbClr val="E8EEF1"/>
                </a:solidFill>
                <a:latin typeface="Courier New"/>
              </a:rPr>
              <a:t>graph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 b="1">
                <a:solidFill>
                  <a:srgbClr val="F28C4F"/>
                </a:solidFill>
                <a:latin typeface="Courier New"/>
              </a:rPr>
              <a:t>import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E8EEF1"/>
                </a:solidFill>
                <a:latin typeface="Courier New"/>
              </a:rPr>
              <a:t>StateGraph</a:t>
            </a:r>
            <a:r>
              <a:rPr sz="1000">
                <a:solidFill>
                  <a:srgbClr val="E8EEF1"/>
                </a:solidFill>
                <a:latin typeface="Courier New"/>
              </a:rPr>
              <a:t>,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E8EEF1"/>
                </a:solidFill>
                <a:latin typeface="Courier New"/>
              </a:rPr>
              <a:t>START</a:t>
            </a:r>
            <a:r>
              <a:rPr sz="1000">
                <a:solidFill>
                  <a:srgbClr val="E8EEF1"/>
                </a:solidFill>
                <a:latin typeface="Courier New"/>
              </a:rPr>
              <a:t>,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E8EEF1"/>
                </a:solidFill>
                <a:latin typeface="Courier New"/>
              </a:rPr>
              <a:t>END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28C4F"/>
                </a:solidFill>
                <a:latin typeface="Courier New"/>
              </a:rPr>
              <a:t>from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E8EEF1"/>
                </a:solidFill>
                <a:latin typeface="Courier New"/>
              </a:rPr>
              <a:t>langgraph</a:t>
            </a:r>
            <a:r>
              <a:rPr sz="1000">
                <a:solidFill>
                  <a:srgbClr val="E8EEF1"/>
                </a:solidFill>
                <a:latin typeface="Courier New"/>
              </a:rPr>
              <a:t>.</a:t>
            </a:r>
            <a:r>
              <a:rPr sz="1000">
                <a:solidFill>
                  <a:srgbClr val="E8EEF1"/>
                </a:solidFill>
                <a:latin typeface="Courier New"/>
              </a:rPr>
              <a:t>graph</a:t>
            </a:r>
            <a:r>
              <a:rPr sz="1000">
                <a:solidFill>
                  <a:srgbClr val="E8EEF1"/>
                </a:solidFill>
                <a:latin typeface="Courier New"/>
              </a:rPr>
              <a:t>.</a:t>
            </a:r>
            <a:r>
              <a:rPr sz="1000">
                <a:solidFill>
                  <a:srgbClr val="E8EEF1"/>
                </a:solidFill>
                <a:latin typeface="Courier New"/>
              </a:rPr>
              <a:t>message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 b="1">
                <a:solidFill>
                  <a:srgbClr val="F28C4F"/>
                </a:solidFill>
                <a:latin typeface="Courier New"/>
              </a:rPr>
              <a:t>import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E8EEF1"/>
                </a:solidFill>
                <a:latin typeface="Courier New"/>
              </a:rPr>
              <a:t>add_messages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28C4F"/>
                </a:solidFill>
                <a:latin typeface="Courier New"/>
              </a:rPr>
              <a:t>class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7FCFF0"/>
                </a:solidFill>
                <a:latin typeface="Courier New"/>
              </a:rPr>
              <a:t>State</a:t>
            </a:r>
            <a:r>
              <a:rPr sz="1000">
                <a:solidFill>
                  <a:srgbClr val="E8EEF1"/>
                </a:solidFill>
                <a:latin typeface="Courier New"/>
              </a:rPr>
              <a:t>(</a:t>
            </a:r>
            <a:r>
              <a:rPr sz="1000">
                <a:solidFill>
                  <a:srgbClr val="E8EEF1"/>
                </a:solidFill>
                <a:latin typeface="Courier New"/>
              </a:rPr>
              <a:t>TypedDict</a:t>
            </a:r>
            <a:r>
              <a:rPr sz="1000">
                <a:solidFill>
                  <a:srgbClr val="E8EEF1"/>
                </a:solidFill>
                <a:latin typeface="Courier New"/>
              </a:rPr>
              <a:t>)</a:t>
            </a:r>
            <a:r>
              <a:rPr sz="100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E8EEF1"/>
                </a:solidFill>
                <a:latin typeface="Courier New"/>
              </a:rPr>
              <a:t>    </a:t>
            </a:r>
            <a:r>
              <a:rPr sz="1000">
                <a:solidFill>
                  <a:srgbClr val="E8EEF1"/>
                </a:solidFill>
                <a:latin typeface="Courier New"/>
              </a:rPr>
              <a:t>ultimo</a:t>
            </a:r>
            <a:r>
              <a:rPr sz="1000">
                <a:solidFill>
                  <a:srgbClr val="E8EEF1"/>
                </a:solidFill>
                <a:latin typeface="Courier New"/>
              </a:rPr>
              <a:t>: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7FCFF0"/>
                </a:solidFill>
                <a:latin typeface="Courier New"/>
              </a:rPr>
              <a:t>str</a:t>
            </a:r>
            <a:r>
              <a:rPr sz="1000">
                <a:solidFill>
                  <a:srgbClr val="E8EEF1"/>
                </a:solidFill>
                <a:latin typeface="Courier New"/>
              </a:rPr>
              <a:t>                                  </a:t>
            </a:r>
            <a:r>
              <a:rPr sz="1000">
                <a:solidFill>
                  <a:srgbClr val="8AA4B0"/>
                </a:solidFill>
                <a:latin typeface="Courier New"/>
              </a:rPr>
              <a:t># nessun reducer → SOVRASCRIVE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E8EEF1"/>
                </a:solidFill>
                <a:latin typeface="Courier New"/>
              </a:rPr>
              <a:t>    </a:t>
            </a:r>
            <a:r>
              <a:rPr sz="1000">
                <a:solidFill>
                  <a:srgbClr val="E8EEF1"/>
                </a:solidFill>
                <a:latin typeface="Courier New"/>
              </a:rPr>
              <a:t>log</a:t>
            </a:r>
            <a:r>
              <a:rPr sz="1000">
                <a:solidFill>
                  <a:srgbClr val="E8EEF1"/>
                </a:solidFill>
                <a:latin typeface="Courier New"/>
              </a:rPr>
              <a:t>: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E8EEF1"/>
                </a:solidFill>
                <a:latin typeface="Courier New"/>
              </a:rPr>
              <a:t>Annotated</a:t>
            </a:r>
            <a:r>
              <a:rPr sz="1000">
                <a:solidFill>
                  <a:srgbClr val="E8EEF1"/>
                </a:solidFill>
                <a:latin typeface="Courier New"/>
              </a:rPr>
              <a:t>[</a:t>
            </a:r>
            <a:r>
              <a:rPr sz="1000">
                <a:solidFill>
                  <a:srgbClr val="7FCFF0"/>
                </a:solidFill>
                <a:latin typeface="Courier New"/>
              </a:rPr>
              <a:t>list</a:t>
            </a:r>
            <a:r>
              <a:rPr sz="1000">
                <a:solidFill>
                  <a:srgbClr val="E8EEF1"/>
                </a:solidFill>
                <a:latin typeface="Courier New"/>
              </a:rPr>
              <a:t>[</a:t>
            </a:r>
            <a:r>
              <a:rPr sz="1000">
                <a:solidFill>
                  <a:srgbClr val="7FCFF0"/>
                </a:solidFill>
                <a:latin typeface="Courier New"/>
              </a:rPr>
              <a:t>str</a:t>
            </a:r>
            <a:r>
              <a:rPr sz="1000">
                <a:solidFill>
                  <a:srgbClr val="E8EEF1"/>
                </a:solidFill>
                <a:latin typeface="Courier New"/>
              </a:rPr>
              <a:t>]</a:t>
            </a:r>
            <a:r>
              <a:rPr sz="1000">
                <a:solidFill>
                  <a:srgbClr val="E8EEF1"/>
                </a:solidFill>
                <a:latin typeface="Courier New"/>
              </a:rPr>
              <a:t>,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E8EEF1"/>
                </a:solidFill>
                <a:latin typeface="Courier New"/>
              </a:rPr>
              <a:t>operator</a:t>
            </a:r>
            <a:r>
              <a:rPr sz="1000">
                <a:solidFill>
                  <a:srgbClr val="E8EEF1"/>
                </a:solidFill>
                <a:latin typeface="Courier New"/>
              </a:rPr>
              <a:t>.</a:t>
            </a:r>
            <a:r>
              <a:rPr sz="1000">
                <a:solidFill>
                  <a:srgbClr val="E8EEF1"/>
                </a:solidFill>
                <a:latin typeface="Courier New"/>
              </a:rPr>
              <a:t>add</a:t>
            </a:r>
            <a:r>
              <a:rPr sz="1000">
                <a:solidFill>
                  <a:srgbClr val="E8EEF1"/>
                </a:solidFill>
                <a:latin typeface="Courier New"/>
              </a:rPr>
              <a:t>]</a:t>
            </a:r>
            <a:r>
              <a:rPr sz="1000">
                <a:solidFill>
                  <a:srgbClr val="E8EEF1"/>
                </a:solidFill>
                <a:latin typeface="Courier New"/>
              </a:rPr>
              <a:t>      </a:t>
            </a:r>
            <a:r>
              <a:rPr sz="1000">
                <a:solidFill>
                  <a:srgbClr val="8AA4B0"/>
                </a:solidFill>
                <a:latin typeface="Courier New"/>
              </a:rPr>
              <a:t># operator.add → ACCODA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E8EEF1"/>
                </a:solidFill>
                <a:latin typeface="Courier New"/>
              </a:rPr>
              <a:t>    </a:t>
            </a:r>
            <a:r>
              <a:rPr sz="1000">
                <a:solidFill>
                  <a:srgbClr val="E8EEF1"/>
                </a:solidFill>
                <a:latin typeface="Courier New"/>
              </a:rPr>
              <a:t>messages</a:t>
            </a:r>
            <a:r>
              <a:rPr sz="1000">
                <a:solidFill>
                  <a:srgbClr val="E8EEF1"/>
                </a:solidFill>
                <a:latin typeface="Courier New"/>
              </a:rPr>
              <a:t>: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E8EEF1"/>
                </a:solidFill>
                <a:latin typeface="Courier New"/>
              </a:rPr>
              <a:t>Annotated</a:t>
            </a:r>
            <a:r>
              <a:rPr sz="1000">
                <a:solidFill>
                  <a:srgbClr val="E8EEF1"/>
                </a:solidFill>
                <a:latin typeface="Courier New"/>
              </a:rPr>
              <a:t>[</a:t>
            </a:r>
            <a:r>
              <a:rPr sz="1000">
                <a:solidFill>
                  <a:srgbClr val="7FCFF0"/>
                </a:solidFill>
                <a:latin typeface="Courier New"/>
              </a:rPr>
              <a:t>list</a:t>
            </a:r>
            <a:r>
              <a:rPr sz="1000">
                <a:solidFill>
                  <a:srgbClr val="E8EEF1"/>
                </a:solidFill>
                <a:latin typeface="Courier New"/>
              </a:rPr>
              <a:t>,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E8EEF1"/>
                </a:solidFill>
                <a:latin typeface="Courier New"/>
              </a:rPr>
              <a:t>add_messages</a:t>
            </a:r>
            <a:r>
              <a:rPr sz="1000">
                <a:solidFill>
                  <a:srgbClr val="E8EEF1"/>
                </a:solidFill>
                <a:latin typeface="Courier New"/>
              </a:rPr>
              <a:t>]</a:t>
            </a:r>
            <a:r>
              <a:rPr sz="1000">
                <a:solidFill>
                  <a:srgbClr val="E8EEF1"/>
                </a:solidFill>
                <a:latin typeface="Courier New"/>
              </a:rPr>
              <a:t>      </a:t>
            </a:r>
            <a:r>
              <a:rPr sz="1000">
                <a:solidFill>
                  <a:srgbClr val="8AA4B0"/>
                </a:solidFill>
                <a:latin typeface="Courier New"/>
              </a:rPr>
              <a:t># add_messages → accoda/aggiorna per id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28C4F"/>
                </a:solidFill>
                <a:latin typeface="Courier New"/>
              </a:rPr>
              <a:t>def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7FCFF0"/>
                </a:solidFill>
                <a:latin typeface="Courier New"/>
              </a:rPr>
              <a:t>nodo_a</a:t>
            </a:r>
            <a:r>
              <a:rPr sz="1000">
                <a:solidFill>
                  <a:srgbClr val="E8EEF1"/>
                </a:solidFill>
                <a:latin typeface="Courier New"/>
              </a:rPr>
              <a:t>(</a:t>
            </a:r>
            <a:r>
              <a:rPr sz="1000">
                <a:solidFill>
                  <a:srgbClr val="E8EEF1"/>
                </a:solidFill>
                <a:latin typeface="Courier New"/>
              </a:rPr>
              <a:t>state</a:t>
            </a:r>
            <a:r>
              <a:rPr sz="1000">
                <a:solidFill>
                  <a:srgbClr val="E8EEF1"/>
                </a:solidFill>
                <a:latin typeface="Courier New"/>
              </a:rPr>
              <a:t>: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E8EEF1"/>
                </a:solidFill>
                <a:latin typeface="Courier New"/>
              </a:rPr>
              <a:t>State</a:t>
            </a:r>
            <a:r>
              <a:rPr sz="1000">
                <a:solidFill>
                  <a:srgbClr val="E8EEF1"/>
                </a:solidFill>
                <a:latin typeface="Courier New"/>
              </a:rPr>
              <a:t>)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E8EEF1"/>
                </a:solidFill>
                <a:latin typeface="Courier New"/>
              </a:rPr>
              <a:t>-</a:t>
            </a:r>
            <a:r>
              <a:rPr sz="1000">
                <a:solidFill>
                  <a:srgbClr val="E8EEF1"/>
                </a:solidFill>
                <a:latin typeface="Courier New"/>
              </a:rPr>
              <a:t>&gt;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7FCFF0"/>
                </a:solidFill>
                <a:latin typeface="Courier New"/>
              </a:rPr>
              <a:t>dict</a:t>
            </a:r>
            <a:r>
              <a:rPr sz="100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E8EEF1"/>
                </a:solidFill>
                <a:latin typeface="Courier New"/>
              </a:rPr>
              <a:t>    </a:t>
            </a:r>
            <a:r>
              <a:rPr sz="1000" b="1">
                <a:solidFill>
                  <a:srgbClr val="F28C4F"/>
                </a:solidFill>
                <a:latin typeface="Courier New"/>
              </a:rPr>
              <a:t>return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E8EEF1"/>
                </a:solidFill>
                <a:latin typeface="Courier New"/>
              </a:rPr>
              <a:t>{</a:t>
            </a:r>
            <a:r>
              <a:rPr sz="1000">
                <a:solidFill>
                  <a:srgbClr val="B5D98B"/>
                </a:solidFill>
                <a:latin typeface="Courier New"/>
              </a:rPr>
              <a:t>"</a:t>
            </a:r>
            <a:r>
              <a:rPr sz="1000">
                <a:solidFill>
                  <a:srgbClr val="B5D98B"/>
                </a:solidFill>
                <a:latin typeface="Courier New"/>
              </a:rPr>
              <a:t>ultimo</a:t>
            </a:r>
            <a:r>
              <a:rPr sz="1000">
                <a:solidFill>
                  <a:srgbClr val="B5D98B"/>
                </a:solidFill>
                <a:latin typeface="Courier New"/>
              </a:rPr>
              <a:t>"</a:t>
            </a:r>
            <a:r>
              <a:rPr sz="1000">
                <a:solidFill>
                  <a:srgbClr val="E8EEF1"/>
                </a:solidFill>
                <a:latin typeface="Courier New"/>
              </a:rPr>
              <a:t>: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B5D98B"/>
                </a:solidFill>
                <a:latin typeface="Courier New"/>
              </a:rPr>
              <a:t>"</a:t>
            </a:r>
            <a:r>
              <a:rPr sz="1000">
                <a:solidFill>
                  <a:srgbClr val="B5D98B"/>
                </a:solidFill>
                <a:latin typeface="Courier New"/>
              </a:rPr>
              <a:t>A</a:t>
            </a:r>
            <a:r>
              <a:rPr sz="1000">
                <a:solidFill>
                  <a:srgbClr val="B5D98B"/>
                </a:solidFill>
                <a:latin typeface="Courier New"/>
              </a:rPr>
              <a:t>"</a:t>
            </a:r>
            <a:r>
              <a:rPr sz="1000">
                <a:solidFill>
                  <a:srgbClr val="E8EEF1"/>
                </a:solidFill>
                <a:latin typeface="Courier New"/>
              </a:rPr>
              <a:t>,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B5D98B"/>
                </a:solidFill>
                <a:latin typeface="Courier New"/>
              </a:rPr>
              <a:t>"</a:t>
            </a:r>
            <a:r>
              <a:rPr sz="1000">
                <a:solidFill>
                  <a:srgbClr val="B5D98B"/>
                </a:solidFill>
                <a:latin typeface="Courier New"/>
              </a:rPr>
              <a:t>log</a:t>
            </a:r>
            <a:r>
              <a:rPr sz="1000">
                <a:solidFill>
                  <a:srgbClr val="B5D98B"/>
                </a:solidFill>
                <a:latin typeface="Courier New"/>
              </a:rPr>
              <a:t>"</a:t>
            </a:r>
            <a:r>
              <a:rPr sz="1000">
                <a:solidFill>
                  <a:srgbClr val="E8EEF1"/>
                </a:solidFill>
                <a:latin typeface="Courier New"/>
              </a:rPr>
              <a:t>: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E8EEF1"/>
                </a:solidFill>
                <a:latin typeface="Courier New"/>
              </a:rPr>
              <a:t>[</a:t>
            </a:r>
            <a:r>
              <a:rPr sz="1000">
                <a:solidFill>
                  <a:srgbClr val="B5D98B"/>
                </a:solidFill>
                <a:latin typeface="Courier New"/>
              </a:rPr>
              <a:t>"</a:t>
            </a:r>
            <a:r>
              <a:rPr sz="1000">
                <a:solidFill>
                  <a:srgbClr val="B5D98B"/>
                </a:solidFill>
                <a:latin typeface="Courier New"/>
              </a:rPr>
              <a:t>A eseguito</a:t>
            </a:r>
            <a:r>
              <a:rPr sz="1000">
                <a:solidFill>
                  <a:srgbClr val="B5D98B"/>
                </a:solidFill>
                <a:latin typeface="Courier New"/>
              </a:rPr>
              <a:t>"</a:t>
            </a:r>
            <a:r>
              <a:rPr sz="1000">
                <a:solidFill>
                  <a:srgbClr val="E8EEF1"/>
                </a:solidFill>
                <a:latin typeface="Courier New"/>
              </a:rPr>
              <a:t>]</a:t>
            </a:r>
            <a:r>
              <a:rPr sz="1000">
                <a:solidFill>
                  <a:srgbClr val="E8EEF1"/>
                </a:solidFill>
                <a:latin typeface="Courier New"/>
              </a:rPr>
              <a:t>,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B5D98B"/>
                </a:solidFill>
                <a:latin typeface="Courier New"/>
              </a:rPr>
              <a:t>"</a:t>
            </a:r>
            <a:r>
              <a:rPr sz="1000">
                <a:solidFill>
                  <a:srgbClr val="B5D98B"/>
                </a:solidFill>
                <a:latin typeface="Courier New"/>
              </a:rPr>
              <a:t>messages</a:t>
            </a:r>
            <a:r>
              <a:rPr sz="1000">
                <a:solidFill>
                  <a:srgbClr val="B5D98B"/>
                </a:solidFill>
                <a:latin typeface="Courier New"/>
              </a:rPr>
              <a:t>"</a:t>
            </a:r>
            <a:r>
              <a:rPr sz="1000">
                <a:solidFill>
                  <a:srgbClr val="E8EEF1"/>
                </a:solidFill>
                <a:latin typeface="Courier New"/>
              </a:rPr>
              <a:t>: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E8EEF1"/>
                </a:solidFill>
                <a:latin typeface="Courier New"/>
              </a:rPr>
              <a:t>[</a:t>
            </a:r>
            <a:r>
              <a:rPr sz="1000">
                <a:solidFill>
                  <a:srgbClr val="E8EEF1"/>
                </a:solidFill>
                <a:latin typeface="Courier New"/>
              </a:rPr>
              <a:t>(</a:t>
            </a:r>
            <a:r>
              <a:rPr sz="1000">
                <a:solidFill>
                  <a:srgbClr val="B5D98B"/>
                </a:solidFill>
                <a:latin typeface="Courier New"/>
              </a:rPr>
              <a:t>"</a:t>
            </a:r>
            <a:r>
              <a:rPr sz="1000">
                <a:solidFill>
                  <a:srgbClr val="B5D98B"/>
                </a:solidFill>
                <a:latin typeface="Courier New"/>
              </a:rPr>
              <a:t>user</a:t>
            </a:r>
            <a:r>
              <a:rPr sz="1000">
                <a:solidFill>
                  <a:srgbClr val="B5D98B"/>
                </a:solidFill>
                <a:latin typeface="Courier New"/>
              </a:rPr>
              <a:t>"</a:t>
            </a:r>
            <a:r>
              <a:rPr sz="1000">
                <a:solidFill>
                  <a:srgbClr val="E8EEF1"/>
                </a:solidFill>
                <a:latin typeface="Courier New"/>
              </a:rPr>
              <a:t>,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B5D98B"/>
                </a:solidFill>
                <a:latin typeface="Courier New"/>
              </a:rPr>
              <a:t>"</a:t>
            </a:r>
            <a:r>
              <a:rPr sz="1000">
                <a:solidFill>
                  <a:srgbClr val="B5D98B"/>
                </a:solidFill>
                <a:latin typeface="Courier New"/>
              </a:rPr>
              <a:t>ciao</a:t>
            </a:r>
            <a:r>
              <a:rPr sz="1000">
                <a:solidFill>
                  <a:srgbClr val="B5D98B"/>
                </a:solidFill>
                <a:latin typeface="Courier New"/>
              </a:rPr>
              <a:t>"</a:t>
            </a:r>
            <a:r>
              <a:rPr sz="1000">
                <a:solidFill>
                  <a:srgbClr val="E8EEF1"/>
                </a:solidFill>
                <a:latin typeface="Courier New"/>
              </a:rPr>
              <a:t>)</a:t>
            </a:r>
            <a:r>
              <a:rPr sz="1000">
                <a:solidFill>
                  <a:srgbClr val="E8EEF1"/>
                </a:solidFill>
                <a:latin typeface="Courier New"/>
              </a:rPr>
              <a:t>]</a:t>
            </a:r>
            <a:r>
              <a:rPr sz="1000">
                <a:solidFill>
                  <a:srgbClr val="E8EEF1"/>
                </a:solidFill>
                <a:latin typeface="Courier New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28C4F"/>
                </a:solidFill>
                <a:latin typeface="Courier New"/>
              </a:rPr>
              <a:t>def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7FCFF0"/>
                </a:solidFill>
                <a:latin typeface="Courier New"/>
              </a:rPr>
              <a:t>nodo_b</a:t>
            </a:r>
            <a:r>
              <a:rPr sz="1000">
                <a:solidFill>
                  <a:srgbClr val="E8EEF1"/>
                </a:solidFill>
                <a:latin typeface="Courier New"/>
              </a:rPr>
              <a:t>(</a:t>
            </a:r>
            <a:r>
              <a:rPr sz="1000">
                <a:solidFill>
                  <a:srgbClr val="E8EEF1"/>
                </a:solidFill>
                <a:latin typeface="Courier New"/>
              </a:rPr>
              <a:t>state</a:t>
            </a:r>
            <a:r>
              <a:rPr sz="1000">
                <a:solidFill>
                  <a:srgbClr val="E8EEF1"/>
                </a:solidFill>
                <a:latin typeface="Courier New"/>
              </a:rPr>
              <a:t>: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E8EEF1"/>
                </a:solidFill>
                <a:latin typeface="Courier New"/>
              </a:rPr>
              <a:t>State</a:t>
            </a:r>
            <a:r>
              <a:rPr sz="1000">
                <a:solidFill>
                  <a:srgbClr val="E8EEF1"/>
                </a:solidFill>
                <a:latin typeface="Courier New"/>
              </a:rPr>
              <a:t>)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E8EEF1"/>
                </a:solidFill>
                <a:latin typeface="Courier New"/>
              </a:rPr>
              <a:t>-</a:t>
            </a:r>
            <a:r>
              <a:rPr sz="1000">
                <a:solidFill>
                  <a:srgbClr val="E8EEF1"/>
                </a:solidFill>
                <a:latin typeface="Courier New"/>
              </a:rPr>
              <a:t>&gt;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7FCFF0"/>
                </a:solidFill>
                <a:latin typeface="Courier New"/>
              </a:rPr>
              <a:t>dict</a:t>
            </a:r>
            <a:r>
              <a:rPr sz="100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E8EEF1"/>
                </a:solidFill>
                <a:latin typeface="Courier New"/>
              </a:rPr>
              <a:t>    </a:t>
            </a:r>
            <a:r>
              <a:rPr sz="1000" b="1">
                <a:solidFill>
                  <a:srgbClr val="F28C4F"/>
                </a:solidFill>
                <a:latin typeface="Courier New"/>
              </a:rPr>
              <a:t>return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E8EEF1"/>
                </a:solidFill>
                <a:latin typeface="Courier New"/>
              </a:rPr>
              <a:t>{</a:t>
            </a:r>
            <a:r>
              <a:rPr sz="1000">
                <a:solidFill>
                  <a:srgbClr val="B5D98B"/>
                </a:solidFill>
                <a:latin typeface="Courier New"/>
              </a:rPr>
              <a:t>"</a:t>
            </a:r>
            <a:r>
              <a:rPr sz="1000">
                <a:solidFill>
                  <a:srgbClr val="B5D98B"/>
                </a:solidFill>
                <a:latin typeface="Courier New"/>
              </a:rPr>
              <a:t>ultimo</a:t>
            </a:r>
            <a:r>
              <a:rPr sz="1000">
                <a:solidFill>
                  <a:srgbClr val="B5D98B"/>
                </a:solidFill>
                <a:latin typeface="Courier New"/>
              </a:rPr>
              <a:t>"</a:t>
            </a:r>
            <a:r>
              <a:rPr sz="1000">
                <a:solidFill>
                  <a:srgbClr val="E8EEF1"/>
                </a:solidFill>
                <a:latin typeface="Courier New"/>
              </a:rPr>
              <a:t>: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B5D98B"/>
                </a:solidFill>
                <a:latin typeface="Courier New"/>
              </a:rPr>
              <a:t>"</a:t>
            </a:r>
            <a:r>
              <a:rPr sz="1000">
                <a:solidFill>
                  <a:srgbClr val="B5D98B"/>
                </a:solidFill>
                <a:latin typeface="Courier New"/>
              </a:rPr>
              <a:t>B</a:t>
            </a:r>
            <a:r>
              <a:rPr sz="1000">
                <a:solidFill>
                  <a:srgbClr val="B5D98B"/>
                </a:solidFill>
                <a:latin typeface="Courier New"/>
              </a:rPr>
              <a:t>"</a:t>
            </a:r>
            <a:r>
              <a:rPr sz="1000">
                <a:solidFill>
                  <a:srgbClr val="E8EEF1"/>
                </a:solidFill>
                <a:latin typeface="Courier New"/>
              </a:rPr>
              <a:t>,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B5D98B"/>
                </a:solidFill>
                <a:latin typeface="Courier New"/>
              </a:rPr>
              <a:t>"</a:t>
            </a:r>
            <a:r>
              <a:rPr sz="1000">
                <a:solidFill>
                  <a:srgbClr val="B5D98B"/>
                </a:solidFill>
                <a:latin typeface="Courier New"/>
              </a:rPr>
              <a:t>log</a:t>
            </a:r>
            <a:r>
              <a:rPr sz="1000">
                <a:solidFill>
                  <a:srgbClr val="B5D98B"/>
                </a:solidFill>
                <a:latin typeface="Courier New"/>
              </a:rPr>
              <a:t>"</a:t>
            </a:r>
            <a:r>
              <a:rPr sz="1000">
                <a:solidFill>
                  <a:srgbClr val="E8EEF1"/>
                </a:solidFill>
                <a:latin typeface="Courier New"/>
              </a:rPr>
              <a:t>: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E8EEF1"/>
                </a:solidFill>
                <a:latin typeface="Courier New"/>
              </a:rPr>
              <a:t>[</a:t>
            </a:r>
            <a:r>
              <a:rPr sz="1000">
                <a:solidFill>
                  <a:srgbClr val="B5D98B"/>
                </a:solidFill>
                <a:latin typeface="Courier New"/>
              </a:rPr>
              <a:t>"</a:t>
            </a:r>
            <a:r>
              <a:rPr sz="1000">
                <a:solidFill>
                  <a:srgbClr val="B5D98B"/>
                </a:solidFill>
                <a:latin typeface="Courier New"/>
              </a:rPr>
              <a:t>B eseguito</a:t>
            </a:r>
            <a:r>
              <a:rPr sz="1000">
                <a:solidFill>
                  <a:srgbClr val="B5D98B"/>
                </a:solidFill>
                <a:latin typeface="Courier New"/>
              </a:rPr>
              <a:t>"</a:t>
            </a:r>
            <a:r>
              <a:rPr sz="1000">
                <a:solidFill>
                  <a:srgbClr val="E8EEF1"/>
                </a:solidFill>
                <a:latin typeface="Courier New"/>
              </a:rPr>
              <a:t>]</a:t>
            </a:r>
            <a:r>
              <a:rPr sz="1000">
                <a:solidFill>
                  <a:srgbClr val="E8EEF1"/>
                </a:solidFill>
                <a:latin typeface="Courier New"/>
              </a:rPr>
              <a:t>,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B5D98B"/>
                </a:solidFill>
                <a:latin typeface="Courier New"/>
              </a:rPr>
              <a:t>"</a:t>
            </a:r>
            <a:r>
              <a:rPr sz="1000">
                <a:solidFill>
                  <a:srgbClr val="B5D98B"/>
                </a:solidFill>
                <a:latin typeface="Courier New"/>
              </a:rPr>
              <a:t>messages</a:t>
            </a:r>
            <a:r>
              <a:rPr sz="1000">
                <a:solidFill>
                  <a:srgbClr val="B5D98B"/>
                </a:solidFill>
                <a:latin typeface="Courier New"/>
              </a:rPr>
              <a:t>"</a:t>
            </a:r>
            <a:r>
              <a:rPr sz="1000">
                <a:solidFill>
                  <a:srgbClr val="E8EEF1"/>
                </a:solidFill>
                <a:latin typeface="Courier New"/>
              </a:rPr>
              <a:t>: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E8EEF1"/>
                </a:solidFill>
                <a:latin typeface="Courier New"/>
              </a:rPr>
              <a:t>[</a:t>
            </a:r>
            <a:r>
              <a:rPr sz="1000">
                <a:solidFill>
                  <a:srgbClr val="E8EEF1"/>
                </a:solidFill>
                <a:latin typeface="Courier New"/>
              </a:rPr>
              <a:t>(</a:t>
            </a:r>
            <a:r>
              <a:rPr sz="1000">
                <a:solidFill>
                  <a:srgbClr val="B5D98B"/>
                </a:solidFill>
                <a:latin typeface="Courier New"/>
              </a:rPr>
              <a:t>"</a:t>
            </a:r>
            <a:r>
              <a:rPr sz="1000">
                <a:solidFill>
                  <a:srgbClr val="B5D98B"/>
                </a:solidFill>
                <a:latin typeface="Courier New"/>
              </a:rPr>
              <a:t>ai</a:t>
            </a:r>
            <a:r>
              <a:rPr sz="1000">
                <a:solidFill>
                  <a:srgbClr val="B5D98B"/>
                </a:solidFill>
                <a:latin typeface="Courier New"/>
              </a:rPr>
              <a:t>"</a:t>
            </a:r>
            <a:r>
              <a:rPr sz="1000">
                <a:solidFill>
                  <a:srgbClr val="E8EEF1"/>
                </a:solidFill>
                <a:latin typeface="Courier New"/>
              </a:rPr>
              <a:t>,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B5D98B"/>
                </a:solidFill>
                <a:latin typeface="Courier New"/>
              </a:rPr>
              <a:t>"</a:t>
            </a:r>
            <a:r>
              <a:rPr sz="1000">
                <a:solidFill>
                  <a:srgbClr val="B5D98B"/>
                </a:solidFill>
                <a:latin typeface="Courier New"/>
              </a:rPr>
              <a:t>ciao a te</a:t>
            </a:r>
            <a:r>
              <a:rPr sz="1000">
                <a:solidFill>
                  <a:srgbClr val="B5D98B"/>
                </a:solidFill>
                <a:latin typeface="Courier New"/>
              </a:rPr>
              <a:t>"</a:t>
            </a:r>
            <a:r>
              <a:rPr sz="1000">
                <a:solidFill>
                  <a:srgbClr val="E8EEF1"/>
                </a:solidFill>
                <a:latin typeface="Courier New"/>
              </a:rPr>
              <a:t>)</a:t>
            </a:r>
            <a:r>
              <a:rPr sz="1000">
                <a:solidFill>
                  <a:srgbClr val="E8EEF1"/>
                </a:solidFill>
                <a:latin typeface="Courier New"/>
              </a:rPr>
              <a:t>]</a:t>
            </a:r>
            <a:r>
              <a:rPr sz="1000">
                <a:solidFill>
                  <a:srgbClr val="E8EEF1"/>
                </a:solidFill>
                <a:latin typeface="Courier New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E8EEF1"/>
                </a:solidFill>
                <a:latin typeface="Courier New"/>
              </a:rPr>
              <a:t>builder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E8EEF1"/>
                </a:solidFill>
                <a:latin typeface="Courier New"/>
              </a:rPr>
              <a:t>=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E8EEF1"/>
                </a:solidFill>
                <a:latin typeface="Courier New"/>
              </a:rPr>
              <a:t>StateGraph</a:t>
            </a:r>
            <a:r>
              <a:rPr sz="1000">
                <a:solidFill>
                  <a:srgbClr val="E8EEF1"/>
                </a:solidFill>
                <a:latin typeface="Courier New"/>
              </a:rPr>
              <a:t>(</a:t>
            </a:r>
            <a:r>
              <a:rPr sz="1000">
                <a:solidFill>
                  <a:srgbClr val="E8EEF1"/>
                </a:solidFill>
                <a:latin typeface="Courier New"/>
              </a:rPr>
              <a:t>State</a:t>
            </a:r>
            <a:r>
              <a:rPr sz="10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E8EEF1"/>
                </a:solidFill>
                <a:latin typeface="Courier New"/>
              </a:rPr>
              <a:t>builder</a:t>
            </a:r>
            <a:r>
              <a:rPr sz="1000">
                <a:solidFill>
                  <a:srgbClr val="E8EEF1"/>
                </a:solidFill>
                <a:latin typeface="Courier New"/>
              </a:rPr>
              <a:t>.</a:t>
            </a:r>
            <a:r>
              <a:rPr sz="1000">
                <a:solidFill>
                  <a:srgbClr val="E8EEF1"/>
                </a:solidFill>
                <a:latin typeface="Courier New"/>
              </a:rPr>
              <a:t>add_node</a:t>
            </a:r>
            <a:r>
              <a:rPr sz="1000">
                <a:solidFill>
                  <a:srgbClr val="E8EEF1"/>
                </a:solidFill>
                <a:latin typeface="Courier New"/>
              </a:rPr>
              <a:t>(</a:t>
            </a:r>
            <a:r>
              <a:rPr sz="1000">
                <a:solidFill>
                  <a:srgbClr val="B5D98B"/>
                </a:solidFill>
                <a:latin typeface="Courier New"/>
              </a:rPr>
              <a:t>"</a:t>
            </a:r>
            <a:r>
              <a:rPr sz="1000">
                <a:solidFill>
                  <a:srgbClr val="B5D98B"/>
                </a:solidFill>
                <a:latin typeface="Courier New"/>
              </a:rPr>
              <a:t>a</a:t>
            </a:r>
            <a:r>
              <a:rPr sz="1000">
                <a:solidFill>
                  <a:srgbClr val="B5D98B"/>
                </a:solidFill>
                <a:latin typeface="Courier New"/>
              </a:rPr>
              <a:t>"</a:t>
            </a:r>
            <a:r>
              <a:rPr sz="1000">
                <a:solidFill>
                  <a:srgbClr val="E8EEF1"/>
                </a:solidFill>
                <a:latin typeface="Courier New"/>
              </a:rPr>
              <a:t>,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E8EEF1"/>
                </a:solidFill>
                <a:latin typeface="Courier New"/>
              </a:rPr>
              <a:t>nodo_a</a:t>
            </a:r>
            <a:r>
              <a:rPr sz="10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E8EEF1"/>
                </a:solidFill>
                <a:latin typeface="Courier New"/>
              </a:rPr>
              <a:t>builder</a:t>
            </a:r>
            <a:r>
              <a:rPr sz="1000">
                <a:solidFill>
                  <a:srgbClr val="E8EEF1"/>
                </a:solidFill>
                <a:latin typeface="Courier New"/>
              </a:rPr>
              <a:t>.</a:t>
            </a:r>
            <a:r>
              <a:rPr sz="1000">
                <a:solidFill>
                  <a:srgbClr val="E8EEF1"/>
                </a:solidFill>
                <a:latin typeface="Courier New"/>
              </a:rPr>
              <a:t>add_node</a:t>
            </a:r>
            <a:r>
              <a:rPr sz="1000">
                <a:solidFill>
                  <a:srgbClr val="E8EEF1"/>
                </a:solidFill>
                <a:latin typeface="Courier New"/>
              </a:rPr>
              <a:t>(</a:t>
            </a:r>
            <a:r>
              <a:rPr sz="1000">
                <a:solidFill>
                  <a:srgbClr val="B5D98B"/>
                </a:solidFill>
                <a:latin typeface="Courier New"/>
              </a:rPr>
              <a:t>"</a:t>
            </a:r>
            <a:r>
              <a:rPr sz="1000">
                <a:solidFill>
                  <a:srgbClr val="B5D98B"/>
                </a:solidFill>
                <a:latin typeface="Courier New"/>
              </a:rPr>
              <a:t>b</a:t>
            </a:r>
            <a:r>
              <a:rPr sz="1000">
                <a:solidFill>
                  <a:srgbClr val="B5D98B"/>
                </a:solidFill>
                <a:latin typeface="Courier New"/>
              </a:rPr>
              <a:t>"</a:t>
            </a:r>
            <a:r>
              <a:rPr sz="1000">
                <a:solidFill>
                  <a:srgbClr val="E8EEF1"/>
                </a:solidFill>
                <a:latin typeface="Courier New"/>
              </a:rPr>
              <a:t>,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E8EEF1"/>
                </a:solidFill>
                <a:latin typeface="Courier New"/>
              </a:rPr>
              <a:t>nodo_b</a:t>
            </a:r>
            <a:r>
              <a:rPr sz="10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E8EEF1"/>
                </a:solidFill>
                <a:latin typeface="Courier New"/>
              </a:rPr>
              <a:t>builder</a:t>
            </a:r>
            <a:r>
              <a:rPr sz="1000">
                <a:solidFill>
                  <a:srgbClr val="E8EEF1"/>
                </a:solidFill>
                <a:latin typeface="Courier New"/>
              </a:rPr>
              <a:t>.</a:t>
            </a:r>
            <a:r>
              <a:rPr sz="1000">
                <a:solidFill>
                  <a:srgbClr val="E8EEF1"/>
                </a:solidFill>
                <a:latin typeface="Courier New"/>
              </a:rPr>
              <a:t>add_edge</a:t>
            </a:r>
            <a:r>
              <a:rPr sz="1000">
                <a:solidFill>
                  <a:srgbClr val="E8EEF1"/>
                </a:solidFill>
                <a:latin typeface="Courier New"/>
              </a:rPr>
              <a:t>(</a:t>
            </a:r>
            <a:r>
              <a:rPr sz="1000">
                <a:solidFill>
                  <a:srgbClr val="E8EEF1"/>
                </a:solidFill>
                <a:latin typeface="Courier New"/>
              </a:rPr>
              <a:t>START</a:t>
            </a:r>
            <a:r>
              <a:rPr sz="1000">
                <a:solidFill>
                  <a:srgbClr val="E8EEF1"/>
                </a:solidFill>
                <a:latin typeface="Courier New"/>
              </a:rPr>
              <a:t>,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B5D98B"/>
                </a:solidFill>
                <a:latin typeface="Courier New"/>
              </a:rPr>
              <a:t>"</a:t>
            </a:r>
            <a:r>
              <a:rPr sz="1000">
                <a:solidFill>
                  <a:srgbClr val="B5D98B"/>
                </a:solidFill>
                <a:latin typeface="Courier New"/>
              </a:rPr>
              <a:t>a</a:t>
            </a:r>
            <a:r>
              <a:rPr sz="1000">
                <a:solidFill>
                  <a:srgbClr val="B5D98B"/>
                </a:solidFill>
                <a:latin typeface="Courier New"/>
              </a:rPr>
              <a:t>"</a:t>
            </a:r>
            <a:r>
              <a:rPr sz="10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E8EEF1"/>
                </a:solidFill>
                <a:latin typeface="Courier New"/>
              </a:rPr>
              <a:t>builder</a:t>
            </a:r>
            <a:r>
              <a:rPr sz="1000">
                <a:solidFill>
                  <a:srgbClr val="E8EEF1"/>
                </a:solidFill>
                <a:latin typeface="Courier New"/>
              </a:rPr>
              <a:t>.</a:t>
            </a:r>
            <a:r>
              <a:rPr sz="1000">
                <a:solidFill>
                  <a:srgbClr val="E8EEF1"/>
                </a:solidFill>
                <a:latin typeface="Courier New"/>
              </a:rPr>
              <a:t>add_edge</a:t>
            </a:r>
            <a:r>
              <a:rPr sz="1000">
                <a:solidFill>
                  <a:srgbClr val="E8EEF1"/>
                </a:solidFill>
                <a:latin typeface="Courier New"/>
              </a:rPr>
              <a:t>(</a:t>
            </a:r>
            <a:r>
              <a:rPr sz="1000">
                <a:solidFill>
                  <a:srgbClr val="B5D98B"/>
                </a:solidFill>
                <a:latin typeface="Courier New"/>
              </a:rPr>
              <a:t>"</a:t>
            </a:r>
            <a:r>
              <a:rPr sz="1000">
                <a:solidFill>
                  <a:srgbClr val="B5D98B"/>
                </a:solidFill>
                <a:latin typeface="Courier New"/>
              </a:rPr>
              <a:t>a</a:t>
            </a:r>
            <a:r>
              <a:rPr sz="1000">
                <a:solidFill>
                  <a:srgbClr val="B5D98B"/>
                </a:solidFill>
                <a:latin typeface="Courier New"/>
              </a:rPr>
              <a:t>"</a:t>
            </a:r>
            <a:r>
              <a:rPr sz="1000">
                <a:solidFill>
                  <a:srgbClr val="E8EEF1"/>
                </a:solidFill>
                <a:latin typeface="Courier New"/>
              </a:rPr>
              <a:t>,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B5D98B"/>
                </a:solidFill>
                <a:latin typeface="Courier New"/>
              </a:rPr>
              <a:t>"</a:t>
            </a:r>
            <a:r>
              <a:rPr sz="1000">
                <a:solidFill>
                  <a:srgbClr val="B5D98B"/>
                </a:solidFill>
                <a:latin typeface="Courier New"/>
              </a:rPr>
              <a:t>b</a:t>
            </a:r>
            <a:r>
              <a:rPr sz="1000">
                <a:solidFill>
                  <a:srgbClr val="B5D98B"/>
                </a:solidFill>
                <a:latin typeface="Courier New"/>
              </a:rPr>
              <a:t>"</a:t>
            </a:r>
            <a:r>
              <a:rPr sz="10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E8EEF1"/>
                </a:solidFill>
                <a:latin typeface="Courier New"/>
              </a:rPr>
              <a:t>builder</a:t>
            </a:r>
            <a:r>
              <a:rPr sz="1000">
                <a:solidFill>
                  <a:srgbClr val="E8EEF1"/>
                </a:solidFill>
                <a:latin typeface="Courier New"/>
              </a:rPr>
              <a:t>.</a:t>
            </a:r>
            <a:r>
              <a:rPr sz="1000">
                <a:solidFill>
                  <a:srgbClr val="E8EEF1"/>
                </a:solidFill>
                <a:latin typeface="Courier New"/>
              </a:rPr>
              <a:t>add_edge</a:t>
            </a:r>
            <a:r>
              <a:rPr sz="1000">
                <a:solidFill>
                  <a:srgbClr val="E8EEF1"/>
                </a:solidFill>
                <a:latin typeface="Courier New"/>
              </a:rPr>
              <a:t>(</a:t>
            </a:r>
            <a:r>
              <a:rPr sz="1000">
                <a:solidFill>
                  <a:srgbClr val="B5D98B"/>
                </a:solidFill>
                <a:latin typeface="Courier New"/>
              </a:rPr>
              <a:t>"</a:t>
            </a:r>
            <a:r>
              <a:rPr sz="1000">
                <a:solidFill>
                  <a:srgbClr val="B5D98B"/>
                </a:solidFill>
                <a:latin typeface="Courier New"/>
              </a:rPr>
              <a:t>b</a:t>
            </a:r>
            <a:r>
              <a:rPr sz="1000">
                <a:solidFill>
                  <a:srgbClr val="B5D98B"/>
                </a:solidFill>
                <a:latin typeface="Courier New"/>
              </a:rPr>
              <a:t>"</a:t>
            </a:r>
            <a:r>
              <a:rPr sz="1000">
                <a:solidFill>
                  <a:srgbClr val="E8EEF1"/>
                </a:solidFill>
                <a:latin typeface="Courier New"/>
              </a:rPr>
              <a:t>,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E8EEF1"/>
                </a:solidFill>
                <a:latin typeface="Courier New"/>
              </a:rPr>
              <a:t>END</a:t>
            </a:r>
            <a:r>
              <a:rPr sz="10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E8EEF1"/>
                </a:solidFill>
                <a:latin typeface="Courier New"/>
              </a:rPr>
              <a:t>graph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E8EEF1"/>
                </a:solidFill>
                <a:latin typeface="Courier New"/>
              </a:rPr>
              <a:t>=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E8EEF1"/>
                </a:solidFill>
                <a:latin typeface="Courier New"/>
              </a:rPr>
              <a:t>builder</a:t>
            </a:r>
            <a:r>
              <a:rPr sz="1000">
                <a:solidFill>
                  <a:srgbClr val="E8EEF1"/>
                </a:solidFill>
                <a:latin typeface="Courier New"/>
              </a:rPr>
              <a:t>.</a:t>
            </a:r>
            <a:r>
              <a:rPr sz="1000">
                <a:solidFill>
                  <a:srgbClr val="E8EEF1"/>
                </a:solidFill>
                <a:latin typeface="Courier New"/>
              </a:rPr>
              <a:t>compile</a:t>
            </a:r>
            <a:r>
              <a:rPr sz="1000">
                <a:solidFill>
                  <a:srgbClr val="E8EEF1"/>
                </a:solidFill>
                <a:latin typeface="Courier New"/>
              </a:rPr>
              <a:t>(</a:t>
            </a:r>
            <a:r>
              <a:rPr sz="10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E8EEF1"/>
                </a:solidFill>
                <a:latin typeface="Courier New"/>
              </a:rPr>
              <a:t>out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E8EEF1"/>
                </a:solidFill>
                <a:latin typeface="Courier New"/>
              </a:rPr>
              <a:t>=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E8EEF1"/>
                </a:solidFill>
                <a:latin typeface="Courier New"/>
              </a:rPr>
              <a:t>graph</a:t>
            </a:r>
            <a:r>
              <a:rPr sz="1000">
                <a:solidFill>
                  <a:srgbClr val="E8EEF1"/>
                </a:solidFill>
                <a:latin typeface="Courier New"/>
              </a:rPr>
              <a:t>.</a:t>
            </a:r>
            <a:r>
              <a:rPr sz="1000">
                <a:solidFill>
                  <a:srgbClr val="E8EEF1"/>
                </a:solidFill>
                <a:latin typeface="Courier New"/>
              </a:rPr>
              <a:t>invoke</a:t>
            </a:r>
            <a:r>
              <a:rPr sz="1000">
                <a:solidFill>
                  <a:srgbClr val="E8EEF1"/>
                </a:solidFill>
                <a:latin typeface="Courier New"/>
              </a:rPr>
              <a:t>(</a:t>
            </a:r>
            <a:r>
              <a:rPr sz="1000">
                <a:solidFill>
                  <a:srgbClr val="E8EEF1"/>
                </a:solidFill>
                <a:latin typeface="Courier New"/>
              </a:rPr>
              <a:t>{</a:t>
            </a:r>
            <a:r>
              <a:rPr sz="1000">
                <a:solidFill>
                  <a:srgbClr val="B5D98B"/>
                </a:solidFill>
                <a:latin typeface="Courier New"/>
              </a:rPr>
              <a:t>"</a:t>
            </a:r>
            <a:r>
              <a:rPr sz="1000">
                <a:solidFill>
                  <a:srgbClr val="B5D98B"/>
                </a:solidFill>
                <a:latin typeface="Courier New"/>
              </a:rPr>
              <a:t>ultimo</a:t>
            </a:r>
            <a:r>
              <a:rPr sz="1000">
                <a:solidFill>
                  <a:srgbClr val="B5D98B"/>
                </a:solidFill>
                <a:latin typeface="Courier New"/>
              </a:rPr>
              <a:t>"</a:t>
            </a:r>
            <a:r>
              <a:rPr sz="1000">
                <a:solidFill>
                  <a:srgbClr val="E8EEF1"/>
                </a:solidFill>
                <a:latin typeface="Courier New"/>
              </a:rPr>
              <a:t>: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B5D98B"/>
                </a:solidFill>
                <a:latin typeface="Courier New"/>
              </a:rPr>
              <a:t>"</a:t>
            </a:r>
            <a:r>
              <a:rPr sz="1000">
                <a:solidFill>
                  <a:srgbClr val="B5D98B"/>
                </a:solidFill>
                <a:latin typeface="Courier New"/>
              </a:rPr>
              <a:t>"</a:t>
            </a:r>
            <a:r>
              <a:rPr sz="1000">
                <a:solidFill>
                  <a:srgbClr val="E8EEF1"/>
                </a:solidFill>
                <a:latin typeface="Courier New"/>
              </a:rPr>
              <a:t>,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B5D98B"/>
                </a:solidFill>
                <a:latin typeface="Courier New"/>
              </a:rPr>
              <a:t>"</a:t>
            </a:r>
            <a:r>
              <a:rPr sz="1000">
                <a:solidFill>
                  <a:srgbClr val="B5D98B"/>
                </a:solidFill>
                <a:latin typeface="Courier New"/>
              </a:rPr>
              <a:t>log</a:t>
            </a:r>
            <a:r>
              <a:rPr sz="1000">
                <a:solidFill>
                  <a:srgbClr val="B5D98B"/>
                </a:solidFill>
                <a:latin typeface="Courier New"/>
              </a:rPr>
              <a:t>"</a:t>
            </a:r>
            <a:r>
              <a:rPr sz="1000">
                <a:solidFill>
                  <a:srgbClr val="E8EEF1"/>
                </a:solidFill>
                <a:latin typeface="Courier New"/>
              </a:rPr>
              <a:t>: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E8EEF1"/>
                </a:solidFill>
                <a:latin typeface="Courier New"/>
              </a:rPr>
              <a:t>[</a:t>
            </a:r>
            <a:r>
              <a:rPr sz="1000">
                <a:solidFill>
                  <a:srgbClr val="E8EEF1"/>
                </a:solidFill>
                <a:latin typeface="Courier New"/>
              </a:rPr>
              <a:t>]</a:t>
            </a:r>
            <a:r>
              <a:rPr sz="1000">
                <a:solidFill>
                  <a:srgbClr val="E8EEF1"/>
                </a:solidFill>
                <a:latin typeface="Courier New"/>
              </a:rPr>
              <a:t>,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B5D98B"/>
                </a:solidFill>
                <a:latin typeface="Courier New"/>
              </a:rPr>
              <a:t>"</a:t>
            </a:r>
            <a:r>
              <a:rPr sz="1000">
                <a:solidFill>
                  <a:srgbClr val="B5D98B"/>
                </a:solidFill>
                <a:latin typeface="Courier New"/>
              </a:rPr>
              <a:t>messages</a:t>
            </a:r>
            <a:r>
              <a:rPr sz="1000">
                <a:solidFill>
                  <a:srgbClr val="B5D98B"/>
                </a:solidFill>
                <a:latin typeface="Courier New"/>
              </a:rPr>
              <a:t>"</a:t>
            </a:r>
            <a:r>
              <a:rPr sz="1000">
                <a:solidFill>
                  <a:srgbClr val="E8EEF1"/>
                </a:solidFill>
                <a:latin typeface="Courier New"/>
              </a:rPr>
              <a:t>: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E8EEF1"/>
                </a:solidFill>
                <a:latin typeface="Courier New"/>
              </a:rPr>
              <a:t>[</a:t>
            </a:r>
            <a:r>
              <a:rPr sz="1000">
                <a:solidFill>
                  <a:srgbClr val="E8EEF1"/>
                </a:solidFill>
                <a:latin typeface="Courier New"/>
              </a:rPr>
              <a:t>]</a:t>
            </a:r>
            <a:r>
              <a:rPr sz="1000">
                <a:solidFill>
                  <a:srgbClr val="E8EEF1"/>
                </a:solidFill>
                <a:latin typeface="Courier New"/>
              </a:rPr>
              <a:t>}</a:t>
            </a:r>
            <a:r>
              <a:rPr sz="10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7FCFF0"/>
                </a:solidFill>
                <a:latin typeface="Courier New"/>
              </a:rPr>
              <a:t>print</a:t>
            </a:r>
            <a:r>
              <a:rPr sz="1000">
                <a:solidFill>
                  <a:srgbClr val="E8EEF1"/>
                </a:solidFill>
                <a:latin typeface="Courier New"/>
              </a:rPr>
              <a:t>(</a:t>
            </a:r>
            <a:r>
              <a:rPr sz="1000">
                <a:solidFill>
                  <a:srgbClr val="E8EEF1"/>
                </a:solidFill>
                <a:latin typeface="Courier New"/>
              </a:rPr>
              <a:t>out</a:t>
            </a:r>
            <a:r>
              <a:rPr sz="1000">
                <a:solidFill>
                  <a:srgbClr val="E8EEF1"/>
                </a:solidFill>
                <a:latin typeface="Courier New"/>
              </a:rPr>
              <a:t>[</a:t>
            </a:r>
            <a:r>
              <a:rPr sz="1000">
                <a:solidFill>
                  <a:srgbClr val="B5D98B"/>
                </a:solidFill>
                <a:latin typeface="Courier New"/>
              </a:rPr>
              <a:t>"</a:t>
            </a:r>
            <a:r>
              <a:rPr sz="1000">
                <a:solidFill>
                  <a:srgbClr val="B5D98B"/>
                </a:solidFill>
                <a:latin typeface="Courier New"/>
              </a:rPr>
              <a:t>ultimo</a:t>
            </a:r>
            <a:r>
              <a:rPr sz="1000">
                <a:solidFill>
                  <a:srgbClr val="B5D98B"/>
                </a:solidFill>
                <a:latin typeface="Courier New"/>
              </a:rPr>
              <a:t>"</a:t>
            </a:r>
            <a:r>
              <a:rPr sz="1000">
                <a:solidFill>
                  <a:srgbClr val="E8EEF1"/>
                </a:solidFill>
                <a:latin typeface="Courier New"/>
              </a:rPr>
              <a:t>]</a:t>
            </a:r>
            <a:r>
              <a:rPr sz="1000">
                <a:solidFill>
                  <a:srgbClr val="E8EEF1"/>
                </a:solidFill>
                <a:latin typeface="Courier New"/>
              </a:rPr>
              <a:t>)</a:t>
            </a:r>
            <a:r>
              <a:rPr sz="1000">
                <a:solidFill>
                  <a:srgbClr val="E8EEF1"/>
                </a:solidFill>
                <a:latin typeface="Courier New"/>
              </a:rPr>
              <a:t>          </a:t>
            </a:r>
            <a:r>
              <a:rPr sz="1000">
                <a:solidFill>
                  <a:srgbClr val="8AA4B0"/>
                </a:solidFill>
                <a:latin typeface="Courier New"/>
              </a:rPr>
              <a:t># B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7FCFF0"/>
                </a:solidFill>
                <a:latin typeface="Courier New"/>
              </a:rPr>
              <a:t>print</a:t>
            </a:r>
            <a:r>
              <a:rPr sz="1000">
                <a:solidFill>
                  <a:srgbClr val="E8EEF1"/>
                </a:solidFill>
                <a:latin typeface="Courier New"/>
              </a:rPr>
              <a:t>(</a:t>
            </a:r>
            <a:r>
              <a:rPr sz="1000">
                <a:solidFill>
                  <a:srgbClr val="E8EEF1"/>
                </a:solidFill>
                <a:latin typeface="Courier New"/>
              </a:rPr>
              <a:t>out</a:t>
            </a:r>
            <a:r>
              <a:rPr sz="1000">
                <a:solidFill>
                  <a:srgbClr val="E8EEF1"/>
                </a:solidFill>
                <a:latin typeface="Courier New"/>
              </a:rPr>
              <a:t>[</a:t>
            </a:r>
            <a:r>
              <a:rPr sz="1000">
                <a:solidFill>
                  <a:srgbClr val="B5D98B"/>
                </a:solidFill>
                <a:latin typeface="Courier New"/>
              </a:rPr>
              <a:t>"</a:t>
            </a:r>
            <a:r>
              <a:rPr sz="1000">
                <a:solidFill>
                  <a:srgbClr val="B5D98B"/>
                </a:solidFill>
                <a:latin typeface="Courier New"/>
              </a:rPr>
              <a:t>log</a:t>
            </a:r>
            <a:r>
              <a:rPr sz="1000">
                <a:solidFill>
                  <a:srgbClr val="B5D98B"/>
                </a:solidFill>
                <a:latin typeface="Courier New"/>
              </a:rPr>
              <a:t>"</a:t>
            </a:r>
            <a:r>
              <a:rPr sz="1000">
                <a:solidFill>
                  <a:srgbClr val="E8EEF1"/>
                </a:solidFill>
                <a:latin typeface="Courier New"/>
              </a:rPr>
              <a:t>]</a:t>
            </a:r>
            <a:r>
              <a:rPr sz="1000">
                <a:solidFill>
                  <a:srgbClr val="E8EEF1"/>
                </a:solidFill>
                <a:latin typeface="Courier New"/>
              </a:rPr>
              <a:t>)</a:t>
            </a:r>
            <a:r>
              <a:rPr sz="1000">
                <a:solidFill>
                  <a:srgbClr val="E8EEF1"/>
                </a:solidFill>
                <a:latin typeface="Courier New"/>
              </a:rPr>
              <a:t>             </a:t>
            </a:r>
            <a:r>
              <a:rPr sz="1000">
                <a:solidFill>
                  <a:srgbClr val="8AA4B0"/>
                </a:solidFill>
                <a:latin typeface="Courier New"/>
              </a:rPr>
              <a:t># ['A eseguito', 'B eseguito']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7FCFF0"/>
                </a:solidFill>
                <a:latin typeface="Courier New"/>
              </a:rPr>
              <a:t>print</a:t>
            </a:r>
            <a:r>
              <a:rPr sz="1000">
                <a:solidFill>
                  <a:srgbClr val="E8EEF1"/>
                </a:solidFill>
                <a:latin typeface="Courier New"/>
              </a:rPr>
              <a:t>(</a:t>
            </a:r>
            <a:r>
              <a:rPr sz="1000">
                <a:solidFill>
                  <a:srgbClr val="7FCFF0"/>
                </a:solidFill>
                <a:latin typeface="Courier New"/>
              </a:rPr>
              <a:t>len</a:t>
            </a:r>
            <a:r>
              <a:rPr sz="1000">
                <a:solidFill>
                  <a:srgbClr val="E8EEF1"/>
                </a:solidFill>
                <a:latin typeface="Courier New"/>
              </a:rPr>
              <a:t>(</a:t>
            </a:r>
            <a:r>
              <a:rPr sz="1000">
                <a:solidFill>
                  <a:srgbClr val="E8EEF1"/>
                </a:solidFill>
                <a:latin typeface="Courier New"/>
              </a:rPr>
              <a:t>out</a:t>
            </a:r>
            <a:r>
              <a:rPr sz="1000">
                <a:solidFill>
                  <a:srgbClr val="E8EEF1"/>
                </a:solidFill>
                <a:latin typeface="Courier New"/>
              </a:rPr>
              <a:t>[</a:t>
            </a:r>
            <a:r>
              <a:rPr sz="1000">
                <a:solidFill>
                  <a:srgbClr val="B5D98B"/>
                </a:solidFill>
                <a:latin typeface="Courier New"/>
              </a:rPr>
              <a:t>"</a:t>
            </a:r>
            <a:r>
              <a:rPr sz="1000">
                <a:solidFill>
                  <a:srgbClr val="B5D98B"/>
                </a:solidFill>
                <a:latin typeface="Courier New"/>
              </a:rPr>
              <a:t>messages</a:t>
            </a:r>
            <a:r>
              <a:rPr sz="1000">
                <a:solidFill>
                  <a:srgbClr val="B5D98B"/>
                </a:solidFill>
                <a:latin typeface="Courier New"/>
              </a:rPr>
              <a:t>"</a:t>
            </a:r>
            <a:r>
              <a:rPr sz="1000">
                <a:solidFill>
                  <a:srgbClr val="E8EEF1"/>
                </a:solidFill>
                <a:latin typeface="Courier New"/>
              </a:rPr>
              <a:t>]</a:t>
            </a:r>
            <a:r>
              <a:rPr sz="1000">
                <a:solidFill>
                  <a:srgbClr val="E8EEF1"/>
                </a:solidFill>
                <a:latin typeface="Courier New"/>
              </a:rPr>
              <a:t>)</a:t>
            </a:r>
            <a:r>
              <a:rPr sz="1000">
                <a:solidFill>
                  <a:srgbClr val="E8EEF1"/>
                </a:solidFill>
                <a:latin typeface="Courier New"/>
              </a:rPr>
              <a:t>)</a:t>
            </a:r>
            <a:r>
              <a:rPr sz="1000">
                <a:solidFill>
                  <a:srgbClr val="E8EEF1"/>
                </a:solidFill>
                <a:latin typeface="Courier New"/>
              </a:rPr>
              <a:t>   </a:t>
            </a:r>
            <a:r>
              <a:rPr sz="1000">
                <a:solidFill>
                  <a:srgbClr val="8AA4B0"/>
                </a:solidFill>
                <a:latin typeface="Courier New"/>
              </a:rPr>
              <a:t># 2 (HumanMessage, AIMessage)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0" y="4864608"/>
            <a:ext cx="32918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b="0" sz="1000">
                <a:solidFill>
                  <a:srgbClr val="76777B"/>
                </a:solidFill>
                <a:latin typeface="Arial"/>
              </a:rPr>
              <a:t>Esempio: </a:t>
            </a:r>
            <a:r>
              <a:rPr b="1" sz="1000">
                <a:solidFill>
                  <a:srgbClr val="005A77"/>
                </a:solidFill>
                <a:latin typeface="Courier New"/>
              </a:rPr>
              <a:t>08_reducers.py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1.10 MESSAGESSTATE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31</a:t>
            </a:fld>
          </a:p>
        </p:txBody>
      </p:sp>
      <p:sp>
        <p:nvSpPr>
          <p:cNvPr id="34" name="Rounded Rectangle 33"/>
          <p:cNvSpPr/>
          <p:nvPr/>
        </p:nvSpPr>
        <p:spPr>
          <a:xfrm>
            <a:off x="457200" y="1097280"/>
            <a:ext cx="4846320" cy="1051941"/>
          </a:xfrm>
          <a:prstGeom prst="roundRect">
            <a:avLst>
              <a:gd name="adj" fmla="val 4000"/>
            </a:avLst>
          </a:prstGeom>
          <a:solidFill>
            <a:srgbClr val="0B2B38"/>
          </a:solidFill>
          <a:ln>
            <a:noFill/>
          </a:ln>
        </p:spPr>
        <p:txBody>
          <a:bodyPr rtlCol="0" anchor="t" wrap="square" lIns="128016" rIns="128016" tIns="91440" bIns="54864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28C4F"/>
                </a:solidFill>
                <a:latin typeface="Courier New"/>
              </a:rPr>
              <a:t>from</a:t>
            </a:r>
            <a:r>
              <a:rPr sz="1050">
                <a:solidFill>
                  <a:srgbClr val="E8EEF1"/>
                </a:solidFill>
                <a:latin typeface="Courier New"/>
              </a:rPr>
              <a:t> </a:t>
            </a:r>
            <a:r>
              <a:rPr sz="1050">
                <a:solidFill>
                  <a:srgbClr val="E8EEF1"/>
                </a:solidFill>
                <a:latin typeface="Courier New"/>
              </a:rPr>
              <a:t>langgraph</a:t>
            </a:r>
            <a:r>
              <a:rPr sz="1050">
                <a:solidFill>
                  <a:srgbClr val="E8EEF1"/>
                </a:solidFill>
                <a:latin typeface="Courier New"/>
              </a:rPr>
              <a:t>.</a:t>
            </a:r>
            <a:r>
              <a:rPr sz="1050">
                <a:solidFill>
                  <a:srgbClr val="E8EEF1"/>
                </a:solidFill>
                <a:latin typeface="Courier New"/>
              </a:rPr>
              <a:t>graph</a:t>
            </a:r>
            <a:r>
              <a:rPr sz="1050">
                <a:solidFill>
                  <a:srgbClr val="E8EEF1"/>
                </a:solidFill>
                <a:latin typeface="Courier New"/>
              </a:rPr>
              <a:t> </a:t>
            </a:r>
            <a:r>
              <a:rPr sz="1050" b="1">
                <a:solidFill>
                  <a:srgbClr val="F28C4F"/>
                </a:solidFill>
                <a:latin typeface="Courier New"/>
              </a:rPr>
              <a:t>import</a:t>
            </a:r>
            <a:r>
              <a:rPr sz="1050">
                <a:solidFill>
                  <a:srgbClr val="E8EEF1"/>
                </a:solidFill>
                <a:latin typeface="Courier New"/>
              </a:rPr>
              <a:t> </a:t>
            </a:r>
            <a:r>
              <a:rPr sz="1050">
                <a:solidFill>
                  <a:srgbClr val="E8EEF1"/>
                </a:solidFill>
                <a:latin typeface="Courier New"/>
              </a:rPr>
              <a:t>MessagesState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28C4F"/>
                </a:solidFill>
                <a:latin typeface="Courier New"/>
              </a:rPr>
              <a:t>class</a:t>
            </a:r>
            <a:r>
              <a:rPr sz="1050">
                <a:solidFill>
                  <a:srgbClr val="E8EEF1"/>
                </a:solidFill>
                <a:latin typeface="Courier New"/>
              </a:rPr>
              <a:t> </a:t>
            </a:r>
            <a:r>
              <a:rPr sz="1050">
                <a:solidFill>
                  <a:srgbClr val="7FCFF0"/>
                </a:solidFill>
                <a:latin typeface="Courier New"/>
              </a:rPr>
              <a:t>State</a:t>
            </a:r>
            <a:r>
              <a:rPr sz="1050">
                <a:solidFill>
                  <a:srgbClr val="E8EEF1"/>
                </a:solidFill>
                <a:latin typeface="Courier New"/>
              </a:rPr>
              <a:t>(</a:t>
            </a:r>
            <a:r>
              <a:rPr sz="1050">
                <a:solidFill>
                  <a:srgbClr val="E8EEF1"/>
                </a:solidFill>
                <a:latin typeface="Courier New"/>
              </a:rPr>
              <a:t>MessagesState</a:t>
            </a:r>
            <a:r>
              <a:rPr sz="1050">
                <a:solidFill>
                  <a:srgbClr val="E8EEF1"/>
                </a:solidFill>
                <a:latin typeface="Courier New"/>
              </a:rPr>
              <a:t>)</a:t>
            </a:r>
            <a:r>
              <a:rPr sz="105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E8EEF1"/>
                </a:solidFill>
                <a:latin typeface="Courier New"/>
              </a:rPr>
              <a:t>    </a:t>
            </a:r>
            <a:r>
              <a:rPr sz="1050">
                <a:solidFill>
                  <a:srgbClr val="8AA4B0"/>
                </a:solidFill>
                <a:latin typeface="Courier New"/>
              </a:rPr>
              <a:t># eredita: messages: Annotated[list, add_messages]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E8EEF1"/>
                </a:solidFill>
                <a:latin typeface="Courier New"/>
              </a:rPr>
              <a:t>    </a:t>
            </a:r>
            <a:r>
              <a:rPr sz="1050">
                <a:solidFill>
                  <a:srgbClr val="E8EEF1"/>
                </a:solidFill>
                <a:latin typeface="Courier New"/>
              </a:rPr>
              <a:t>lingua</a:t>
            </a:r>
            <a:r>
              <a:rPr sz="1050">
                <a:solidFill>
                  <a:srgbClr val="E8EEF1"/>
                </a:solidFill>
                <a:latin typeface="Courier New"/>
              </a:rPr>
              <a:t>:</a:t>
            </a:r>
            <a:r>
              <a:rPr sz="1050">
                <a:solidFill>
                  <a:srgbClr val="E8EEF1"/>
                </a:solidFill>
                <a:latin typeface="Courier New"/>
              </a:rPr>
              <a:t> </a:t>
            </a:r>
            <a:r>
              <a:rPr sz="1050">
                <a:solidFill>
                  <a:srgbClr val="7FCFF0"/>
                </a:solidFill>
                <a:latin typeface="Courier New"/>
              </a:rPr>
              <a:t>str</a:t>
            </a:r>
            <a:r>
              <a:rPr sz="1050">
                <a:solidFill>
                  <a:srgbClr val="E8EEF1"/>
                </a:solidFill>
                <a:latin typeface="Courier New"/>
              </a:rPr>
              <a:t>     </a:t>
            </a:r>
            <a:r>
              <a:rPr sz="1050">
                <a:solidFill>
                  <a:srgbClr val="8AA4B0"/>
                </a:solidFill>
                <a:latin typeface="Courier New"/>
              </a:rPr>
              <a:t># chiavi aggiuntive a piacere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2743200"/>
            <a:ext cx="4754880" cy="20116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300">
                <a:solidFill>
                  <a:srgbClr val="003548"/>
                </a:solidFill>
                <a:latin typeface="Arial"/>
              </a:rPr>
              <a:t>Lo state "standard" per chatbot e agenti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300">
                <a:solidFill>
                  <a:srgbClr val="003548"/>
                </a:solidFill>
                <a:latin typeface="Arial"/>
              </a:rPr>
              <a:t>I nodi restituiscono </a:t>
            </a:r>
            <a:r>
              <a:rPr b="1" sz="1300">
                <a:solidFill>
                  <a:srgbClr val="DF6426"/>
                </a:solidFill>
                <a:latin typeface="Courier New"/>
              </a:rPr>
              <a:t>{"messages": [nuovo_msg]}</a:t>
            </a:r>
            <a:r>
              <a:rPr b="0" sz="1300">
                <a:solidFill>
                  <a:srgbClr val="003548"/>
                </a:solidFill>
                <a:latin typeface="Arial"/>
              </a:rPr>
              <a:t> e il reducer lo </a:t>
            </a:r>
            <a:r>
              <a:rPr b="1" sz="1300">
                <a:solidFill>
                  <a:srgbClr val="003548"/>
                </a:solidFill>
                <a:latin typeface="Arial"/>
              </a:rPr>
              <a:t>accoda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300">
                <a:solidFill>
                  <a:srgbClr val="003548"/>
                </a:solidFill>
                <a:latin typeface="Arial"/>
              </a:rPr>
              <a:t>Accetta oggetti messaggio, dict o tuple </a:t>
            </a:r>
            <a:r>
              <a:rPr b="1" sz="1300">
                <a:solidFill>
                  <a:srgbClr val="DF6426"/>
                </a:solidFill>
                <a:latin typeface="Courier New"/>
              </a:rPr>
              <a:t>("user", "…")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1" sz="1300">
                <a:solidFill>
                  <a:srgbClr val="DF6426"/>
                </a:solidFill>
                <a:latin typeface="Courier New"/>
              </a:rPr>
              <a:t>state["messages"][-1]</a:t>
            </a:r>
            <a:r>
              <a:rPr b="0" sz="1300">
                <a:solidFill>
                  <a:srgbClr val="003548"/>
                </a:solidFill>
                <a:latin typeface="Arial"/>
              </a:rPr>
              <a:t> = ultimo messaggio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760720" y="1143000"/>
            <a:ext cx="2651760" cy="548640"/>
          </a:xfrm>
          <a:prstGeom prst="roundRect">
            <a:avLst>
              <a:gd name="adj" fmla="val 30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1" sz="1200">
                <a:solidFill>
                  <a:srgbClr val="003548"/>
                </a:solidFill>
                <a:latin typeface="Arial"/>
              </a:rPr>
              <a:t>HumanMessage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760720" y="1920240"/>
            <a:ext cx="2651760" cy="548640"/>
          </a:xfrm>
          <a:prstGeom prst="roundRect">
            <a:avLst>
              <a:gd name="adj" fmla="val 30000"/>
            </a:avLst>
          </a:prstGeom>
          <a:solidFill>
            <a:srgbClr val="DF6426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1" sz="1200">
                <a:solidFill>
                  <a:srgbClr val="FFFFFF"/>
                </a:solidFill>
                <a:latin typeface="Arial"/>
              </a:rPr>
              <a:t>AIMessage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760720" y="2697480"/>
            <a:ext cx="2651760" cy="548640"/>
          </a:xfrm>
          <a:prstGeom prst="roundRect">
            <a:avLst>
              <a:gd name="adj" fmla="val 30000"/>
            </a:avLst>
          </a:prstGeom>
          <a:solidFill>
            <a:srgbClr val="2E7D5B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1" sz="1200">
                <a:solidFill>
                  <a:srgbClr val="FFFFFF"/>
                </a:solidFill>
                <a:latin typeface="Arial"/>
              </a:rPr>
              <a:t>ToolMessage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760720" y="3474720"/>
            <a:ext cx="2651760" cy="548640"/>
          </a:xfrm>
          <a:prstGeom prst="roundRect">
            <a:avLst>
              <a:gd name="adj" fmla="val 30000"/>
            </a:avLst>
          </a:prstGeom>
          <a:solidFill>
            <a:srgbClr val="DF6426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1" sz="1200">
                <a:solidFill>
                  <a:srgbClr val="FFFFFF"/>
                </a:solidFill>
                <a:latin typeface="Arial"/>
              </a:rPr>
              <a:t>AIMessage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60720" y="4297680"/>
            <a:ext cx="26517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b="0" sz="1100">
                <a:solidFill>
                  <a:srgbClr val="76777B"/>
                </a:solidFill>
                <a:latin typeface="Arial"/>
              </a:rPr>
              <a:t>la lista cresce a ogni nodo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1.11 IL PRIMO CHATBOT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32</a:t>
            </a:fld>
          </a:p>
        </p:txBody>
      </p:sp>
      <p:sp>
        <p:nvSpPr>
          <p:cNvPr id="34" name="Rounded Rectangle 33"/>
          <p:cNvSpPr/>
          <p:nvPr/>
        </p:nvSpPr>
        <p:spPr>
          <a:xfrm>
            <a:off x="457200" y="1051560"/>
            <a:ext cx="8229600" cy="2962655"/>
          </a:xfrm>
          <a:prstGeom prst="roundRect">
            <a:avLst>
              <a:gd name="adj" fmla="val 4000"/>
            </a:avLst>
          </a:prstGeom>
          <a:solidFill>
            <a:srgbClr val="0B2B38"/>
          </a:solidFill>
          <a:ln>
            <a:noFill/>
          </a:ln>
        </p:spPr>
        <p:txBody>
          <a:bodyPr rtlCol="0" anchor="t" wrap="square" lIns="128016" rIns="128016" tIns="91440" bIns="54864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28C4F"/>
                </a:solidFill>
                <a:latin typeface="Courier New"/>
              </a:rPr>
              <a:t>from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langgraph</a:t>
            </a:r>
            <a:r>
              <a:rPr sz="1200">
                <a:solidFill>
                  <a:srgbClr val="E8EEF1"/>
                </a:solidFill>
                <a:latin typeface="Courier New"/>
              </a:rPr>
              <a:t>.</a:t>
            </a:r>
            <a:r>
              <a:rPr sz="1200">
                <a:solidFill>
                  <a:srgbClr val="E8EEF1"/>
                </a:solidFill>
                <a:latin typeface="Courier New"/>
              </a:rPr>
              <a:t>graph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 b="1">
                <a:solidFill>
                  <a:srgbClr val="F28C4F"/>
                </a:solidFill>
                <a:latin typeface="Courier New"/>
              </a:rPr>
              <a:t>import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StateGraph</a:t>
            </a:r>
            <a:r>
              <a:rPr sz="1200">
                <a:solidFill>
                  <a:srgbClr val="E8EEF1"/>
                </a:solidFill>
                <a:latin typeface="Courier New"/>
              </a:rPr>
              <a:t>,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MessagesState</a:t>
            </a:r>
            <a:r>
              <a:rPr sz="1200">
                <a:solidFill>
                  <a:srgbClr val="E8EEF1"/>
                </a:solidFill>
                <a:latin typeface="Courier New"/>
              </a:rPr>
              <a:t>,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START</a:t>
            </a:r>
            <a:r>
              <a:rPr sz="1200">
                <a:solidFill>
                  <a:srgbClr val="E8EEF1"/>
                </a:solidFill>
                <a:latin typeface="Courier New"/>
              </a:rPr>
              <a:t>,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END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28C4F"/>
                </a:solidFill>
                <a:latin typeface="Courier New"/>
              </a:rPr>
              <a:t>from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config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 b="1">
                <a:solidFill>
                  <a:srgbClr val="F28C4F"/>
                </a:solidFill>
                <a:latin typeface="Courier New"/>
              </a:rPr>
              <a:t>import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get_llm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llm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=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get_llm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28C4F"/>
                </a:solidFill>
                <a:latin typeface="Courier New"/>
              </a:rPr>
              <a:t>def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7FCFF0"/>
                </a:solidFill>
                <a:latin typeface="Courier New"/>
              </a:rPr>
              <a:t>chatbot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state</a:t>
            </a:r>
            <a:r>
              <a:rPr sz="1200">
                <a:solidFill>
                  <a:srgbClr val="E8EEF1"/>
                </a:solidFill>
                <a:latin typeface="Courier New"/>
              </a:rPr>
              <a:t>: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MessagesState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-</a:t>
            </a:r>
            <a:r>
              <a:rPr sz="1200">
                <a:solidFill>
                  <a:srgbClr val="E8EEF1"/>
                </a:solidFill>
                <a:latin typeface="Courier New"/>
              </a:rPr>
              <a:t>&gt;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7FCFF0"/>
                </a:solidFill>
                <a:latin typeface="Courier New"/>
              </a:rPr>
              <a:t>dict</a:t>
            </a:r>
            <a:r>
              <a:rPr sz="120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    </a:t>
            </a:r>
            <a:r>
              <a:rPr sz="1200">
                <a:solidFill>
                  <a:srgbClr val="E8EEF1"/>
                </a:solidFill>
                <a:latin typeface="Courier New"/>
              </a:rPr>
              <a:t>risposta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=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llm</a:t>
            </a:r>
            <a:r>
              <a:rPr sz="1200">
                <a:solidFill>
                  <a:srgbClr val="E8EEF1"/>
                </a:solidFill>
                <a:latin typeface="Courier New"/>
              </a:rPr>
              <a:t>.</a:t>
            </a:r>
            <a:r>
              <a:rPr sz="1200">
                <a:solidFill>
                  <a:srgbClr val="E8EEF1"/>
                </a:solidFill>
                <a:latin typeface="Courier New"/>
              </a:rPr>
              <a:t>invoke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state</a:t>
            </a:r>
            <a:r>
              <a:rPr sz="1200">
                <a:solidFill>
                  <a:srgbClr val="E8EEF1"/>
                </a:solidFill>
                <a:latin typeface="Courier New"/>
              </a:rPr>
              <a:t>[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messages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]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  <a:r>
              <a:rPr sz="1200">
                <a:solidFill>
                  <a:srgbClr val="E8EEF1"/>
                </a:solidFill>
                <a:latin typeface="Courier New"/>
              </a:rPr>
              <a:t>     </a:t>
            </a:r>
            <a:r>
              <a:rPr sz="1200">
                <a:solidFill>
                  <a:srgbClr val="8AA4B0"/>
                </a:solidFill>
                <a:latin typeface="Courier New"/>
              </a:rPr>
              <a:t># passa TUTTA la cronologia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    </a:t>
            </a:r>
            <a:r>
              <a:rPr sz="1200" b="1">
                <a:solidFill>
                  <a:srgbClr val="F28C4F"/>
                </a:solidFill>
                <a:latin typeface="Courier New"/>
              </a:rPr>
              <a:t>return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{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messages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: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[</a:t>
            </a:r>
            <a:r>
              <a:rPr sz="1200">
                <a:solidFill>
                  <a:srgbClr val="E8EEF1"/>
                </a:solidFill>
                <a:latin typeface="Courier New"/>
              </a:rPr>
              <a:t>risposta</a:t>
            </a:r>
            <a:r>
              <a:rPr sz="1200">
                <a:solidFill>
                  <a:srgbClr val="E8EEF1"/>
                </a:solidFill>
                <a:latin typeface="Courier New"/>
              </a:rPr>
              <a:t>]</a:t>
            </a:r>
            <a:r>
              <a:rPr sz="1200">
                <a:solidFill>
                  <a:srgbClr val="E8EEF1"/>
                </a:solidFill>
                <a:latin typeface="Courier New"/>
              </a:rPr>
              <a:t>}</a:t>
            </a:r>
            <a:r>
              <a:rPr sz="1200">
                <a:solidFill>
                  <a:srgbClr val="E8EEF1"/>
                </a:solidFill>
                <a:latin typeface="Courier New"/>
              </a:rPr>
              <a:t>              </a:t>
            </a:r>
            <a:r>
              <a:rPr sz="1200">
                <a:solidFill>
                  <a:srgbClr val="8AA4B0"/>
                </a:solidFill>
                <a:latin typeface="Courier New"/>
              </a:rPr>
              <a:t># add_messages la accoda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builder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=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StateGraph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MessagesState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builder</a:t>
            </a:r>
            <a:r>
              <a:rPr sz="1200">
                <a:solidFill>
                  <a:srgbClr val="E8EEF1"/>
                </a:solidFill>
                <a:latin typeface="Courier New"/>
              </a:rPr>
              <a:t>.</a:t>
            </a:r>
            <a:r>
              <a:rPr sz="1200">
                <a:solidFill>
                  <a:srgbClr val="E8EEF1"/>
                </a:solidFill>
                <a:latin typeface="Courier New"/>
              </a:rPr>
              <a:t>add_node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chatbot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,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chatbot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builder</a:t>
            </a:r>
            <a:r>
              <a:rPr sz="1200">
                <a:solidFill>
                  <a:srgbClr val="E8EEF1"/>
                </a:solidFill>
                <a:latin typeface="Courier New"/>
              </a:rPr>
              <a:t>.</a:t>
            </a:r>
            <a:r>
              <a:rPr sz="1200">
                <a:solidFill>
                  <a:srgbClr val="E8EEF1"/>
                </a:solidFill>
                <a:latin typeface="Courier New"/>
              </a:rPr>
              <a:t>add_edge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START</a:t>
            </a:r>
            <a:r>
              <a:rPr sz="1200">
                <a:solidFill>
                  <a:srgbClr val="E8EEF1"/>
                </a:solidFill>
                <a:latin typeface="Courier New"/>
              </a:rPr>
              <a:t>,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chatbot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builder</a:t>
            </a:r>
            <a:r>
              <a:rPr sz="1200">
                <a:solidFill>
                  <a:srgbClr val="E8EEF1"/>
                </a:solidFill>
                <a:latin typeface="Courier New"/>
              </a:rPr>
              <a:t>.</a:t>
            </a:r>
            <a:r>
              <a:rPr sz="1200">
                <a:solidFill>
                  <a:srgbClr val="E8EEF1"/>
                </a:solidFill>
                <a:latin typeface="Courier New"/>
              </a:rPr>
              <a:t>add_edge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chatbot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,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END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graph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=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builder</a:t>
            </a:r>
            <a:r>
              <a:rPr sz="1200">
                <a:solidFill>
                  <a:srgbClr val="E8EEF1"/>
                </a:solidFill>
                <a:latin typeface="Courier New"/>
              </a:rPr>
              <a:t>.</a:t>
            </a:r>
            <a:r>
              <a:rPr sz="1200">
                <a:solidFill>
                  <a:srgbClr val="E8EEF1"/>
                </a:solidFill>
                <a:latin typeface="Courier New"/>
              </a:rPr>
              <a:t>compile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out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=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graph</a:t>
            </a:r>
            <a:r>
              <a:rPr sz="1200">
                <a:solidFill>
                  <a:srgbClr val="E8EEF1"/>
                </a:solidFill>
                <a:latin typeface="Courier New"/>
              </a:rPr>
              <a:t>.</a:t>
            </a:r>
            <a:r>
              <a:rPr sz="1200">
                <a:solidFill>
                  <a:srgbClr val="E8EEF1"/>
                </a:solidFill>
                <a:latin typeface="Courier New"/>
              </a:rPr>
              <a:t>invoke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{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messages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: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[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user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,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Ciao, mi chiamo Nico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  <a:r>
              <a:rPr sz="1200">
                <a:solidFill>
                  <a:srgbClr val="E8EEF1"/>
                </a:solidFill>
                <a:latin typeface="Courier New"/>
              </a:rPr>
              <a:t>]</a:t>
            </a:r>
            <a:r>
              <a:rPr sz="1200">
                <a:solidFill>
                  <a:srgbClr val="E8EEF1"/>
                </a:solidFill>
                <a:latin typeface="Courier New"/>
              </a:rPr>
              <a:t>}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FCFF0"/>
                </a:solidFill>
                <a:latin typeface="Courier New"/>
              </a:rPr>
              <a:t>print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out</a:t>
            </a:r>
            <a:r>
              <a:rPr sz="1200">
                <a:solidFill>
                  <a:srgbClr val="E8EEF1"/>
                </a:solidFill>
                <a:latin typeface="Courier New"/>
              </a:rPr>
              <a:t>[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messages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]</a:t>
            </a:r>
            <a:r>
              <a:rPr sz="1200">
                <a:solidFill>
                  <a:srgbClr val="E8EEF1"/>
                </a:solidFill>
                <a:latin typeface="Courier New"/>
              </a:rPr>
              <a:t>[</a:t>
            </a:r>
            <a:r>
              <a:rPr sz="1200">
                <a:solidFill>
                  <a:srgbClr val="E8EEF1"/>
                </a:solidFill>
                <a:latin typeface="Courier New"/>
              </a:rPr>
              <a:t>-</a:t>
            </a:r>
            <a:r>
              <a:rPr sz="1200">
                <a:solidFill>
                  <a:srgbClr val="F5C96A"/>
                </a:solidFill>
                <a:latin typeface="Courier New"/>
              </a:rPr>
              <a:t>1</a:t>
            </a:r>
            <a:r>
              <a:rPr sz="1200">
                <a:solidFill>
                  <a:srgbClr val="E8EEF1"/>
                </a:solidFill>
                <a:latin typeface="Courier New"/>
              </a:rPr>
              <a:t>]</a:t>
            </a:r>
            <a:r>
              <a:rPr sz="1200">
                <a:solidFill>
                  <a:srgbClr val="E8EEF1"/>
                </a:solidFill>
                <a:latin typeface="Courier New"/>
              </a:rPr>
              <a:t>.</a:t>
            </a:r>
            <a:r>
              <a:rPr sz="1200">
                <a:solidFill>
                  <a:srgbClr val="E8EEF1"/>
                </a:solidFill>
                <a:latin typeface="Courier New"/>
              </a:rPr>
              <a:t>content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out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=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graph</a:t>
            </a:r>
            <a:r>
              <a:rPr sz="1200">
                <a:solidFill>
                  <a:srgbClr val="E8EEF1"/>
                </a:solidFill>
                <a:latin typeface="Courier New"/>
              </a:rPr>
              <a:t>.</a:t>
            </a:r>
            <a:r>
              <a:rPr sz="1200">
                <a:solidFill>
                  <a:srgbClr val="E8EEF1"/>
                </a:solidFill>
                <a:latin typeface="Courier New"/>
              </a:rPr>
              <a:t>invoke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{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messages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: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[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user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,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Come mi chiamo?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  <a:r>
              <a:rPr sz="1200">
                <a:solidFill>
                  <a:srgbClr val="E8EEF1"/>
                </a:solidFill>
                <a:latin typeface="Courier New"/>
              </a:rPr>
              <a:t>]</a:t>
            </a:r>
            <a:r>
              <a:rPr sz="1200">
                <a:solidFill>
                  <a:srgbClr val="E8EEF1"/>
                </a:solidFill>
                <a:latin typeface="Courier New"/>
              </a:rPr>
              <a:t>}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FCFF0"/>
                </a:solidFill>
                <a:latin typeface="Courier New"/>
              </a:rPr>
              <a:t>print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out</a:t>
            </a:r>
            <a:r>
              <a:rPr sz="1200">
                <a:solidFill>
                  <a:srgbClr val="E8EEF1"/>
                </a:solidFill>
                <a:latin typeface="Courier New"/>
              </a:rPr>
              <a:t>[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messages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]</a:t>
            </a:r>
            <a:r>
              <a:rPr sz="1200">
                <a:solidFill>
                  <a:srgbClr val="E8EEF1"/>
                </a:solidFill>
                <a:latin typeface="Courier New"/>
              </a:rPr>
              <a:t>[</a:t>
            </a:r>
            <a:r>
              <a:rPr sz="1200">
                <a:solidFill>
                  <a:srgbClr val="E8EEF1"/>
                </a:solidFill>
                <a:latin typeface="Courier New"/>
              </a:rPr>
              <a:t>-</a:t>
            </a:r>
            <a:r>
              <a:rPr sz="1200">
                <a:solidFill>
                  <a:srgbClr val="F5C96A"/>
                </a:solidFill>
                <a:latin typeface="Courier New"/>
              </a:rPr>
              <a:t>1</a:t>
            </a:r>
            <a:r>
              <a:rPr sz="1200">
                <a:solidFill>
                  <a:srgbClr val="E8EEF1"/>
                </a:solidFill>
                <a:latin typeface="Courier New"/>
              </a:rPr>
              <a:t>]</a:t>
            </a:r>
            <a:r>
              <a:rPr sz="1200">
                <a:solidFill>
                  <a:srgbClr val="E8EEF1"/>
                </a:solidFill>
                <a:latin typeface="Courier New"/>
              </a:rPr>
              <a:t>.</a:t>
            </a:r>
            <a:r>
              <a:rPr sz="1200">
                <a:solidFill>
                  <a:srgbClr val="E8EEF1"/>
                </a:solidFill>
                <a:latin typeface="Courier New"/>
              </a:rPr>
              <a:t>content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  <a:r>
              <a:rPr sz="1200">
                <a:solidFill>
                  <a:srgbClr val="E8EEF1"/>
                </a:solidFill>
                <a:latin typeface="Courier New"/>
              </a:rPr>
              <a:t>     </a:t>
            </a:r>
            <a:r>
              <a:rPr sz="1200">
                <a:solidFill>
                  <a:srgbClr val="8AA4B0"/>
                </a:solidFill>
                <a:latin typeface="Courier New"/>
              </a:rPr>
              <a:t># NON lo sa: ogni invoke riparte da zero!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0" y="4864608"/>
            <a:ext cx="32918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b="0" sz="1000">
                <a:solidFill>
                  <a:srgbClr val="76777B"/>
                </a:solidFill>
                <a:latin typeface="Arial"/>
              </a:rPr>
              <a:t>Esempio: </a:t>
            </a:r>
            <a:r>
              <a:rPr b="1" sz="1000">
                <a:solidFill>
                  <a:srgbClr val="005A77"/>
                </a:solidFill>
                <a:latin typeface="Courier New"/>
              </a:rPr>
              <a:t>09_chatbot.py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1.12 MEMORIA: CHECKPOINTER E THREAD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33</a:t>
            </a:fld>
          </a:p>
        </p:txBody>
      </p:sp>
      <p:sp>
        <p:nvSpPr>
          <p:cNvPr id="34" name="Rounded Rectangle 33"/>
          <p:cNvSpPr/>
          <p:nvPr/>
        </p:nvSpPr>
        <p:spPr>
          <a:xfrm>
            <a:off x="457200" y="1051560"/>
            <a:ext cx="8229600" cy="2333244"/>
          </a:xfrm>
          <a:prstGeom prst="roundRect">
            <a:avLst>
              <a:gd name="adj" fmla="val 4000"/>
            </a:avLst>
          </a:prstGeom>
          <a:solidFill>
            <a:srgbClr val="0B2B38"/>
          </a:solidFill>
          <a:ln>
            <a:noFill/>
          </a:ln>
        </p:spPr>
        <p:txBody>
          <a:bodyPr rtlCol="0" anchor="t" wrap="square" lIns="128016" rIns="128016" tIns="91440" bIns="54864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F28C4F"/>
                </a:solidFill>
                <a:latin typeface="Courier New"/>
              </a:rPr>
              <a:t>from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langgraph</a:t>
            </a:r>
            <a:r>
              <a:rPr sz="1150">
                <a:solidFill>
                  <a:srgbClr val="E8EEF1"/>
                </a:solidFill>
                <a:latin typeface="Courier New"/>
              </a:rPr>
              <a:t>.</a:t>
            </a:r>
            <a:r>
              <a:rPr sz="1150">
                <a:solidFill>
                  <a:srgbClr val="E8EEF1"/>
                </a:solidFill>
                <a:latin typeface="Courier New"/>
              </a:rPr>
              <a:t>checkpoint</a:t>
            </a:r>
            <a:r>
              <a:rPr sz="1150">
                <a:solidFill>
                  <a:srgbClr val="E8EEF1"/>
                </a:solidFill>
                <a:latin typeface="Courier New"/>
              </a:rPr>
              <a:t>.</a:t>
            </a:r>
            <a:r>
              <a:rPr sz="1150">
                <a:solidFill>
                  <a:srgbClr val="E8EEF1"/>
                </a:solidFill>
                <a:latin typeface="Courier New"/>
              </a:rPr>
              <a:t>memory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 b="1">
                <a:solidFill>
                  <a:srgbClr val="F28C4F"/>
                </a:solidFill>
                <a:latin typeface="Courier New"/>
              </a:rPr>
              <a:t>import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InMemorySaver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graph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=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builder</a:t>
            </a:r>
            <a:r>
              <a:rPr sz="1150">
                <a:solidFill>
                  <a:srgbClr val="E8EEF1"/>
                </a:solidFill>
                <a:latin typeface="Courier New"/>
              </a:rPr>
              <a:t>.</a:t>
            </a:r>
            <a:r>
              <a:rPr sz="1150">
                <a:solidFill>
                  <a:srgbClr val="E8EEF1"/>
                </a:solidFill>
                <a:latin typeface="Courier New"/>
              </a:rPr>
              <a:t>compile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E8EEF1"/>
                </a:solidFill>
                <a:latin typeface="Courier New"/>
              </a:rPr>
              <a:t>checkpointer</a:t>
            </a:r>
            <a:r>
              <a:rPr sz="1150">
                <a:solidFill>
                  <a:srgbClr val="E8EEF1"/>
                </a:solidFill>
                <a:latin typeface="Courier New"/>
              </a:rPr>
              <a:t>=</a:t>
            </a:r>
            <a:r>
              <a:rPr sz="1150">
                <a:solidFill>
                  <a:srgbClr val="E8EEF1"/>
                </a:solidFill>
                <a:latin typeface="Courier New"/>
              </a:rPr>
              <a:t>InMemorySaver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  <a:r>
              <a:rPr sz="1150">
                <a:solidFill>
                  <a:srgbClr val="E8EEF1"/>
                </a:solidFill>
                <a:latin typeface="Courier New"/>
              </a:rPr>
              <a:t>   </a:t>
            </a:r>
            <a:r>
              <a:rPr sz="1150">
                <a:solidFill>
                  <a:srgbClr val="8AA4B0"/>
                </a:solidFill>
                <a:latin typeface="Courier New"/>
              </a:rPr>
              <a:t># salva lo state a ogni passo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config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=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{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configurable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: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{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thread_id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: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nico-1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}</a:t>
            </a:r>
            <a:r>
              <a:rPr sz="1150">
                <a:solidFill>
                  <a:srgbClr val="E8EEF1"/>
                </a:solidFill>
                <a:latin typeface="Courier New"/>
              </a:rPr>
              <a:t>}</a:t>
            </a:r>
            <a:r>
              <a:rPr sz="1150">
                <a:solidFill>
                  <a:srgbClr val="E8EEF1"/>
                </a:solidFill>
                <a:latin typeface="Courier New"/>
              </a:rPr>
              <a:t>      </a:t>
            </a:r>
            <a:r>
              <a:rPr sz="1150">
                <a:solidFill>
                  <a:srgbClr val="8AA4B0"/>
                </a:solidFill>
                <a:latin typeface="Courier New"/>
              </a:rPr>
              <a:t># una "conversazione"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F28C4F"/>
                </a:solidFill>
                <a:latin typeface="Courier New"/>
              </a:rPr>
              <a:t>def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7FCFF0"/>
                </a:solidFill>
                <a:latin typeface="Courier New"/>
              </a:rPr>
              <a:t>chat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  <a:r>
              <a:rPr sz="115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    </a:t>
            </a:r>
            <a:r>
              <a:rPr sz="1150" b="1">
                <a:solidFill>
                  <a:srgbClr val="F28C4F"/>
                </a:solidFill>
                <a:latin typeface="Courier New"/>
              </a:rPr>
              <a:t>while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 b="1">
                <a:solidFill>
                  <a:srgbClr val="F28C4F"/>
                </a:solidFill>
                <a:latin typeface="Courier New"/>
              </a:rPr>
              <a:t>True</a:t>
            </a:r>
            <a:r>
              <a:rPr sz="115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        </a:t>
            </a:r>
            <a:r>
              <a:rPr sz="1150">
                <a:solidFill>
                  <a:srgbClr val="E8EEF1"/>
                </a:solidFill>
                <a:latin typeface="Courier New"/>
              </a:rPr>
              <a:t>testo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=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7FCFF0"/>
                </a:solidFill>
                <a:latin typeface="Courier New"/>
              </a:rPr>
              <a:t>input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Tu: 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        </a:t>
            </a:r>
            <a:r>
              <a:rPr sz="1150" b="1">
                <a:solidFill>
                  <a:srgbClr val="F28C4F"/>
                </a:solidFill>
                <a:latin typeface="Courier New"/>
              </a:rPr>
              <a:t>if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testo</a:t>
            </a:r>
            <a:r>
              <a:rPr sz="1150">
                <a:solidFill>
                  <a:srgbClr val="E8EEF1"/>
                </a:solidFill>
                <a:latin typeface="Courier New"/>
              </a:rPr>
              <a:t>.</a:t>
            </a:r>
            <a:r>
              <a:rPr sz="1150">
                <a:solidFill>
                  <a:srgbClr val="E8EEF1"/>
                </a:solidFill>
                <a:latin typeface="Courier New"/>
              </a:rPr>
              <a:t>lower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F28C4F"/>
                </a:solidFill>
                <a:latin typeface="Courier New"/>
              </a:rPr>
              <a:t>in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exit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,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quit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  <a:r>
              <a:rPr sz="115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            </a:t>
            </a:r>
            <a:r>
              <a:rPr sz="1150" b="1">
                <a:solidFill>
                  <a:srgbClr val="F28C4F"/>
                </a:solidFill>
                <a:latin typeface="Courier New"/>
              </a:rPr>
              <a:t>break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        </a:t>
            </a:r>
            <a:r>
              <a:rPr sz="1150">
                <a:solidFill>
                  <a:srgbClr val="E8EEF1"/>
                </a:solidFill>
                <a:latin typeface="Courier New"/>
              </a:rPr>
              <a:t>out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=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graph</a:t>
            </a:r>
            <a:r>
              <a:rPr sz="1150">
                <a:solidFill>
                  <a:srgbClr val="E8EEF1"/>
                </a:solidFill>
                <a:latin typeface="Courier New"/>
              </a:rPr>
              <a:t>.</a:t>
            </a:r>
            <a:r>
              <a:rPr sz="1150">
                <a:solidFill>
                  <a:srgbClr val="E8EEF1"/>
                </a:solidFill>
                <a:latin typeface="Courier New"/>
              </a:rPr>
              <a:t>invoke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E8EEF1"/>
                </a:solidFill>
                <a:latin typeface="Courier New"/>
              </a:rPr>
              <a:t>{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messages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: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[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user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,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testo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  <a:r>
              <a:rPr sz="1150">
                <a:solidFill>
                  <a:srgbClr val="E8EEF1"/>
                </a:solidFill>
                <a:latin typeface="Courier New"/>
              </a:rPr>
              <a:t>]</a:t>
            </a:r>
            <a:r>
              <a:rPr sz="1150">
                <a:solidFill>
                  <a:srgbClr val="E8EEF1"/>
                </a:solidFill>
                <a:latin typeface="Courier New"/>
              </a:rPr>
              <a:t>}</a:t>
            </a:r>
            <a:r>
              <a:rPr sz="1150">
                <a:solidFill>
                  <a:srgbClr val="E8EEF1"/>
                </a:solidFill>
                <a:latin typeface="Courier New"/>
              </a:rPr>
              <a:t>,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config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        </a:t>
            </a:r>
            <a:r>
              <a:rPr sz="1150">
                <a:solidFill>
                  <a:srgbClr val="7FCFF0"/>
                </a:solidFill>
                <a:latin typeface="Courier New"/>
              </a:rPr>
              <a:t>print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AI: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,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out</a:t>
            </a:r>
            <a:r>
              <a:rPr sz="1150">
                <a:solidFill>
                  <a:srgbClr val="E8EEF1"/>
                </a:solidFill>
                <a:latin typeface="Courier New"/>
              </a:rPr>
              <a:t>[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messages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]</a:t>
            </a:r>
            <a:r>
              <a:rPr sz="1150">
                <a:solidFill>
                  <a:srgbClr val="E8EEF1"/>
                </a:solidFill>
                <a:latin typeface="Courier New"/>
              </a:rPr>
              <a:t>[</a:t>
            </a:r>
            <a:r>
              <a:rPr sz="1150">
                <a:solidFill>
                  <a:srgbClr val="E8EEF1"/>
                </a:solidFill>
                <a:latin typeface="Courier New"/>
              </a:rPr>
              <a:t>-</a:t>
            </a:r>
            <a:r>
              <a:rPr sz="1150">
                <a:solidFill>
                  <a:srgbClr val="F5C96A"/>
                </a:solidFill>
                <a:latin typeface="Courier New"/>
              </a:rPr>
              <a:t>1</a:t>
            </a:r>
            <a:r>
              <a:rPr sz="1150">
                <a:solidFill>
                  <a:srgbClr val="E8EEF1"/>
                </a:solidFill>
                <a:latin typeface="Courier New"/>
              </a:rPr>
              <a:t>]</a:t>
            </a:r>
            <a:r>
              <a:rPr sz="1150">
                <a:solidFill>
                  <a:srgbClr val="E8EEF1"/>
                </a:solidFill>
                <a:latin typeface="Courier New"/>
              </a:rPr>
              <a:t>.</a:t>
            </a:r>
            <a:r>
              <a:rPr sz="1150">
                <a:solidFill>
                  <a:srgbClr val="E8EEF1"/>
                </a:solidFill>
                <a:latin typeface="Courier New"/>
              </a:rPr>
              <a:t>content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3494532"/>
            <a:ext cx="8229600" cy="1306068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566928" y="3567684"/>
            <a:ext cx="3977639" cy="1214627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150">
                <a:solidFill>
                  <a:srgbClr val="003548"/>
                </a:solidFill>
                <a:latin typeface="Arial"/>
              </a:rPr>
              <a:t>Il </a:t>
            </a:r>
            <a:r>
              <a:rPr b="1" sz="1150">
                <a:solidFill>
                  <a:srgbClr val="003548"/>
                </a:solidFill>
                <a:latin typeface="Arial"/>
              </a:rPr>
              <a:t>checkpointer</a:t>
            </a:r>
            <a:r>
              <a:rPr b="0" sz="1150">
                <a:solidFill>
                  <a:srgbClr val="003548"/>
                </a:solidFill>
                <a:latin typeface="Arial"/>
              </a:rPr>
              <a:t> salva lo state dopo ogni super-step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150">
                <a:solidFill>
                  <a:srgbClr val="003548"/>
                </a:solidFill>
                <a:latin typeface="Arial"/>
              </a:rPr>
              <a:t>Il </a:t>
            </a:r>
            <a:r>
              <a:rPr b="1" sz="1150">
                <a:solidFill>
                  <a:srgbClr val="003548"/>
                </a:solidFill>
                <a:latin typeface="Arial"/>
              </a:rPr>
              <a:t>thread_id</a:t>
            </a:r>
            <a:r>
              <a:rPr b="0" sz="1150">
                <a:solidFill>
                  <a:srgbClr val="003548"/>
                </a:solidFill>
                <a:latin typeface="Arial"/>
              </a:rPr>
              <a:t> identifica la conversazione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17720" y="3567684"/>
            <a:ext cx="3977639" cy="1214627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150">
                <a:solidFill>
                  <a:srgbClr val="003548"/>
                </a:solidFill>
                <a:latin typeface="Arial"/>
              </a:rPr>
              <a:t>Stesso thread → si riparte dallo state salvato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1" sz="1150">
                <a:solidFill>
                  <a:srgbClr val="DF6426"/>
                </a:solidFill>
                <a:latin typeface="Courier New"/>
              </a:rPr>
              <a:t>InMemorySaver</a:t>
            </a:r>
            <a:r>
              <a:rPr b="0" sz="1150">
                <a:solidFill>
                  <a:srgbClr val="003548"/>
                </a:solidFill>
                <a:latin typeface="Arial"/>
              </a:rPr>
              <a:t> vive in RAM: per i file vedi la sezione 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20640" y="4864608"/>
            <a:ext cx="32918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b="0" sz="1000">
                <a:solidFill>
                  <a:srgbClr val="76777B"/>
                </a:solidFill>
                <a:latin typeface="Arial"/>
              </a:rPr>
              <a:t>Esempio: </a:t>
            </a:r>
            <a:r>
              <a:rPr b="1" sz="1000">
                <a:solidFill>
                  <a:srgbClr val="005A77"/>
                </a:solidFill>
                <a:latin typeface="Courier New"/>
              </a:rPr>
              <a:t>10_chatbot_memoria.py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1.12 ISPEZIONARE E LIMITARE LA MEMORIA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34</a:t>
            </a:fld>
          </a:p>
        </p:txBody>
      </p:sp>
      <p:sp>
        <p:nvSpPr>
          <p:cNvPr id="34" name="Rounded Rectangle 33"/>
          <p:cNvSpPr/>
          <p:nvPr/>
        </p:nvSpPr>
        <p:spPr>
          <a:xfrm>
            <a:off x="457200" y="1051560"/>
            <a:ext cx="5760720" cy="1546479"/>
          </a:xfrm>
          <a:prstGeom prst="roundRect">
            <a:avLst>
              <a:gd name="adj" fmla="val 4000"/>
            </a:avLst>
          </a:prstGeom>
          <a:solidFill>
            <a:srgbClr val="0B2B38"/>
          </a:solidFill>
          <a:ln>
            <a:noFill/>
          </a:ln>
        </p:spPr>
        <p:txBody>
          <a:bodyPr rtlCol="0" anchor="t" wrap="square" lIns="128016" rIns="128016" tIns="91440" bIns="54864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28C4F"/>
                </a:solidFill>
                <a:latin typeface="Courier New"/>
              </a:rPr>
              <a:t>def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7FCFF0"/>
                </a:solidFill>
                <a:latin typeface="Courier New"/>
              </a:rPr>
              <a:t>ispeziona</a:t>
            </a:r>
            <a:r>
              <a:rPr sz="950">
                <a:solidFill>
                  <a:srgbClr val="E8EEF1"/>
                </a:solidFill>
                <a:latin typeface="Courier New"/>
              </a:rPr>
              <a:t>(</a:t>
            </a:r>
            <a:r>
              <a:rPr sz="950">
                <a:solidFill>
                  <a:srgbClr val="E8EEF1"/>
                </a:solidFill>
                <a:latin typeface="Courier New"/>
              </a:rPr>
              <a:t>)</a:t>
            </a:r>
            <a:r>
              <a:rPr sz="95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8EEF1"/>
                </a:solidFill>
                <a:latin typeface="Courier New"/>
              </a:rPr>
              <a:t>    </a:t>
            </a:r>
            <a:r>
              <a:rPr sz="950">
                <a:solidFill>
                  <a:srgbClr val="E8EEF1"/>
                </a:solidFill>
                <a:latin typeface="Courier New"/>
              </a:rPr>
              <a:t>snap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=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graph</a:t>
            </a:r>
            <a:r>
              <a:rPr sz="950">
                <a:solidFill>
                  <a:srgbClr val="E8EEF1"/>
                </a:solidFill>
                <a:latin typeface="Courier New"/>
              </a:rPr>
              <a:t>.</a:t>
            </a:r>
            <a:r>
              <a:rPr sz="950">
                <a:solidFill>
                  <a:srgbClr val="E8EEF1"/>
                </a:solidFill>
                <a:latin typeface="Courier New"/>
              </a:rPr>
              <a:t>get_state</a:t>
            </a:r>
            <a:r>
              <a:rPr sz="950">
                <a:solidFill>
                  <a:srgbClr val="E8EEF1"/>
                </a:solidFill>
                <a:latin typeface="Courier New"/>
              </a:rPr>
              <a:t>(</a:t>
            </a:r>
            <a:r>
              <a:rPr sz="950">
                <a:solidFill>
                  <a:srgbClr val="E8EEF1"/>
                </a:solidFill>
                <a:latin typeface="Courier New"/>
              </a:rPr>
              <a:t>config</a:t>
            </a:r>
            <a:r>
              <a:rPr sz="950">
                <a:solidFill>
                  <a:srgbClr val="E8EEF1"/>
                </a:solidFill>
                <a:latin typeface="Courier New"/>
              </a:rPr>
              <a:t>)</a:t>
            </a:r>
            <a:r>
              <a:rPr sz="950">
                <a:solidFill>
                  <a:srgbClr val="E8EEF1"/>
                </a:solidFill>
                <a:latin typeface="Courier New"/>
              </a:rPr>
              <a:t>       </a:t>
            </a:r>
            <a:r>
              <a:rPr sz="950">
                <a:solidFill>
                  <a:srgbClr val="8AA4B0"/>
                </a:solidFill>
                <a:latin typeface="Courier New"/>
              </a:rPr>
              <a:t># ultimo checkpoint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8EEF1"/>
                </a:solidFill>
                <a:latin typeface="Courier New"/>
              </a:rPr>
              <a:t>    </a:t>
            </a:r>
            <a:r>
              <a:rPr sz="950">
                <a:solidFill>
                  <a:srgbClr val="7FCFF0"/>
                </a:solidFill>
                <a:latin typeface="Courier New"/>
              </a:rPr>
              <a:t>print</a:t>
            </a:r>
            <a:r>
              <a:rPr sz="950">
                <a:solidFill>
                  <a:srgbClr val="E8EEF1"/>
                </a:solidFill>
                <a:latin typeface="Courier New"/>
              </a:rPr>
              <a:t>(</a:t>
            </a:r>
            <a:r>
              <a:rPr sz="950">
                <a:solidFill>
                  <a:srgbClr val="7FCFF0"/>
                </a:solidFill>
                <a:latin typeface="Courier New"/>
              </a:rPr>
              <a:t>len</a:t>
            </a:r>
            <a:r>
              <a:rPr sz="950">
                <a:solidFill>
                  <a:srgbClr val="E8EEF1"/>
                </a:solidFill>
                <a:latin typeface="Courier New"/>
              </a:rPr>
              <a:t>(</a:t>
            </a:r>
            <a:r>
              <a:rPr sz="950">
                <a:solidFill>
                  <a:srgbClr val="E8EEF1"/>
                </a:solidFill>
                <a:latin typeface="Courier New"/>
              </a:rPr>
              <a:t>snap</a:t>
            </a:r>
            <a:r>
              <a:rPr sz="950">
                <a:solidFill>
                  <a:srgbClr val="E8EEF1"/>
                </a:solidFill>
                <a:latin typeface="Courier New"/>
              </a:rPr>
              <a:t>.</a:t>
            </a:r>
            <a:r>
              <a:rPr sz="950">
                <a:solidFill>
                  <a:srgbClr val="E8EEF1"/>
                </a:solidFill>
                <a:latin typeface="Courier New"/>
              </a:rPr>
              <a:t>values</a:t>
            </a:r>
            <a:r>
              <a:rPr sz="950">
                <a:solidFill>
                  <a:srgbClr val="E8EEF1"/>
                </a:solidFill>
                <a:latin typeface="Courier New"/>
              </a:rPr>
              <a:t>[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B5D98B"/>
                </a:solidFill>
                <a:latin typeface="Courier New"/>
              </a:rPr>
              <a:t>messages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E8EEF1"/>
                </a:solidFill>
                <a:latin typeface="Courier New"/>
              </a:rPr>
              <a:t>]</a:t>
            </a:r>
            <a:r>
              <a:rPr sz="950">
                <a:solidFill>
                  <a:srgbClr val="E8EEF1"/>
                </a:solidFill>
                <a:latin typeface="Courier New"/>
              </a:rPr>
              <a:t>)</a:t>
            </a:r>
            <a:r>
              <a:rPr sz="950">
                <a:solidFill>
                  <a:srgbClr val="E8EEF1"/>
                </a:solidFill>
                <a:latin typeface="Courier New"/>
              </a:rPr>
              <a:t>)</a:t>
            </a:r>
            <a:r>
              <a:rPr sz="950">
                <a:solidFill>
                  <a:srgbClr val="E8EEF1"/>
                </a:solidFill>
                <a:latin typeface="Courier New"/>
              </a:rPr>
              <a:t>  </a:t>
            </a:r>
            <a:r>
              <a:rPr sz="950">
                <a:solidFill>
                  <a:srgbClr val="8AA4B0"/>
                </a:solidFill>
                <a:latin typeface="Courier New"/>
              </a:rPr>
              <a:t># messaggi del thread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8EEF1"/>
                </a:solidFill>
                <a:latin typeface="Courier New"/>
              </a:rPr>
              <a:t>    </a:t>
            </a:r>
            <a:r>
              <a:rPr sz="950">
                <a:solidFill>
                  <a:srgbClr val="7FCFF0"/>
                </a:solidFill>
                <a:latin typeface="Courier New"/>
              </a:rPr>
              <a:t>print</a:t>
            </a:r>
            <a:r>
              <a:rPr sz="950">
                <a:solidFill>
                  <a:srgbClr val="E8EEF1"/>
                </a:solidFill>
                <a:latin typeface="Courier New"/>
              </a:rPr>
              <a:t>(</a:t>
            </a:r>
            <a:r>
              <a:rPr sz="950">
                <a:solidFill>
                  <a:srgbClr val="E8EEF1"/>
                </a:solidFill>
                <a:latin typeface="Courier New"/>
              </a:rPr>
              <a:t>snap</a:t>
            </a:r>
            <a:r>
              <a:rPr sz="950">
                <a:solidFill>
                  <a:srgbClr val="E8EEF1"/>
                </a:solidFill>
                <a:latin typeface="Courier New"/>
              </a:rPr>
              <a:t>.</a:t>
            </a:r>
            <a:r>
              <a:rPr sz="950">
                <a:solidFill>
                  <a:srgbClr val="E8EEF1"/>
                </a:solidFill>
                <a:latin typeface="Courier New"/>
              </a:rPr>
              <a:t>next</a:t>
            </a:r>
            <a:r>
              <a:rPr sz="950">
                <a:solidFill>
                  <a:srgbClr val="E8EEF1"/>
                </a:solidFill>
                <a:latin typeface="Courier New"/>
              </a:rPr>
              <a:t>)</a:t>
            </a:r>
            <a:r>
              <a:rPr sz="950">
                <a:solidFill>
                  <a:srgbClr val="E8EEF1"/>
                </a:solidFill>
                <a:latin typeface="Courier New"/>
              </a:rPr>
              <a:t>                     </a:t>
            </a:r>
            <a:r>
              <a:rPr sz="950">
                <a:solidFill>
                  <a:srgbClr val="8AA4B0"/>
                </a:solidFill>
                <a:latin typeface="Courier New"/>
              </a:rPr>
              <a:t># () = nessun nodo in attesa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8EEF1"/>
                </a:solidFill>
                <a:latin typeface="Courier New"/>
              </a:rPr>
              <a:t>    </a:t>
            </a:r>
            <a:r>
              <a:rPr sz="950" b="1">
                <a:solidFill>
                  <a:srgbClr val="F28C4F"/>
                </a:solidFill>
                <a:latin typeface="Courier New"/>
              </a:rPr>
              <a:t>for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m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F28C4F"/>
                </a:solidFill>
                <a:latin typeface="Courier New"/>
              </a:rPr>
              <a:t>in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snap</a:t>
            </a:r>
            <a:r>
              <a:rPr sz="950">
                <a:solidFill>
                  <a:srgbClr val="E8EEF1"/>
                </a:solidFill>
                <a:latin typeface="Courier New"/>
              </a:rPr>
              <a:t>.</a:t>
            </a:r>
            <a:r>
              <a:rPr sz="950">
                <a:solidFill>
                  <a:srgbClr val="E8EEF1"/>
                </a:solidFill>
                <a:latin typeface="Courier New"/>
              </a:rPr>
              <a:t>values</a:t>
            </a:r>
            <a:r>
              <a:rPr sz="950">
                <a:solidFill>
                  <a:srgbClr val="E8EEF1"/>
                </a:solidFill>
                <a:latin typeface="Courier New"/>
              </a:rPr>
              <a:t>[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B5D98B"/>
                </a:solidFill>
                <a:latin typeface="Courier New"/>
              </a:rPr>
              <a:t>messages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E8EEF1"/>
                </a:solidFill>
                <a:latin typeface="Courier New"/>
              </a:rPr>
              <a:t>]</a:t>
            </a:r>
            <a:r>
              <a:rPr sz="95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8EEF1"/>
                </a:solidFill>
                <a:latin typeface="Courier New"/>
              </a:rPr>
              <a:t>        </a:t>
            </a:r>
            <a:r>
              <a:rPr sz="950">
                <a:solidFill>
                  <a:srgbClr val="E8EEF1"/>
                </a:solidFill>
                <a:latin typeface="Courier New"/>
              </a:rPr>
              <a:t>m</a:t>
            </a:r>
            <a:r>
              <a:rPr sz="950">
                <a:solidFill>
                  <a:srgbClr val="E8EEF1"/>
                </a:solidFill>
                <a:latin typeface="Courier New"/>
              </a:rPr>
              <a:t>.</a:t>
            </a:r>
            <a:r>
              <a:rPr sz="950">
                <a:solidFill>
                  <a:srgbClr val="E8EEF1"/>
                </a:solidFill>
                <a:latin typeface="Courier New"/>
              </a:rPr>
              <a:t>pretty_print</a:t>
            </a:r>
            <a:r>
              <a:rPr sz="950">
                <a:solidFill>
                  <a:srgbClr val="E8EEF1"/>
                </a:solidFill>
                <a:latin typeface="Courier New"/>
              </a:rPr>
              <a:t>(</a:t>
            </a:r>
            <a:r>
              <a:rPr sz="95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8AA4B0"/>
                </a:solidFill>
                <a:latin typeface="Courier New"/>
              </a:rPr>
              <a:t># thread diverso = conversazione nuova e indipendente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8EEF1"/>
                </a:solidFill>
                <a:latin typeface="Courier New"/>
              </a:rPr>
              <a:t>altro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=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{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B5D98B"/>
                </a:solidFill>
                <a:latin typeface="Courier New"/>
              </a:rPr>
              <a:t>configurable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E8EEF1"/>
                </a:solidFill>
                <a:latin typeface="Courier New"/>
              </a:rPr>
              <a:t>: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{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B5D98B"/>
                </a:solidFill>
                <a:latin typeface="Courier New"/>
              </a:rPr>
              <a:t>thread_id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E8EEF1"/>
                </a:solidFill>
                <a:latin typeface="Courier New"/>
              </a:rPr>
              <a:t>: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B5D98B"/>
                </a:solidFill>
                <a:latin typeface="Courier New"/>
              </a:rPr>
              <a:t>ospite-7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E8EEF1"/>
                </a:solidFill>
                <a:latin typeface="Courier New"/>
              </a:rPr>
              <a:t>}</a:t>
            </a:r>
            <a:r>
              <a:rPr sz="950">
                <a:solidFill>
                  <a:srgbClr val="E8EEF1"/>
                </a:solidFill>
                <a:latin typeface="Courier New"/>
              </a:rPr>
              <a:t>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1097280"/>
            <a:ext cx="2331720" cy="1737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200">
                <a:solidFill>
                  <a:srgbClr val="DF6426"/>
                </a:solidFill>
                <a:latin typeface="Courier New"/>
              </a:rPr>
              <a:t>get_state()</a:t>
            </a:r>
            <a:r>
              <a:rPr b="0" sz="1200">
                <a:solidFill>
                  <a:srgbClr val="003548"/>
                </a:solidFill>
                <a:latin typeface="Arial"/>
              </a:rPr>
              <a:t> restituisce uno </a:t>
            </a:r>
            <a:r>
              <a:rPr b="1" sz="1200">
                <a:solidFill>
                  <a:srgbClr val="003548"/>
                </a:solidFill>
                <a:latin typeface="Arial"/>
              </a:rPr>
              <a:t>StateSnapshot</a:t>
            </a:r>
            <a:r>
              <a:rPr b="0" sz="1200">
                <a:solidFill>
                  <a:srgbClr val="003548"/>
                </a:solidFill>
                <a:latin typeface="Arial"/>
              </a:rPr>
              <a:t>: valori, prossimi nodi, config, metadati.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3017520"/>
            <a:ext cx="5760720" cy="1404112"/>
          </a:xfrm>
          <a:prstGeom prst="roundRect">
            <a:avLst>
              <a:gd name="adj" fmla="val 4000"/>
            </a:avLst>
          </a:prstGeom>
          <a:solidFill>
            <a:srgbClr val="0B2B38"/>
          </a:solidFill>
          <a:ln>
            <a:noFill/>
          </a:ln>
        </p:spPr>
        <p:txBody>
          <a:bodyPr rtlCol="0" anchor="t" wrap="square" lIns="128016" rIns="128016" tIns="91440" bIns="54864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28C4F"/>
                </a:solidFill>
                <a:latin typeface="Courier New"/>
              </a:rPr>
              <a:t>def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7FCFF0"/>
                </a:solidFill>
                <a:latin typeface="Courier New"/>
              </a:rPr>
              <a:t>chatbot</a:t>
            </a:r>
            <a:r>
              <a:rPr sz="950">
                <a:solidFill>
                  <a:srgbClr val="E8EEF1"/>
                </a:solidFill>
                <a:latin typeface="Courier New"/>
              </a:rPr>
              <a:t>(</a:t>
            </a:r>
            <a:r>
              <a:rPr sz="950">
                <a:solidFill>
                  <a:srgbClr val="E8EEF1"/>
                </a:solidFill>
                <a:latin typeface="Courier New"/>
              </a:rPr>
              <a:t>state</a:t>
            </a:r>
            <a:r>
              <a:rPr sz="950">
                <a:solidFill>
                  <a:srgbClr val="E8EEF1"/>
                </a:solidFill>
                <a:latin typeface="Courier New"/>
              </a:rPr>
              <a:t>: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MessagesState</a:t>
            </a:r>
            <a:r>
              <a:rPr sz="950">
                <a:solidFill>
                  <a:srgbClr val="E8EEF1"/>
                </a:solidFill>
                <a:latin typeface="Courier New"/>
              </a:rPr>
              <a:t>)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-</a:t>
            </a:r>
            <a:r>
              <a:rPr sz="950">
                <a:solidFill>
                  <a:srgbClr val="E8EEF1"/>
                </a:solidFill>
                <a:latin typeface="Courier New"/>
              </a:rPr>
              <a:t>&gt;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7FCFF0"/>
                </a:solidFill>
                <a:latin typeface="Courier New"/>
              </a:rPr>
              <a:t>dict</a:t>
            </a:r>
            <a:r>
              <a:rPr sz="95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8EEF1"/>
                </a:solidFill>
                <a:latin typeface="Courier New"/>
              </a:rPr>
              <a:t>    </a:t>
            </a:r>
            <a:r>
              <a:rPr sz="950">
                <a:solidFill>
                  <a:srgbClr val="E8EEF1"/>
                </a:solidFill>
                <a:latin typeface="Courier New"/>
              </a:rPr>
              <a:t>recenti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=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trim_messages</a:t>
            </a:r>
            <a:r>
              <a:rPr sz="950">
                <a:solidFill>
                  <a:srgbClr val="E8EEF1"/>
                </a:solidFill>
                <a:latin typeface="Courier New"/>
              </a:rPr>
              <a:t>(</a:t>
            </a:r>
            <a:r>
              <a:rPr sz="950">
                <a:solidFill>
                  <a:srgbClr val="E8EEF1"/>
                </a:solidFill>
                <a:latin typeface="Courier New"/>
              </a:rPr>
              <a:t>          </a:t>
            </a:r>
            <a:r>
              <a:rPr sz="950">
                <a:solidFill>
                  <a:srgbClr val="8AA4B0"/>
                </a:solidFill>
                <a:latin typeface="Courier New"/>
              </a:rPr>
              <a:t># resta nel contesto del modello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8EEF1"/>
                </a:solidFill>
                <a:latin typeface="Courier New"/>
              </a:rPr>
              <a:t>        </a:t>
            </a:r>
            <a:r>
              <a:rPr sz="950">
                <a:solidFill>
                  <a:srgbClr val="E8EEF1"/>
                </a:solidFill>
                <a:latin typeface="Courier New"/>
              </a:rPr>
              <a:t>state</a:t>
            </a:r>
            <a:r>
              <a:rPr sz="950">
                <a:solidFill>
                  <a:srgbClr val="E8EEF1"/>
                </a:solidFill>
                <a:latin typeface="Courier New"/>
              </a:rPr>
              <a:t>[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B5D98B"/>
                </a:solidFill>
                <a:latin typeface="Courier New"/>
              </a:rPr>
              <a:t>messages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E8EEF1"/>
                </a:solidFill>
                <a:latin typeface="Courier New"/>
              </a:rPr>
              <a:t>]</a:t>
            </a:r>
            <a:r>
              <a:rPr sz="950">
                <a:solidFill>
                  <a:srgbClr val="E8EEF1"/>
                </a:solidFill>
                <a:latin typeface="Courier New"/>
              </a:rPr>
              <a:t>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8EEF1"/>
                </a:solidFill>
                <a:latin typeface="Courier New"/>
              </a:rPr>
              <a:t>        </a:t>
            </a:r>
            <a:r>
              <a:rPr sz="950">
                <a:solidFill>
                  <a:srgbClr val="E8EEF1"/>
                </a:solidFill>
                <a:latin typeface="Courier New"/>
              </a:rPr>
              <a:t>max_tokens</a:t>
            </a:r>
            <a:r>
              <a:rPr sz="950">
                <a:solidFill>
                  <a:srgbClr val="E8EEF1"/>
                </a:solidFill>
                <a:latin typeface="Courier New"/>
              </a:rPr>
              <a:t>=</a:t>
            </a:r>
            <a:r>
              <a:rPr sz="950">
                <a:solidFill>
                  <a:srgbClr val="F5C96A"/>
                </a:solidFill>
                <a:latin typeface="Courier New"/>
              </a:rPr>
              <a:t>10</a:t>
            </a:r>
            <a:r>
              <a:rPr sz="950">
                <a:solidFill>
                  <a:srgbClr val="E8EEF1"/>
                </a:solidFill>
                <a:latin typeface="Courier New"/>
              </a:rPr>
              <a:t>,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token_counter</a:t>
            </a:r>
            <a:r>
              <a:rPr sz="950">
                <a:solidFill>
                  <a:srgbClr val="E8EEF1"/>
                </a:solidFill>
                <a:latin typeface="Courier New"/>
              </a:rPr>
              <a:t>=</a:t>
            </a:r>
            <a:r>
              <a:rPr sz="950">
                <a:solidFill>
                  <a:srgbClr val="7FCFF0"/>
                </a:solidFill>
                <a:latin typeface="Courier New"/>
              </a:rPr>
              <a:t>len</a:t>
            </a:r>
            <a:r>
              <a:rPr sz="950">
                <a:solidFill>
                  <a:srgbClr val="E8EEF1"/>
                </a:solidFill>
                <a:latin typeface="Courier New"/>
              </a:rPr>
              <a:t>,</a:t>
            </a:r>
            <a:r>
              <a:rPr sz="950">
                <a:solidFill>
                  <a:srgbClr val="E8EEF1"/>
                </a:solidFill>
                <a:latin typeface="Courier New"/>
              </a:rPr>
              <a:t>  </a:t>
            </a:r>
            <a:r>
              <a:rPr sz="950">
                <a:solidFill>
                  <a:srgbClr val="8AA4B0"/>
                </a:solidFill>
                <a:latin typeface="Courier New"/>
              </a:rPr>
              <a:t># = ultimi 10 messaggi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8EEF1"/>
                </a:solidFill>
                <a:latin typeface="Courier New"/>
              </a:rPr>
              <a:t>        </a:t>
            </a:r>
            <a:r>
              <a:rPr sz="950">
                <a:solidFill>
                  <a:srgbClr val="E8EEF1"/>
                </a:solidFill>
                <a:latin typeface="Courier New"/>
              </a:rPr>
              <a:t>strategy</a:t>
            </a:r>
            <a:r>
              <a:rPr sz="950">
                <a:solidFill>
                  <a:srgbClr val="E8EEF1"/>
                </a:solidFill>
                <a:latin typeface="Courier New"/>
              </a:rPr>
              <a:t>=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B5D98B"/>
                </a:solidFill>
                <a:latin typeface="Courier New"/>
              </a:rPr>
              <a:t>last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E8EEF1"/>
                </a:solidFill>
                <a:latin typeface="Courier New"/>
              </a:rPr>
              <a:t>,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start_on</a:t>
            </a:r>
            <a:r>
              <a:rPr sz="950">
                <a:solidFill>
                  <a:srgbClr val="E8EEF1"/>
                </a:solidFill>
                <a:latin typeface="Courier New"/>
              </a:rPr>
              <a:t>=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B5D98B"/>
                </a:solidFill>
                <a:latin typeface="Courier New"/>
              </a:rPr>
              <a:t>human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E8EEF1"/>
                </a:solidFill>
                <a:latin typeface="Courier New"/>
              </a:rPr>
              <a:t>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8EEF1"/>
                </a:solidFill>
                <a:latin typeface="Courier New"/>
              </a:rPr>
              <a:t>    </a:t>
            </a:r>
            <a:r>
              <a:rPr sz="95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8EEF1"/>
                </a:solidFill>
                <a:latin typeface="Courier New"/>
              </a:rPr>
              <a:t>    </a:t>
            </a:r>
            <a:r>
              <a:rPr sz="950">
                <a:solidFill>
                  <a:srgbClr val="E8EEF1"/>
                </a:solidFill>
                <a:latin typeface="Courier New"/>
              </a:rPr>
              <a:t>sistema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=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SystemMessage</a:t>
            </a:r>
            <a:r>
              <a:rPr sz="950">
                <a:solidFill>
                  <a:srgbClr val="E8EEF1"/>
                </a:solidFill>
                <a:latin typeface="Courier New"/>
              </a:rPr>
              <a:t>(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B5D98B"/>
                </a:solidFill>
                <a:latin typeface="Courier New"/>
              </a:rPr>
              <a:t>Sei un assistente cordiale.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8EEF1"/>
                </a:solidFill>
                <a:latin typeface="Courier New"/>
              </a:rPr>
              <a:t>    </a:t>
            </a:r>
            <a:r>
              <a:rPr sz="950" b="1">
                <a:solidFill>
                  <a:srgbClr val="F28C4F"/>
                </a:solidFill>
                <a:latin typeface="Courier New"/>
              </a:rPr>
              <a:t>return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{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B5D98B"/>
                </a:solidFill>
                <a:latin typeface="Courier New"/>
              </a:rPr>
              <a:t>messages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E8EEF1"/>
                </a:solidFill>
                <a:latin typeface="Courier New"/>
              </a:rPr>
              <a:t>: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[</a:t>
            </a:r>
            <a:r>
              <a:rPr sz="950">
                <a:solidFill>
                  <a:srgbClr val="E8EEF1"/>
                </a:solidFill>
                <a:latin typeface="Courier New"/>
              </a:rPr>
              <a:t>llm</a:t>
            </a:r>
            <a:r>
              <a:rPr sz="950">
                <a:solidFill>
                  <a:srgbClr val="E8EEF1"/>
                </a:solidFill>
                <a:latin typeface="Courier New"/>
              </a:rPr>
              <a:t>.</a:t>
            </a:r>
            <a:r>
              <a:rPr sz="950">
                <a:solidFill>
                  <a:srgbClr val="E8EEF1"/>
                </a:solidFill>
                <a:latin typeface="Courier New"/>
              </a:rPr>
              <a:t>invoke</a:t>
            </a:r>
            <a:r>
              <a:rPr sz="950">
                <a:solidFill>
                  <a:srgbClr val="E8EEF1"/>
                </a:solidFill>
                <a:latin typeface="Courier New"/>
              </a:rPr>
              <a:t>(</a:t>
            </a:r>
            <a:r>
              <a:rPr sz="950">
                <a:solidFill>
                  <a:srgbClr val="E8EEF1"/>
                </a:solidFill>
                <a:latin typeface="Courier New"/>
              </a:rPr>
              <a:t>[</a:t>
            </a:r>
            <a:r>
              <a:rPr sz="950">
                <a:solidFill>
                  <a:srgbClr val="E8EEF1"/>
                </a:solidFill>
                <a:latin typeface="Courier New"/>
              </a:rPr>
              <a:t>sistema</a:t>
            </a:r>
            <a:r>
              <a:rPr sz="950">
                <a:solidFill>
                  <a:srgbClr val="E8EEF1"/>
                </a:solidFill>
                <a:latin typeface="Courier New"/>
              </a:rPr>
              <a:t>]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+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recenti</a:t>
            </a:r>
            <a:r>
              <a:rPr sz="950">
                <a:solidFill>
                  <a:srgbClr val="E8EEF1"/>
                </a:solidFill>
                <a:latin typeface="Courier New"/>
              </a:rPr>
              <a:t>)</a:t>
            </a:r>
            <a:r>
              <a:rPr sz="950">
                <a:solidFill>
                  <a:srgbClr val="E8EEF1"/>
                </a:solidFill>
                <a:latin typeface="Courier New"/>
              </a:rPr>
              <a:t>]</a:t>
            </a:r>
            <a:r>
              <a:rPr sz="950">
                <a:solidFill>
                  <a:srgbClr val="E8EEF1"/>
                </a:solidFill>
                <a:latin typeface="Courier New"/>
              </a:rPr>
              <a:t>}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3063240"/>
            <a:ext cx="2331720" cy="1645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200">
                <a:solidFill>
                  <a:srgbClr val="003548"/>
                </a:solidFill>
                <a:latin typeface="Arial"/>
              </a:rPr>
              <a:t>Il contesto dei modelli locali è limitato: </a:t>
            </a:r>
            <a:r>
              <a:rPr b="1" sz="1200">
                <a:solidFill>
                  <a:srgbClr val="DF6426"/>
                </a:solidFill>
                <a:latin typeface="Courier New"/>
              </a:rPr>
              <a:t>trim_messages</a:t>
            </a:r>
            <a:r>
              <a:rPr b="0" sz="1200">
                <a:solidFill>
                  <a:srgbClr val="003548"/>
                </a:solidFill>
                <a:latin typeface="Arial"/>
              </a:rPr>
              <a:t> manda all'LLM solo gli </a:t>
            </a:r>
            <a:r>
              <a:rPr b="1" sz="1200">
                <a:solidFill>
                  <a:srgbClr val="003548"/>
                </a:solidFill>
                <a:latin typeface="Arial"/>
              </a:rPr>
              <a:t>ultimi</a:t>
            </a:r>
            <a:r>
              <a:rPr b="0" sz="1200">
                <a:solidFill>
                  <a:srgbClr val="003548"/>
                </a:solidFill>
                <a:latin typeface="Arial"/>
              </a:rPr>
              <a:t> messaggi.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20640" y="4864608"/>
            <a:ext cx="32918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b="0" sz="1000">
                <a:solidFill>
                  <a:srgbClr val="76777B"/>
                </a:solidFill>
                <a:latin typeface="Arial"/>
              </a:rPr>
              <a:t>Esempio: </a:t>
            </a:r>
            <a:r>
              <a:rPr b="1" sz="1000">
                <a:solidFill>
                  <a:srgbClr val="005A77"/>
                </a:solidFill>
                <a:latin typeface="Courier New"/>
              </a:rPr>
              <a:t>10_chatbot_memoria.py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ESERCITAZIONE 4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35</a:t>
            </a:fld>
          </a:p>
        </p:txBody>
      </p:sp>
      <p:sp>
        <p:nvSpPr>
          <p:cNvPr id="34" name="TextBox 33"/>
          <p:cNvSpPr txBox="1"/>
          <p:nvPr/>
        </p:nvSpPr>
        <p:spPr>
          <a:xfrm>
            <a:off x="457200" y="1005840"/>
            <a:ext cx="16459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600">
                <a:solidFill>
                  <a:srgbClr val="DF6426"/>
                </a:solidFill>
                <a:latin typeface="Arial"/>
              </a:rPr>
              <a:t>★★☆☆☆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1371600"/>
            <a:ext cx="8229600" cy="329184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566928" y="1444752"/>
            <a:ext cx="801014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400">
                <a:solidFill>
                  <a:srgbClr val="DF6426"/>
                </a:solidFill>
                <a:latin typeface="Arial"/>
              </a:rPr>
              <a:t>Chatbot con personalità e memoria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1828800"/>
            <a:ext cx="8010144" cy="2788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350">
                <a:solidFill>
                  <a:srgbClr val="003548"/>
                </a:solidFill>
                <a:latin typeface="Arial"/>
              </a:rPr>
              <a:t>State che estende </a:t>
            </a:r>
            <a:r>
              <a:rPr b="1" sz="1350">
                <a:solidFill>
                  <a:srgbClr val="DF6426"/>
                </a:solidFill>
                <a:latin typeface="Courier New"/>
              </a:rPr>
              <a:t>MessagesState</a:t>
            </a:r>
            <a:r>
              <a:rPr b="0" sz="1350">
                <a:solidFill>
                  <a:srgbClr val="003548"/>
                </a:solidFill>
                <a:latin typeface="Arial"/>
              </a:rPr>
              <a:t> con il campo </a:t>
            </a:r>
            <a:r>
              <a:rPr b="1" sz="1350">
                <a:solidFill>
                  <a:srgbClr val="DF6426"/>
                </a:solidFill>
                <a:latin typeface="Courier New"/>
              </a:rPr>
              <a:t>personalita</a:t>
            </a:r>
            <a:r>
              <a:rPr b="0" sz="1350">
                <a:solidFill>
                  <a:srgbClr val="003548"/>
                </a:solidFill>
                <a:latin typeface="Arial"/>
              </a:rPr>
              <a:t> (scelta dall'utente all'avvio)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1" sz="1350">
                <a:solidFill>
                  <a:srgbClr val="DF6426"/>
                </a:solidFill>
                <a:latin typeface="Courier New"/>
              </a:rPr>
              <a:t>SystemMessage</a:t>
            </a:r>
            <a:r>
              <a:rPr b="0" sz="1350">
                <a:solidFill>
                  <a:srgbClr val="003548"/>
                </a:solidFill>
                <a:latin typeface="Arial"/>
              </a:rPr>
              <a:t> costruito dalla personalità + </a:t>
            </a:r>
            <a:r>
              <a:rPr b="1" sz="1350">
                <a:solidFill>
                  <a:srgbClr val="DF6426"/>
                </a:solidFill>
                <a:latin typeface="Courier New"/>
              </a:rPr>
              <a:t>trim_messages</a:t>
            </a:r>
            <a:r>
              <a:rPr b="0" sz="1350">
                <a:solidFill>
                  <a:srgbClr val="003548"/>
                </a:solidFill>
                <a:latin typeface="Arial"/>
              </a:rPr>
              <a:t> sugli ultimi 10 messaggi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1" sz="1350">
                <a:solidFill>
                  <a:srgbClr val="DF6426"/>
                </a:solidFill>
                <a:latin typeface="Courier New"/>
              </a:rPr>
              <a:t>InMemorySaver</a:t>
            </a:r>
            <a:r>
              <a:rPr b="0" sz="1350">
                <a:solidFill>
                  <a:srgbClr val="003548"/>
                </a:solidFill>
                <a:latin typeface="Arial"/>
              </a:rPr>
              <a:t> e loop da terminale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350">
                <a:solidFill>
                  <a:srgbClr val="003548"/>
                </a:solidFill>
                <a:latin typeface="Arial"/>
              </a:rPr>
              <a:t>Comandi: </a:t>
            </a:r>
            <a:r>
              <a:rPr b="1" sz="1350">
                <a:solidFill>
                  <a:srgbClr val="DF6426"/>
                </a:solidFill>
                <a:latin typeface="Courier New"/>
              </a:rPr>
              <a:t>/nuova</a:t>
            </a:r>
            <a:r>
              <a:rPr b="0" sz="1350">
                <a:solidFill>
                  <a:srgbClr val="003548"/>
                </a:solidFill>
                <a:latin typeface="Arial"/>
              </a:rPr>
              <a:t> (nuovo thread_id), </a:t>
            </a:r>
            <a:r>
              <a:rPr b="1" sz="1350">
                <a:solidFill>
                  <a:srgbClr val="DF6426"/>
                </a:solidFill>
                <a:latin typeface="Courier New"/>
              </a:rPr>
              <a:t>/storia</a:t>
            </a:r>
            <a:r>
              <a:rPr b="0" sz="1350">
                <a:solidFill>
                  <a:srgbClr val="003548"/>
                </a:solidFill>
                <a:latin typeface="Arial"/>
              </a:rPr>
              <a:t> (stampa la cronologia con </a:t>
            </a:r>
            <a:r>
              <a:rPr b="1" sz="1350">
                <a:solidFill>
                  <a:srgbClr val="DF6426"/>
                </a:solidFill>
                <a:latin typeface="Courier New"/>
              </a:rPr>
              <a:t>get_state</a:t>
            </a:r>
            <a:r>
              <a:rPr b="0" sz="1350">
                <a:solidFill>
                  <a:srgbClr val="003548"/>
                </a:solidFill>
                <a:latin typeface="Arial"/>
              </a:rPr>
              <a:t>), </a:t>
            </a:r>
            <a:r>
              <a:rPr b="1" sz="1350">
                <a:solidFill>
                  <a:srgbClr val="DF6426"/>
                </a:solidFill>
                <a:latin typeface="Courier New"/>
              </a:rPr>
              <a:t>/esci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350">
                <a:solidFill>
                  <a:srgbClr val="003548"/>
                </a:solidFill>
                <a:latin typeface="Arial"/>
              </a:rPr>
              <a:t>Verificare che dopo </a:t>
            </a:r>
            <a:r>
              <a:rPr b="1" sz="1350">
                <a:solidFill>
                  <a:srgbClr val="DF6426"/>
                </a:solidFill>
                <a:latin typeface="Courier New"/>
              </a:rPr>
              <a:t>/nuova</a:t>
            </a:r>
            <a:r>
              <a:rPr b="0" sz="1350">
                <a:solidFill>
                  <a:srgbClr val="003548"/>
                </a:solidFill>
                <a:latin typeface="Arial"/>
              </a:rPr>
              <a:t> il bot non ricordi più il vostro nome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1.13 DEFINIRE UN TOOL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36</a:t>
            </a:fld>
          </a:p>
        </p:txBody>
      </p:sp>
      <p:sp>
        <p:nvSpPr>
          <p:cNvPr id="34" name="Rounded Rectangle 33"/>
          <p:cNvSpPr/>
          <p:nvPr/>
        </p:nvSpPr>
        <p:spPr>
          <a:xfrm>
            <a:off x="411480" y="1051560"/>
            <a:ext cx="5623560" cy="2685414"/>
          </a:xfrm>
          <a:prstGeom prst="roundRect">
            <a:avLst>
              <a:gd name="adj" fmla="val 4000"/>
            </a:avLst>
          </a:prstGeom>
          <a:solidFill>
            <a:srgbClr val="0B2B38"/>
          </a:solidFill>
          <a:ln>
            <a:noFill/>
          </a:ln>
        </p:spPr>
        <p:txBody>
          <a:bodyPr rtlCol="0" anchor="t" wrap="square" lIns="128016" rIns="128016" tIns="91440" bIns="54864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28C4F"/>
                </a:solidFill>
                <a:latin typeface="Courier New"/>
              </a:rPr>
              <a:t>from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datetime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 b="1">
                <a:solidFill>
                  <a:srgbClr val="F28C4F"/>
                </a:solidFill>
                <a:latin typeface="Courier New"/>
              </a:rPr>
              <a:t>import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date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28C4F"/>
                </a:solidFill>
                <a:latin typeface="Courier New"/>
              </a:rPr>
              <a:t>from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langchain_core</a:t>
            </a:r>
            <a:r>
              <a:rPr sz="950">
                <a:solidFill>
                  <a:srgbClr val="E8EEF1"/>
                </a:solidFill>
                <a:latin typeface="Courier New"/>
              </a:rPr>
              <a:t>.</a:t>
            </a:r>
            <a:r>
              <a:rPr sz="950">
                <a:solidFill>
                  <a:srgbClr val="E8EEF1"/>
                </a:solidFill>
                <a:latin typeface="Courier New"/>
              </a:rPr>
              <a:t>tools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 b="1">
                <a:solidFill>
                  <a:srgbClr val="F28C4F"/>
                </a:solidFill>
                <a:latin typeface="Courier New"/>
              </a:rPr>
              <a:t>import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tool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F5C96A"/>
                </a:solidFill>
                <a:latin typeface="Courier New"/>
              </a:rPr>
              <a:t>@tool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28C4F"/>
                </a:solidFill>
                <a:latin typeface="Courier New"/>
              </a:rPr>
              <a:t>def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7FCFF0"/>
                </a:solidFill>
                <a:latin typeface="Courier New"/>
              </a:rPr>
              <a:t>calcola_iva</a:t>
            </a:r>
            <a:r>
              <a:rPr sz="950">
                <a:solidFill>
                  <a:srgbClr val="E8EEF1"/>
                </a:solidFill>
                <a:latin typeface="Courier New"/>
              </a:rPr>
              <a:t>(</a:t>
            </a:r>
            <a:r>
              <a:rPr sz="950">
                <a:solidFill>
                  <a:srgbClr val="E8EEF1"/>
                </a:solidFill>
                <a:latin typeface="Courier New"/>
              </a:rPr>
              <a:t>imponibile</a:t>
            </a:r>
            <a:r>
              <a:rPr sz="950">
                <a:solidFill>
                  <a:srgbClr val="E8EEF1"/>
                </a:solidFill>
                <a:latin typeface="Courier New"/>
              </a:rPr>
              <a:t>: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7FCFF0"/>
                </a:solidFill>
                <a:latin typeface="Courier New"/>
              </a:rPr>
              <a:t>float</a:t>
            </a:r>
            <a:r>
              <a:rPr sz="950">
                <a:solidFill>
                  <a:srgbClr val="E8EEF1"/>
                </a:solidFill>
                <a:latin typeface="Courier New"/>
              </a:rPr>
              <a:t>,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aliquota</a:t>
            </a:r>
            <a:r>
              <a:rPr sz="950">
                <a:solidFill>
                  <a:srgbClr val="E8EEF1"/>
                </a:solidFill>
                <a:latin typeface="Courier New"/>
              </a:rPr>
              <a:t>: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7FCFF0"/>
                </a:solidFill>
                <a:latin typeface="Courier New"/>
              </a:rPr>
              <a:t>float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=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F5C96A"/>
                </a:solidFill>
                <a:latin typeface="Courier New"/>
              </a:rPr>
              <a:t>22.0</a:t>
            </a:r>
            <a:r>
              <a:rPr sz="950">
                <a:solidFill>
                  <a:srgbClr val="E8EEF1"/>
                </a:solidFill>
                <a:latin typeface="Courier New"/>
              </a:rPr>
              <a:t>)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-</a:t>
            </a:r>
            <a:r>
              <a:rPr sz="950">
                <a:solidFill>
                  <a:srgbClr val="E8EEF1"/>
                </a:solidFill>
                <a:latin typeface="Courier New"/>
              </a:rPr>
              <a:t>&gt;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7FCFF0"/>
                </a:solidFill>
                <a:latin typeface="Courier New"/>
              </a:rPr>
              <a:t>float</a:t>
            </a:r>
            <a:r>
              <a:rPr sz="95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8EEF1"/>
                </a:solidFill>
                <a:latin typeface="Courier New"/>
              </a:rPr>
              <a:t>    </a:t>
            </a:r>
            <a:r>
              <a:rPr sz="950">
                <a:solidFill>
                  <a:srgbClr val="B5D98B"/>
                </a:solidFill>
                <a:latin typeface="Courier New"/>
              </a:rPr>
              <a:t>"""Calcola l'IVA in euro dati imponibile e aliquota (%)."""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8EEF1"/>
                </a:solidFill>
                <a:latin typeface="Courier New"/>
              </a:rPr>
              <a:t>    </a:t>
            </a:r>
            <a:r>
              <a:rPr sz="950" b="1">
                <a:solidFill>
                  <a:srgbClr val="F28C4F"/>
                </a:solidFill>
                <a:latin typeface="Courier New"/>
              </a:rPr>
              <a:t>return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7FCFF0"/>
                </a:solidFill>
                <a:latin typeface="Courier New"/>
              </a:rPr>
              <a:t>round</a:t>
            </a:r>
            <a:r>
              <a:rPr sz="950">
                <a:solidFill>
                  <a:srgbClr val="E8EEF1"/>
                </a:solidFill>
                <a:latin typeface="Courier New"/>
              </a:rPr>
              <a:t>(</a:t>
            </a:r>
            <a:r>
              <a:rPr sz="950">
                <a:solidFill>
                  <a:srgbClr val="E8EEF1"/>
                </a:solidFill>
                <a:latin typeface="Courier New"/>
              </a:rPr>
              <a:t>imponibile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*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aliquota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/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F5C96A"/>
                </a:solidFill>
                <a:latin typeface="Courier New"/>
              </a:rPr>
              <a:t>100</a:t>
            </a:r>
            <a:r>
              <a:rPr sz="950">
                <a:solidFill>
                  <a:srgbClr val="E8EEF1"/>
                </a:solidFill>
                <a:latin typeface="Courier New"/>
              </a:rPr>
              <a:t>,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F5C96A"/>
                </a:solidFill>
                <a:latin typeface="Courier New"/>
              </a:rPr>
              <a:t>2</a:t>
            </a:r>
            <a:r>
              <a:rPr sz="95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F5C96A"/>
                </a:solidFill>
                <a:latin typeface="Courier New"/>
              </a:rPr>
              <a:t>@tool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28C4F"/>
                </a:solidFill>
                <a:latin typeface="Courier New"/>
              </a:rPr>
              <a:t>def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7FCFF0"/>
                </a:solidFill>
                <a:latin typeface="Courier New"/>
              </a:rPr>
              <a:t>data_odierna</a:t>
            </a:r>
            <a:r>
              <a:rPr sz="950">
                <a:solidFill>
                  <a:srgbClr val="E8EEF1"/>
                </a:solidFill>
                <a:latin typeface="Courier New"/>
              </a:rPr>
              <a:t>(</a:t>
            </a:r>
            <a:r>
              <a:rPr sz="950">
                <a:solidFill>
                  <a:srgbClr val="E8EEF1"/>
                </a:solidFill>
                <a:latin typeface="Courier New"/>
              </a:rPr>
              <a:t>)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-</a:t>
            </a:r>
            <a:r>
              <a:rPr sz="950">
                <a:solidFill>
                  <a:srgbClr val="E8EEF1"/>
                </a:solidFill>
                <a:latin typeface="Courier New"/>
              </a:rPr>
              <a:t>&gt;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7FCFF0"/>
                </a:solidFill>
                <a:latin typeface="Courier New"/>
              </a:rPr>
              <a:t>str</a:t>
            </a:r>
            <a:r>
              <a:rPr sz="95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8EEF1"/>
                </a:solidFill>
                <a:latin typeface="Courier New"/>
              </a:rPr>
              <a:t>    </a:t>
            </a:r>
            <a:r>
              <a:rPr sz="950">
                <a:solidFill>
                  <a:srgbClr val="B5D98B"/>
                </a:solidFill>
                <a:latin typeface="Courier New"/>
              </a:rPr>
              <a:t>"""Restituisce la data di oggi in formato GG/MM/AAAA."""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8EEF1"/>
                </a:solidFill>
                <a:latin typeface="Courier New"/>
              </a:rPr>
              <a:t>    </a:t>
            </a:r>
            <a:r>
              <a:rPr sz="950" b="1">
                <a:solidFill>
                  <a:srgbClr val="F28C4F"/>
                </a:solidFill>
                <a:latin typeface="Courier New"/>
              </a:rPr>
              <a:t>return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date</a:t>
            </a:r>
            <a:r>
              <a:rPr sz="950">
                <a:solidFill>
                  <a:srgbClr val="E8EEF1"/>
                </a:solidFill>
                <a:latin typeface="Courier New"/>
              </a:rPr>
              <a:t>.</a:t>
            </a:r>
            <a:r>
              <a:rPr sz="950">
                <a:solidFill>
                  <a:srgbClr val="E8EEF1"/>
                </a:solidFill>
                <a:latin typeface="Courier New"/>
              </a:rPr>
              <a:t>today</a:t>
            </a:r>
            <a:r>
              <a:rPr sz="950">
                <a:solidFill>
                  <a:srgbClr val="E8EEF1"/>
                </a:solidFill>
                <a:latin typeface="Courier New"/>
              </a:rPr>
              <a:t>(</a:t>
            </a:r>
            <a:r>
              <a:rPr sz="950">
                <a:solidFill>
                  <a:srgbClr val="E8EEF1"/>
                </a:solidFill>
                <a:latin typeface="Courier New"/>
              </a:rPr>
              <a:t>)</a:t>
            </a:r>
            <a:r>
              <a:rPr sz="950">
                <a:solidFill>
                  <a:srgbClr val="E8EEF1"/>
                </a:solidFill>
                <a:latin typeface="Courier New"/>
              </a:rPr>
              <a:t>.</a:t>
            </a:r>
            <a:r>
              <a:rPr sz="950">
                <a:solidFill>
                  <a:srgbClr val="E8EEF1"/>
                </a:solidFill>
                <a:latin typeface="Courier New"/>
              </a:rPr>
              <a:t>strftime</a:t>
            </a:r>
            <a:r>
              <a:rPr sz="950">
                <a:solidFill>
                  <a:srgbClr val="E8EEF1"/>
                </a:solidFill>
                <a:latin typeface="Courier New"/>
              </a:rPr>
              <a:t>(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B5D98B"/>
                </a:solidFill>
                <a:latin typeface="Courier New"/>
              </a:rPr>
              <a:t>%d</a:t>
            </a:r>
            <a:r>
              <a:rPr sz="950">
                <a:solidFill>
                  <a:srgbClr val="B5D98B"/>
                </a:solidFill>
                <a:latin typeface="Courier New"/>
              </a:rPr>
              <a:t>/</a:t>
            </a:r>
            <a:r>
              <a:rPr sz="950">
                <a:solidFill>
                  <a:srgbClr val="B5D98B"/>
                </a:solidFill>
                <a:latin typeface="Courier New"/>
              </a:rPr>
              <a:t>%</a:t>
            </a:r>
            <a:r>
              <a:rPr sz="950">
                <a:solidFill>
                  <a:srgbClr val="B5D98B"/>
                </a:solidFill>
                <a:latin typeface="Courier New"/>
              </a:rPr>
              <a:t>m/</a:t>
            </a:r>
            <a:r>
              <a:rPr sz="950">
                <a:solidFill>
                  <a:srgbClr val="B5D98B"/>
                </a:solidFill>
                <a:latin typeface="Courier New"/>
              </a:rPr>
              <a:t>%</a:t>
            </a:r>
            <a:r>
              <a:rPr sz="950">
                <a:solidFill>
                  <a:srgbClr val="B5D98B"/>
                </a:solidFill>
                <a:latin typeface="Courier New"/>
              </a:rPr>
              <a:t>Y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7FCFF0"/>
                </a:solidFill>
                <a:latin typeface="Courier New"/>
              </a:rPr>
              <a:t>print</a:t>
            </a:r>
            <a:r>
              <a:rPr sz="950">
                <a:solidFill>
                  <a:srgbClr val="E8EEF1"/>
                </a:solidFill>
                <a:latin typeface="Courier New"/>
              </a:rPr>
              <a:t>(</a:t>
            </a:r>
            <a:r>
              <a:rPr sz="950">
                <a:solidFill>
                  <a:srgbClr val="E8EEF1"/>
                </a:solidFill>
                <a:latin typeface="Courier New"/>
              </a:rPr>
              <a:t>calcola_iva</a:t>
            </a:r>
            <a:r>
              <a:rPr sz="950">
                <a:solidFill>
                  <a:srgbClr val="E8EEF1"/>
                </a:solidFill>
                <a:latin typeface="Courier New"/>
              </a:rPr>
              <a:t>.</a:t>
            </a:r>
            <a:r>
              <a:rPr sz="950">
                <a:solidFill>
                  <a:srgbClr val="E8EEF1"/>
                </a:solidFill>
                <a:latin typeface="Courier New"/>
              </a:rPr>
              <a:t>name</a:t>
            </a:r>
            <a:r>
              <a:rPr sz="950">
                <a:solidFill>
                  <a:srgbClr val="E8EEF1"/>
                </a:solidFill>
                <a:latin typeface="Courier New"/>
              </a:rPr>
              <a:t>)</a:t>
            </a:r>
            <a:r>
              <a:rPr sz="950">
                <a:solidFill>
                  <a:srgbClr val="E8EEF1"/>
                </a:solidFill>
                <a:latin typeface="Courier New"/>
              </a:rPr>
              <a:t>         </a:t>
            </a:r>
            <a:r>
              <a:rPr sz="950">
                <a:solidFill>
                  <a:srgbClr val="8AA4B0"/>
                </a:solidFill>
                <a:latin typeface="Courier New"/>
              </a:rPr>
              <a:t># calcola_iva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7FCFF0"/>
                </a:solidFill>
                <a:latin typeface="Courier New"/>
              </a:rPr>
              <a:t>print</a:t>
            </a:r>
            <a:r>
              <a:rPr sz="950">
                <a:solidFill>
                  <a:srgbClr val="E8EEF1"/>
                </a:solidFill>
                <a:latin typeface="Courier New"/>
              </a:rPr>
              <a:t>(</a:t>
            </a:r>
            <a:r>
              <a:rPr sz="950">
                <a:solidFill>
                  <a:srgbClr val="E8EEF1"/>
                </a:solidFill>
                <a:latin typeface="Courier New"/>
              </a:rPr>
              <a:t>calcola_iva</a:t>
            </a:r>
            <a:r>
              <a:rPr sz="950">
                <a:solidFill>
                  <a:srgbClr val="E8EEF1"/>
                </a:solidFill>
                <a:latin typeface="Courier New"/>
              </a:rPr>
              <a:t>.</a:t>
            </a:r>
            <a:r>
              <a:rPr sz="950">
                <a:solidFill>
                  <a:srgbClr val="E8EEF1"/>
                </a:solidFill>
                <a:latin typeface="Courier New"/>
              </a:rPr>
              <a:t>description</a:t>
            </a:r>
            <a:r>
              <a:rPr sz="950">
                <a:solidFill>
                  <a:srgbClr val="E8EEF1"/>
                </a:solidFill>
                <a:latin typeface="Courier New"/>
              </a:rPr>
              <a:t>)</a:t>
            </a:r>
            <a:r>
              <a:rPr sz="950">
                <a:solidFill>
                  <a:srgbClr val="E8EEF1"/>
                </a:solidFill>
                <a:latin typeface="Courier New"/>
              </a:rPr>
              <a:t>  </a:t>
            </a:r>
            <a:r>
              <a:rPr sz="950">
                <a:solidFill>
                  <a:srgbClr val="8AA4B0"/>
                </a:solidFill>
                <a:latin typeface="Courier New"/>
              </a:rPr>
              <a:t># docstring = "manuale" per l'LLM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7FCFF0"/>
                </a:solidFill>
                <a:latin typeface="Courier New"/>
              </a:rPr>
              <a:t>print</a:t>
            </a:r>
            <a:r>
              <a:rPr sz="950">
                <a:solidFill>
                  <a:srgbClr val="E8EEF1"/>
                </a:solidFill>
                <a:latin typeface="Courier New"/>
              </a:rPr>
              <a:t>(</a:t>
            </a:r>
            <a:r>
              <a:rPr sz="950">
                <a:solidFill>
                  <a:srgbClr val="E8EEF1"/>
                </a:solidFill>
                <a:latin typeface="Courier New"/>
              </a:rPr>
              <a:t>calcola_iva</a:t>
            </a:r>
            <a:r>
              <a:rPr sz="950">
                <a:solidFill>
                  <a:srgbClr val="E8EEF1"/>
                </a:solidFill>
                <a:latin typeface="Courier New"/>
              </a:rPr>
              <a:t>.</a:t>
            </a:r>
            <a:r>
              <a:rPr sz="950">
                <a:solidFill>
                  <a:srgbClr val="E8EEF1"/>
                </a:solidFill>
                <a:latin typeface="Courier New"/>
              </a:rPr>
              <a:t>args</a:t>
            </a:r>
            <a:r>
              <a:rPr sz="950">
                <a:solidFill>
                  <a:srgbClr val="E8EEF1"/>
                </a:solidFill>
                <a:latin typeface="Courier New"/>
              </a:rPr>
              <a:t>)</a:t>
            </a:r>
            <a:r>
              <a:rPr sz="950">
                <a:solidFill>
                  <a:srgbClr val="E8EEF1"/>
                </a:solidFill>
                <a:latin typeface="Courier New"/>
              </a:rPr>
              <a:t>         </a:t>
            </a:r>
            <a:r>
              <a:rPr sz="950">
                <a:solidFill>
                  <a:srgbClr val="8AA4B0"/>
                </a:solidFill>
                <a:latin typeface="Courier New"/>
              </a:rPr>
              <a:t># schema JSON degli argomenti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7FCFF0"/>
                </a:solidFill>
                <a:latin typeface="Courier New"/>
              </a:rPr>
              <a:t>print</a:t>
            </a:r>
            <a:r>
              <a:rPr sz="950">
                <a:solidFill>
                  <a:srgbClr val="E8EEF1"/>
                </a:solidFill>
                <a:latin typeface="Courier New"/>
              </a:rPr>
              <a:t>(</a:t>
            </a:r>
            <a:r>
              <a:rPr sz="950">
                <a:solidFill>
                  <a:srgbClr val="E8EEF1"/>
                </a:solidFill>
                <a:latin typeface="Courier New"/>
              </a:rPr>
              <a:t>calcola_iva</a:t>
            </a:r>
            <a:r>
              <a:rPr sz="950">
                <a:solidFill>
                  <a:srgbClr val="E8EEF1"/>
                </a:solidFill>
                <a:latin typeface="Courier New"/>
              </a:rPr>
              <a:t>.</a:t>
            </a:r>
            <a:r>
              <a:rPr sz="950">
                <a:solidFill>
                  <a:srgbClr val="E8EEF1"/>
                </a:solidFill>
                <a:latin typeface="Courier New"/>
              </a:rPr>
              <a:t>invoke</a:t>
            </a:r>
            <a:r>
              <a:rPr sz="950">
                <a:solidFill>
                  <a:srgbClr val="E8EEF1"/>
                </a:solidFill>
                <a:latin typeface="Courier New"/>
              </a:rPr>
              <a:t>(</a:t>
            </a:r>
            <a:r>
              <a:rPr sz="950">
                <a:solidFill>
                  <a:srgbClr val="E8EEF1"/>
                </a:solidFill>
                <a:latin typeface="Courier New"/>
              </a:rPr>
              <a:t>{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B5D98B"/>
                </a:solidFill>
                <a:latin typeface="Courier New"/>
              </a:rPr>
              <a:t>imponibile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E8EEF1"/>
                </a:solidFill>
                <a:latin typeface="Courier New"/>
              </a:rPr>
              <a:t>: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F5C96A"/>
                </a:solidFill>
                <a:latin typeface="Courier New"/>
              </a:rPr>
              <a:t>100</a:t>
            </a:r>
            <a:r>
              <a:rPr sz="950">
                <a:solidFill>
                  <a:srgbClr val="E8EEF1"/>
                </a:solidFill>
                <a:latin typeface="Courier New"/>
              </a:rPr>
              <a:t>}</a:t>
            </a:r>
            <a:r>
              <a:rPr sz="950">
                <a:solidFill>
                  <a:srgbClr val="E8EEF1"/>
                </a:solidFill>
                <a:latin typeface="Courier New"/>
              </a:rPr>
              <a:t>)</a:t>
            </a:r>
            <a:r>
              <a:rPr sz="950">
                <a:solidFill>
                  <a:srgbClr val="E8EEF1"/>
                </a:solidFill>
                <a:latin typeface="Courier New"/>
              </a:rPr>
              <a:t>)</a:t>
            </a:r>
            <a:r>
              <a:rPr sz="950">
                <a:solidFill>
                  <a:srgbClr val="E8EEF1"/>
                </a:solidFill>
                <a:latin typeface="Courier New"/>
              </a:rPr>
              <a:t>   </a:t>
            </a:r>
            <a:r>
              <a:rPr sz="950">
                <a:solidFill>
                  <a:srgbClr val="8AA4B0"/>
                </a:solidFill>
                <a:latin typeface="Courier New"/>
              </a:rPr>
              <a:t># 22.0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1051560"/>
            <a:ext cx="2514600" cy="3721608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327648" y="1124712"/>
            <a:ext cx="229514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400">
                <a:solidFill>
                  <a:srgbClr val="DF6426"/>
                </a:solidFill>
                <a:latin typeface="Arial"/>
              </a:rPr>
              <a:t>Da ricordare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27648" y="1508760"/>
            <a:ext cx="2295144" cy="321868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1" sz="1200">
                <a:solidFill>
                  <a:srgbClr val="DF6426"/>
                </a:solidFill>
                <a:latin typeface="Courier New"/>
              </a:rPr>
              <a:t>@tool</a:t>
            </a:r>
            <a:r>
              <a:rPr b="0" sz="1200">
                <a:solidFill>
                  <a:srgbClr val="003548"/>
                </a:solidFill>
                <a:latin typeface="Arial"/>
              </a:rPr>
              <a:t> trasforma una funzione in uno strumento per l'LLM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1" sz="1200">
                <a:solidFill>
                  <a:srgbClr val="003548"/>
                </a:solidFill>
                <a:latin typeface="Arial"/>
              </a:rPr>
              <a:t>Nome, type hints e docstring</a:t>
            </a:r>
            <a:r>
              <a:rPr b="0" sz="1200">
                <a:solidFill>
                  <a:srgbClr val="003548"/>
                </a:solidFill>
                <a:latin typeface="Arial"/>
              </a:rPr>
              <a:t> diventano lo schema JSON che il modello legge: scriveteli con cura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200">
                <a:solidFill>
                  <a:srgbClr val="003548"/>
                </a:solidFill>
                <a:latin typeface="Arial"/>
              </a:rPr>
              <a:t>Un tool restituisce testo/JSON: anche gli errori vanno </a:t>
            </a:r>
            <a:r>
              <a:rPr b="1" sz="1200">
                <a:solidFill>
                  <a:srgbClr val="003548"/>
                </a:solidFill>
                <a:latin typeface="Arial"/>
              </a:rPr>
              <a:t>restituiti come messaggio</a:t>
            </a:r>
            <a:r>
              <a:rPr b="0" sz="1200">
                <a:solidFill>
                  <a:srgbClr val="003548"/>
                </a:solidFill>
                <a:latin typeface="Arial"/>
              </a:rPr>
              <a:t>, non sollevati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20640" y="4864608"/>
            <a:ext cx="32918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b="0" sz="1000">
                <a:solidFill>
                  <a:srgbClr val="76777B"/>
                </a:solidFill>
                <a:latin typeface="Arial"/>
              </a:rPr>
              <a:t>Esempio: </a:t>
            </a:r>
            <a:r>
              <a:rPr b="1" sz="1000">
                <a:solidFill>
                  <a:srgbClr val="005A77"/>
                </a:solidFill>
                <a:latin typeface="Courier New"/>
              </a:rPr>
              <a:t>11_tools.py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1.14 IL PATTERN REACT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37</a:t>
            </a:fld>
          </a:p>
        </p:txBody>
      </p:sp>
      <p:sp>
        <p:nvSpPr>
          <p:cNvPr id="34" name="TextBox 33"/>
          <p:cNvSpPr txBox="1"/>
          <p:nvPr/>
        </p:nvSpPr>
        <p:spPr>
          <a:xfrm>
            <a:off x="457200" y="1051560"/>
            <a:ext cx="4023360" cy="3657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50">
                <a:solidFill>
                  <a:srgbClr val="003548"/>
                </a:solidFill>
                <a:latin typeface="Arial"/>
              </a:rPr>
              <a:t>Re</a:t>
            </a:r>
            <a:r>
              <a:rPr b="0" sz="1350">
                <a:solidFill>
                  <a:srgbClr val="003548"/>
                </a:solidFill>
                <a:latin typeface="Arial"/>
              </a:rPr>
              <a:t>ason + </a:t>
            </a:r>
            <a:r>
              <a:rPr b="1" sz="1350">
                <a:solidFill>
                  <a:srgbClr val="003548"/>
                </a:solidFill>
                <a:latin typeface="Arial"/>
              </a:rPr>
              <a:t>Act</a:t>
            </a:r>
            <a:r>
              <a:rPr b="0" sz="1350">
                <a:solidFill>
                  <a:srgbClr val="003548"/>
                </a:solidFill>
                <a:latin typeface="Arial"/>
              </a:rPr>
              <a:t>: il modello alterna ragionamento e azioni finché non ha la risposta.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1" sz="1350">
                <a:solidFill>
                  <a:srgbClr val="003548"/>
                </a:solidFill>
                <a:latin typeface="Arial"/>
              </a:rPr>
              <a:t>Reason</a:t>
            </a:r>
            <a:r>
              <a:rPr b="0" sz="1350">
                <a:solidFill>
                  <a:srgbClr val="003548"/>
                </a:solidFill>
                <a:latin typeface="Arial"/>
              </a:rPr>
              <a:t>: l'LLM legge la conversazione e decide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1" sz="1350">
                <a:solidFill>
                  <a:srgbClr val="003548"/>
                </a:solidFill>
                <a:latin typeface="Arial"/>
              </a:rPr>
              <a:t>Act</a:t>
            </a:r>
            <a:r>
              <a:rPr b="0" sz="1350">
                <a:solidFill>
                  <a:srgbClr val="003548"/>
                </a:solidFill>
                <a:latin typeface="Arial"/>
              </a:rPr>
              <a:t>: se servono dati, emette </a:t>
            </a:r>
            <a:r>
              <a:rPr b="1" sz="1350">
                <a:solidFill>
                  <a:srgbClr val="DF6426"/>
                </a:solidFill>
                <a:latin typeface="Courier New"/>
              </a:rPr>
              <a:t>tool_calls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1" sz="1350">
                <a:solidFill>
                  <a:srgbClr val="003548"/>
                </a:solidFill>
                <a:latin typeface="Arial"/>
              </a:rPr>
              <a:t>Observe</a:t>
            </a:r>
            <a:r>
              <a:rPr b="0" sz="1350">
                <a:solidFill>
                  <a:srgbClr val="003548"/>
                </a:solidFill>
                <a:latin typeface="Arial"/>
              </a:rPr>
              <a:t>: il risultato torna come </a:t>
            </a:r>
            <a:r>
              <a:rPr b="1" sz="1350">
                <a:solidFill>
                  <a:srgbClr val="DF6426"/>
                </a:solidFill>
                <a:latin typeface="Courier New"/>
              </a:rPr>
              <a:t>ToolMessage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350">
                <a:solidFill>
                  <a:srgbClr val="003548"/>
                </a:solidFill>
                <a:latin typeface="Arial"/>
              </a:rPr>
              <a:t>Si ripete finché l'LLM risponde </a:t>
            </a:r>
            <a:r>
              <a:rPr b="1" sz="1350">
                <a:solidFill>
                  <a:srgbClr val="003548"/>
                </a:solidFill>
                <a:latin typeface="Arial"/>
              </a:rPr>
              <a:t>senza</a:t>
            </a:r>
            <a:r>
              <a:rPr b="0" sz="1350">
                <a:solidFill>
                  <a:srgbClr val="003548"/>
                </a:solidFill>
                <a:latin typeface="Arial"/>
              </a:rPr>
              <a:t> tool_calls</a:t>
            </a:r>
          </a:p>
          <a:p>
            <a:pPr algn="l">
              <a:spcAft>
                <a:spcPts val="400"/>
              </a:spcAft>
            </a:pPr>
            <a:r>
              <a:rPr b="0" sz="1350">
                <a:solidFill>
                  <a:srgbClr val="003548"/>
                </a:solidFill>
                <a:latin typeface="Arial"/>
              </a:rPr>
              <a:t>In LangGraph sono </a:t>
            </a:r>
            <a:r>
              <a:rPr b="1" sz="1350">
                <a:solidFill>
                  <a:srgbClr val="003548"/>
                </a:solidFill>
                <a:latin typeface="Arial"/>
              </a:rPr>
              <a:t>2 nodi + 1 loop</a:t>
            </a:r>
            <a:r>
              <a:rPr b="0" sz="1350">
                <a:solidFill>
                  <a:srgbClr val="003548"/>
                </a:solidFill>
                <a:latin typeface="Arial"/>
              </a:rPr>
              <a:t>.</a:t>
            </a:r>
          </a:p>
        </p:txBody>
      </p:sp>
      <p:sp>
        <p:nvSpPr>
          <p:cNvPr id="35" name="Oval 34"/>
          <p:cNvSpPr/>
          <p:nvPr/>
        </p:nvSpPr>
        <p:spPr>
          <a:xfrm>
            <a:off x="5989320" y="1143000"/>
            <a:ext cx="1371600" cy="411480"/>
          </a:xfrm>
          <a:prstGeom prst="ellipse">
            <a:avLst/>
          </a:prstGeom>
          <a:solidFill>
            <a:srgbClr val="76777B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START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806440" y="2011680"/>
            <a:ext cx="1737360" cy="594360"/>
          </a:xfrm>
          <a:prstGeom prst="roundRect">
            <a:avLst>
              <a:gd name="adj" fmla="val 30000"/>
            </a:avLst>
          </a:prstGeom>
          <a:solidFill>
            <a:srgbClr val="DF6426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1" sz="1150">
                <a:solidFill>
                  <a:srgbClr val="FFFFFF"/>
                </a:solidFill>
                <a:latin typeface="Arial"/>
              </a:rPr>
              <a:t>agente (LLM)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806440" y="3291840"/>
            <a:ext cx="1737360" cy="594360"/>
          </a:xfrm>
          <a:prstGeom prst="roundRect">
            <a:avLst>
              <a:gd name="adj" fmla="val 30000"/>
            </a:avLst>
          </a:prstGeom>
          <a:solidFill>
            <a:srgbClr val="2E7D5B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1" sz="1150">
                <a:solidFill>
                  <a:srgbClr val="FFFFFF"/>
                </a:solidFill>
                <a:latin typeface="Arial"/>
              </a:rPr>
              <a:t>tools</a:t>
            </a:r>
          </a:p>
        </p:txBody>
      </p:sp>
      <p:sp>
        <p:nvSpPr>
          <p:cNvPr id="38" name="Oval 37"/>
          <p:cNvSpPr/>
          <p:nvPr/>
        </p:nvSpPr>
        <p:spPr>
          <a:xfrm>
            <a:off x="7680960" y="2103120"/>
            <a:ext cx="1005840" cy="411480"/>
          </a:xfrm>
          <a:prstGeom prst="ellipse">
            <a:avLst/>
          </a:prstGeom>
          <a:solidFill>
            <a:srgbClr val="76777B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END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675120" y="1554480"/>
            <a:ext cx="0" cy="457200"/>
          </a:xfrm>
          <a:prstGeom prst="line">
            <a:avLst/>
          </a:prstGeom>
          <a:ln w="22225">
            <a:solidFill>
              <a:srgbClr val="003548"/>
            </a:solidFill>
            <a:tailEnd type="triangle" w="med" len="med"/>
          </a:ln>
        </p:spPr>
      </p:cxnSp>
      <p:cxnSp>
        <p:nvCxnSpPr>
          <p:cNvPr id="40" name="Connector 39"/>
          <p:cNvCxnSpPr/>
          <p:nvPr/>
        </p:nvCxnSpPr>
        <p:spPr>
          <a:xfrm>
            <a:off x="6675120" y="2606040"/>
            <a:ext cx="0" cy="685800"/>
          </a:xfrm>
          <a:prstGeom prst="line">
            <a:avLst/>
          </a:prstGeom>
          <a:ln w="22225">
            <a:solidFill>
              <a:srgbClr val="003548"/>
            </a:solidFill>
            <a:prstDash val="dash"/>
            <a:tailEnd type="triangle" w="med" len="med"/>
          </a:ln>
        </p:spPr>
      </p:cxnSp>
      <p:sp>
        <p:nvSpPr>
          <p:cNvPr id="41" name="TextBox 40"/>
          <p:cNvSpPr txBox="1"/>
          <p:nvPr/>
        </p:nvSpPr>
        <p:spPr>
          <a:xfrm>
            <a:off x="6217920" y="2830068"/>
            <a:ext cx="914400" cy="237744"/>
          </a:xfrm>
          <a:prstGeom prst="rect">
            <a:avLst/>
          </a:prstGeom>
          <a:solidFill>
            <a:srgbClr val="FFFFFF"/>
          </a:solidFill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b="1" sz="900">
                <a:solidFill>
                  <a:srgbClr val="DF6426"/>
                </a:solidFill>
                <a:latin typeface="Arial"/>
              </a:rPr>
              <a:t>tool_calls</a:t>
            </a:r>
          </a:p>
        </p:txBody>
      </p:sp>
      <p:cxnSp>
        <p:nvCxnSpPr>
          <p:cNvPr id="42" name="Connector 41"/>
          <p:cNvCxnSpPr/>
          <p:nvPr/>
        </p:nvCxnSpPr>
        <p:spPr>
          <a:xfrm flipH="1">
            <a:off x="5440680" y="3589020"/>
            <a:ext cx="365760" cy="0"/>
          </a:xfrm>
          <a:prstGeom prst="line">
            <a:avLst/>
          </a:prstGeom>
          <a:ln w="22225">
            <a:solidFill>
              <a:srgbClr val="003548"/>
            </a:solidFill>
          </a:ln>
        </p:spPr>
      </p:cxnSp>
      <p:cxnSp>
        <p:nvCxnSpPr>
          <p:cNvPr id="43" name="Connector 42"/>
          <p:cNvCxnSpPr/>
          <p:nvPr/>
        </p:nvCxnSpPr>
        <p:spPr>
          <a:xfrm flipV="1">
            <a:off x="5440680" y="2308860"/>
            <a:ext cx="0" cy="1280160"/>
          </a:xfrm>
          <a:prstGeom prst="line">
            <a:avLst/>
          </a:prstGeom>
          <a:ln w="22225">
            <a:solidFill>
              <a:srgbClr val="003548"/>
            </a:solidFill>
          </a:ln>
        </p:spPr>
      </p:cxnSp>
      <p:cxnSp>
        <p:nvCxnSpPr>
          <p:cNvPr id="44" name="Connector 43"/>
          <p:cNvCxnSpPr/>
          <p:nvPr/>
        </p:nvCxnSpPr>
        <p:spPr>
          <a:xfrm>
            <a:off x="5440680" y="2308860"/>
            <a:ext cx="365760" cy="0"/>
          </a:xfrm>
          <a:prstGeom prst="line">
            <a:avLst/>
          </a:prstGeom>
          <a:ln w="22225">
            <a:solidFill>
              <a:srgbClr val="003548"/>
            </a:solidFill>
            <a:tailEnd type="triangle" w="med" len="med"/>
          </a:ln>
        </p:spPr>
      </p:cxnSp>
      <p:sp>
        <p:nvSpPr>
          <p:cNvPr id="45" name="TextBox 44"/>
          <p:cNvSpPr txBox="1"/>
          <p:nvPr/>
        </p:nvSpPr>
        <p:spPr>
          <a:xfrm>
            <a:off x="4526280" y="2830068"/>
            <a:ext cx="822960" cy="23774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b="1" sz="900">
                <a:solidFill>
                  <a:srgbClr val="DF6426"/>
                </a:solidFill>
                <a:latin typeface="Arial"/>
              </a:rPr>
              <a:t>risultati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543800" y="2308860"/>
            <a:ext cx="137160" cy="0"/>
          </a:xfrm>
          <a:prstGeom prst="line">
            <a:avLst/>
          </a:prstGeom>
          <a:ln w="22225">
            <a:solidFill>
              <a:srgbClr val="003548"/>
            </a:solidFill>
            <a:prstDash val="dash"/>
            <a:tailEnd type="triangle" w="med" len="med"/>
          </a:ln>
        </p:spPr>
      </p:cxnSp>
      <p:sp>
        <p:nvSpPr>
          <p:cNvPr id="47" name="TextBox 46"/>
          <p:cNvSpPr txBox="1"/>
          <p:nvPr/>
        </p:nvSpPr>
        <p:spPr>
          <a:xfrm>
            <a:off x="7200899" y="1938528"/>
            <a:ext cx="822960" cy="237744"/>
          </a:xfrm>
          <a:prstGeom prst="rect">
            <a:avLst/>
          </a:prstGeom>
          <a:solidFill>
            <a:srgbClr val="FFFFFF"/>
          </a:solidFill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b="1" sz="900">
                <a:solidFill>
                  <a:srgbClr val="DF6426"/>
                </a:solidFill>
                <a:latin typeface="Arial"/>
              </a:rPr>
              <a:t>risposta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1.15 REACT DA ZERO – I NODI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38</a:t>
            </a:fld>
          </a:p>
        </p:txBody>
      </p:sp>
      <p:sp>
        <p:nvSpPr>
          <p:cNvPr id="34" name="Rounded Rectangle 33"/>
          <p:cNvSpPr/>
          <p:nvPr/>
        </p:nvSpPr>
        <p:spPr>
          <a:xfrm>
            <a:off x="457200" y="1051560"/>
            <a:ext cx="8229600" cy="3681983"/>
          </a:xfrm>
          <a:prstGeom prst="roundRect">
            <a:avLst>
              <a:gd name="adj" fmla="val 4000"/>
            </a:avLst>
          </a:prstGeom>
          <a:solidFill>
            <a:srgbClr val="0B2B38"/>
          </a:solidFill>
          <a:ln>
            <a:noFill/>
          </a:ln>
        </p:spPr>
        <p:txBody>
          <a:bodyPr rtlCol="0" anchor="t" wrap="square" lIns="128016" rIns="128016" tIns="91440" bIns="54864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tools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=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[</a:t>
            </a:r>
            <a:r>
              <a:rPr sz="1200">
                <a:solidFill>
                  <a:srgbClr val="E8EEF1"/>
                </a:solidFill>
                <a:latin typeface="Courier New"/>
              </a:rPr>
              <a:t>calcola_iva</a:t>
            </a:r>
            <a:r>
              <a:rPr sz="1200">
                <a:solidFill>
                  <a:srgbClr val="E8EEF1"/>
                </a:solidFill>
                <a:latin typeface="Courier New"/>
              </a:rPr>
              <a:t>,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data_odierna</a:t>
            </a:r>
            <a:r>
              <a:rPr sz="1200">
                <a:solidFill>
                  <a:srgbClr val="E8EEF1"/>
                </a:solidFill>
                <a:latin typeface="Courier New"/>
              </a:rPr>
              <a:t>]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tools_by_name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=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{</a:t>
            </a:r>
            <a:r>
              <a:rPr sz="1200">
                <a:solidFill>
                  <a:srgbClr val="E8EEF1"/>
                </a:solidFill>
                <a:latin typeface="Courier New"/>
              </a:rPr>
              <a:t>t</a:t>
            </a:r>
            <a:r>
              <a:rPr sz="1200">
                <a:solidFill>
                  <a:srgbClr val="E8EEF1"/>
                </a:solidFill>
                <a:latin typeface="Courier New"/>
              </a:rPr>
              <a:t>.</a:t>
            </a:r>
            <a:r>
              <a:rPr sz="1200">
                <a:solidFill>
                  <a:srgbClr val="E8EEF1"/>
                </a:solidFill>
                <a:latin typeface="Courier New"/>
              </a:rPr>
              <a:t>name</a:t>
            </a:r>
            <a:r>
              <a:rPr sz="1200">
                <a:solidFill>
                  <a:srgbClr val="E8EEF1"/>
                </a:solidFill>
                <a:latin typeface="Courier New"/>
              </a:rPr>
              <a:t>: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t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 b="1">
                <a:solidFill>
                  <a:srgbClr val="F28C4F"/>
                </a:solidFill>
                <a:latin typeface="Courier New"/>
              </a:rPr>
              <a:t>for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t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F28C4F"/>
                </a:solidFill>
                <a:latin typeface="Courier New"/>
              </a:rPr>
              <a:t>in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tools</a:t>
            </a:r>
            <a:r>
              <a:rPr sz="1200">
                <a:solidFill>
                  <a:srgbClr val="E8EEF1"/>
                </a:solidFill>
                <a:latin typeface="Courier New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llm_tools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=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get_llm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  <a:r>
              <a:rPr sz="1200">
                <a:solidFill>
                  <a:srgbClr val="E8EEF1"/>
                </a:solidFill>
                <a:latin typeface="Courier New"/>
              </a:rPr>
              <a:t>.</a:t>
            </a:r>
            <a:r>
              <a:rPr sz="1200">
                <a:solidFill>
                  <a:srgbClr val="E8EEF1"/>
                </a:solidFill>
                <a:latin typeface="Courier New"/>
              </a:rPr>
              <a:t>bind_tools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tools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SISTEMA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=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SystemMessage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Sei un contabile. Per i calcoli usa SEMPRE i tool.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28C4F"/>
                </a:solidFill>
                <a:latin typeface="Courier New"/>
              </a:rPr>
              <a:t>def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7FCFF0"/>
                </a:solidFill>
                <a:latin typeface="Courier New"/>
              </a:rPr>
              <a:t>agente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state</a:t>
            </a:r>
            <a:r>
              <a:rPr sz="1200">
                <a:solidFill>
                  <a:srgbClr val="E8EEF1"/>
                </a:solidFill>
                <a:latin typeface="Courier New"/>
              </a:rPr>
              <a:t>: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MessagesState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-</a:t>
            </a:r>
            <a:r>
              <a:rPr sz="1200">
                <a:solidFill>
                  <a:srgbClr val="E8EEF1"/>
                </a:solidFill>
                <a:latin typeface="Courier New"/>
              </a:rPr>
              <a:t>&gt;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7FCFF0"/>
                </a:solidFill>
                <a:latin typeface="Courier New"/>
              </a:rPr>
              <a:t>dict</a:t>
            </a:r>
            <a:r>
              <a:rPr sz="1200">
                <a:solidFill>
                  <a:srgbClr val="E8EEF1"/>
                </a:solidFill>
                <a:latin typeface="Courier New"/>
              </a:rPr>
              <a:t>:</a:t>
            </a:r>
            <a:r>
              <a:rPr sz="1200">
                <a:solidFill>
                  <a:srgbClr val="E8EEF1"/>
                </a:solidFill>
                <a:latin typeface="Courier New"/>
              </a:rPr>
              <a:t>          </a:t>
            </a:r>
            <a:r>
              <a:rPr sz="1200">
                <a:solidFill>
                  <a:srgbClr val="8AA4B0"/>
                </a:solidFill>
                <a:latin typeface="Courier New"/>
              </a:rPr>
              <a:t># REASON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    </a:t>
            </a:r>
            <a:r>
              <a:rPr sz="1200">
                <a:solidFill>
                  <a:srgbClr val="E8EEF1"/>
                </a:solidFill>
                <a:latin typeface="Courier New"/>
              </a:rPr>
              <a:t>risposta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=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llm_tools</a:t>
            </a:r>
            <a:r>
              <a:rPr sz="1200">
                <a:solidFill>
                  <a:srgbClr val="E8EEF1"/>
                </a:solidFill>
                <a:latin typeface="Courier New"/>
              </a:rPr>
              <a:t>.</a:t>
            </a:r>
            <a:r>
              <a:rPr sz="1200">
                <a:solidFill>
                  <a:srgbClr val="E8EEF1"/>
                </a:solidFill>
                <a:latin typeface="Courier New"/>
              </a:rPr>
              <a:t>invoke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[</a:t>
            </a:r>
            <a:r>
              <a:rPr sz="1200">
                <a:solidFill>
                  <a:srgbClr val="E8EEF1"/>
                </a:solidFill>
                <a:latin typeface="Courier New"/>
              </a:rPr>
              <a:t>SISTEMA</a:t>
            </a:r>
            <a:r>
              <a:rPr sz="1200">
                <a:solidFill>
                  <a:srgbClr val="E8EEF1"/>
                </a:solidFill>
                <a:latin typeface="Courier New"/>
              </a:rPr>
              <a:t>]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+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state</a:t>
            </a:r>
            <a:r>
              <a:rPr sz="1200">
                <a:solidFill>
                  <a:srgbClr val="E8EEF1"/>
                </a:solidFill>
                <a:latin typeface="Courier New"/>
              </a:rPr>
              <a:t>[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messages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]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    </a:t>
            </a:r>
            <a:r>
              <a:rPr sz="1200" b="1">
                <a:solidFill>
                  <a:srgbClr val="F28C4F"/>
                </a:solidFill>
                <a:latin typeface="Courier New"/>
              </a:rPr>
              <a:t>return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{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messages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: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[</a:t>
            </a:r>
            <a:r>
              <a:rPr sz="1200">
                <a:solidFill>
                  <a:srgbClr val="E8EEF1"/>
                </a:solidFill>
                <a:latin typeface="Courier New"/>
              </a:rPr>
              <a:t>risposta</a:t>
            </a:r>
            <a:r>
              <a:rPr sz="1200">
                <a:solidFill>
                  <a:srgbClr val="E8EEF1"/>
                </a:solidFill>
                <a:latin typeface="Courier New"/>
              </a:rPr>
              <a:t>]</a:t>
            </a:r>
            <a:r>
              <a:rPr sz="1200">
                <a:solidFill>
                  <a:srgbClr val="E8EEF1"/>
                </a:solidFill>
                <a:latin typeface="Courier New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28C4F"/>
                </a:solidFill>
                <a:latin typeface="Courier New"/>
              </a:rPr>
              <a:t>def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7FCFF0"/>
                </a:solidFill>
                <a:latin typeface="Courier New"/>
              </a:rPr>
              <a:t>esegui_tools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state</a:t>
            </a:r>
            <a:r>
              <a:rPr sz="1200">
                <a:solidFill>
                  <a:srgbClr val="E8EEF1"/>
                </a:solidFill>
                <a:latin typeface="Courier New"/>
              </a:rPr>
              <a:t>: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MessagesState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-</a:t>
            </a:r>
            <a:r>
              <a:rPr sz="1200">
                <a:solidFill>
                  <a:srgbClr val="E8EEF1"/>
                </a:solidFill>
                <a:latin typeface="Courier New"/>
              </a:rPr>
              <a:t>&gt;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7FCFF0"/>
                </a:solidFill>
                <a:latin typeface="Courier New"/>
              </a:rPr>
              <a:t>dict</a:t>
            </a:r>
            <a:r>
              <a:rPr sz="1200">
                <a:solidFill>
                  <a:srgbClr val="E8EEF1"/>
                </a:solidFill>
                <a:latin typeface="Courier New"/>
              </a:rPr>
              <a:t>:</a:t>
            </a:r>
            <a:r>
              <a:rPr sz="1200">
                <a:solidFill>
                  <a:srgbClr val="E8EEF1"/>
                </a:solidFill>
                <a:latin typeface="Courier New"/>
              </a:rPr>
              <a:t>    </a:t>
            </a:r>
            <a:r>
              <a:rPr sz="1200">
                <a:solidFill>
                  <a:srgbClr val="8AA4B0"/>
                </a:solidFill>
                <a:latin typeface="Courier New"/>
              </a:rPr>
              <a:t># ACT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    </a:t>
            </a:r>
            <a:r>
              <a:rPr sz="1200">
                <a:solidFill>
                  <a:srgbClr val="E8EEF1"/>
                </a:solidFill>
                <a:latin typeface="Courier New"/>
              </a:rPr>
              <a:t>risultati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=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[</a:t>
            </a:r>
            <a:r>
              <a:rPr sz="1200">
                <a:solidFill>
                  <a:srgbClr val="E8EEF1"/>
                </a:solidFill>
                <a:latin typeface="Courier New"/>
              </a:rPr>
              <a:t>]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    </a:t>
            </a:r>
            <a:r>
              <a:rPr sz="1200" b="1">
                <a:solidFill>
                  <a:srgbClr val="F28C4F"/>
                </a:solidFill>
                <a:latin typeface="Courier New"/>
              </a:rPr>
              <a:t>for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call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F28C4F"/>
                </a:solidFill>
                <a:latin typeface="Courier New"/>
              </a:rPr>
              <a:t>in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state</a:t>
            </a:r>
            <a:r>
              <a:rPr sz="1200">
                <a:solidFill>
                  <a:srgbClr val="E8EEF1"/>
                </a:solidFill>
                <a:latin typeface="Courier New"/>
              </a:rPr>
              <a:t>[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messages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]</a:t>
            </a:r>
            <a:r>
              <a:rPr sz="1200">
                <a:solidFill>
                  <a:srgbClr val="E8EEF1"/>
                </a:solidFill>
                <a:latin typeface="Courier New"/>
              </a:rPr>
              <a:t>[</a:t>
            </a:r>
            <a:r>
              <a:rPr sz="1200">
                <a:solidFill>
                  <a:srgbClr val="E8EEF1"/>
                </a:solidFill>
                <a:latin typeface="Courier New"/>
              </a:rPr>
              <a:t>-</a:t>
            </a:r>
            <a:r>
              <a:rPr sz="1200">
                <a:solidFill>
                  <a:srgbClr val="F5C96A"/>
                </a:solidFill>
                <a:latin typeface="Courier New"/>
              </a:rPr>
              <a:t>1</a:t>
            </a:r>
            <a:r>
              <a:rPr sz="1200">
                <a:solidFill>
                  <a:srgbClr val="E8EEF1"/>
                </a:solidFill>
                <a:latin typeface="Courier New"/>
              </a:rPr>
              <a:t>]</a:t>
            </a:r>
            <a:r>
              <a:rPr sz="1200">
                <a:solidFill>
                  <a:srgbClr val="E8EEF1"/>
                </a:solidFill>
                <a:latin typeface="Courier New"/>
              </a:rPr>
              <a:t>.</a:t>
            </a:r>
            <a:r>
              <a:rPr sz="1200">
                <a:solidFill>
                  <a:srgbClr val="E8EEF1"/>
                </a:solidFill>
                <a:latin typeface="Courier New"/>
              </a:rPr>
              <a:t>tool_calls</a:t>
            </a:r>
            <a:r>
              <a:rPr sz="120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        </a:t>
            </a:r>
            <a:r>
              <a:rPr sz="1200">
                <a:solidFill>
                  <a:srgbClr val="E8EEF1"/>
                </a:solidFill>
                <a:latin typeface="Courier New"/>
              </a:rPr>
              <a:t>output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=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tools_by_name</a:t>
            </a:r>
            <a:r>
              <a:rPr sz="1200">
                <a:solidFill>
                  <a:srgbClr val="E8EEF1"/>
                </a:solidFill>
                <a:latin typeface="Courier New"/>
              </a:rPr>
              <a:t>[</a:t>
            </a:r>
            <a:r>
              <a:rPr sz="1200">
                <a:solidFill>
                  <a:srgbClr val="E8EEF1"/>
                </a:solidFill>
                <a:latin typeface="Courier New"/>
              </a:rPr>
              <a:t>call</a:t>
            </a:r>
            <a:r>
              <a:rPr sz="1200">
                <a:solidFill>
                  <a:srgbClr val="E8EEF1"/>
                </a:solidFill>
                <a:latin typeface="Courier New"/>
              </a:rPr>
              <a:t>[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name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]</a:t>
            </a:r>
            <a:r>
              <a:rPr sz="1200">
                <a:solidFill>
                  <a:srgbClr val="E8EEF1"/>
                </a:solidFill>
                <a:latin typeface="Courier New"/>
              </a:rPr>
              <a:t>]</a:t>
            </a:r>
            <a:r>
              <a:rPr sz="1200">
                <a:solidFill>
                  <a:srgbClr val="E8EEF1"/>
                </a:solidFill>
                <a:latin typeface="Courier New"/>
              </a:rPr>
              <a:t>.</a:t>
            </a:r>
            <a:r>
              <a:rPr sz="1200">
                <a:solidFill>
                  <a:srgbClr val="E8EEF1"/>
                </a:solidFill>
                <a:latin typeface="Courier New"/>
              </a:rPr>
              <a:t>invoke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call</a:t>
            </a:r>
            <a:r>
              <a:rPr sz="1200">
                <a:solidFill>
                  <a:srgbClr val="E8EEF1"/>
                </a:solidFill>
                <a:latin typeface="Courier New"/>
              </a:rPr>
              <a:t>[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args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]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        </a:t>
            </a:r>
            <a:r>
              <a:rPr sz="1200">
                <a:solidFill>
                  <a:srgbClr val="E8EEF1"/>
                </a:solidFill>
                <a:latin typeface="Courier New"/>
              </a:rPr>
              <a:t>risultati</a:t>
            </a:r>
            <a:r>
              <a:rPr sz="1200">
                <a:solidFill>
                  <a:srgbClr val="E8EEF1"/>
                </a:solidFill>
                <a:latin typeface="Courier New"/>
              </a:rPr>
              <a:t>.</a:t>
            </a:r>
            <a:r>
              <a:rPr sz="1200">
                <a:solidFill>
                  <a:srgbClr val="E8EEF1"/>
                </a:solidFill>
                <a:latin typeface="Courier New"/>
              </a:rPr>
              <a:t>append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ToolMessage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content</a:t>
            </a:r>
            <a:r>
              <a:rPr sz="1200">
                <a:solidFill>
                  <a:srgbClr val="E8EEF1"/>
                </a:solidFill>
                <a:latin typeface="Courier New"/>
              </a:rPr>
              <a:t>=</a:t>
            </a:r>
            <a:r>
              <a:rPr sz="1200">
                <a:solidFill>
                  <a:srgbClr val="7FCFF0"/>
                </a:solidFill>
                <a:latin typeface="Courier New"/>
              </a:rPr>
              <a:t>str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output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  <a:r>
              <a:rPr sz="1200">
                <a:solidFill>
                  <a:srgbClr val="E8EEF1"/>
                </a:solidFill>
                <a:latin typeface="Courier New"/>
              </a:rPr>
              <a:t>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                                     </a:t>
            </a:r>
            <a:r>
              <a:rPr sz="1200">
                <a:solidFill>
                  <a:srgbClr val="E8EEF1"/>
                </a:solidFill>
                <a:latin typeface="Courier New"/>
              </a:rPr>
              <a:t>tool_call_id</a:t>
            </a:r>
            <a:r>
              <a:rPr sz="1200">
                <a:solidFill>
                  <a:srgbClr val="E8EEF1"/>
                </a:solidFill>
                <a:latin typeface="Courier New"/>
              </a:rPr>
              <a:t>=</a:t>
            </a:r>
            <a:r>
              <a:rPr sz="1200">
                <a:solidFill>
                  <a:srgbClr val="E8EEF1"/>
                </a:solidFill>
                <a:latin typeface="Courier New"/>
              </a:rPr>
              <a:t>call</a:t>
            </a:r>
            <a:r>
              <a:rPr sz="1200">
                <a:solidFill>
                  <a:srgbClr val="E8EEF1"/>
                </a:solidFill>
                <a:latin typeface="Courier New"/>
              </a:rPr>
              <a:t>[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id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]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    </a:t>
            </a:r>
            <a:r>
              <a:rPr sz="1200" b="1">
                <a:solidFill>
                  <a:srgbClr val="F28C4F"/>
                </a:solidFill>
                <a:latin typeface="Courier New"/>
              </a:rPr>
              <a:t>return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{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messages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: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risultati</a:t>
            </a:r>
            <a:r>
              <a:rPr sz="1200">
                <a:solidFill>
                  <a:srgbClr val="E8EEF1"/>
                </a:solidFill>
                <a:latin typeface="Courier New"/>
              </a:rPr>
              <a:t>}</a:t>
            </a:r>
            <a:r>
              <a:rPr sz="1200">
                <a:solidFill>
                  <a:srgbClr val="E8EEF1"/>
                </a:solidFill>
                <a:latin typeface="Courier New"/>
              </a:rPr>
              <a:t>                  </a:t>
            </a:r>
            <a:r>
              <a:rPr sz="1200">
                <a:solidFill>
                  <a:srgbClr val="8AA4B0"/>
                </a:solidFill>
                <a:latin typeface="Courier New"/>
              </a:rPr>
              <a:t># OBSERVE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28C4F"/>
                </a:solidFill>
                <a:latin typeface="Courier New"/>
              </a:rPr>
              <a:t>def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7FCFF0"/>
                </a:solidFill>
                <a:latin typeface="Courier New"/>
              </a:rPr>
              <a:t>deve_continuare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state</a:t>
            </a:r>
            <a:r>
              <a:rPr sz="1200">
                <a:solidFill>
                  <a:srgbClr val="E8EEF1"/>
                </a:solidFill>
                <a:latin typeface="Courier New"/>
              </a:rPr>
              <a:t>: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MessagesState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-</a:t>
            </a:r>
            <a:r>
              <a:rPr sz="1200">
                <a:solidFill>
                  <a:srgbClr val="E8EEF1"/>
                </a:solidFill>
                <a:latin typeface="Courier New"/>
              </a:rPr>
              <a:t>&gt;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7FCFF0"/>
                </a:solidFill>
                <a:latin typeface="Courier New"/>
              </a:rPr>
              <a:t>str</a:t>
            </a:r>
            <a:r>
              <a:rPr sz="120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    </a:t>
            </a:r>
            <a:r>
              <a:rPr sz="1200" b="1">
                <a:solidFill>
                  <a:srgbClr val="F28C4F"/>
                </a:solidFill>
                <a:latin typeface="Courier New"/>
              </a:rPr>
              <a:t>return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tools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 b="1">
                <a:solidFill>
                  <a:srgbClr val="F28C4F"/>
                </a:solidFill>
                <a:latin typeface="Courier New"/>
              </a:rPr>
              <a:t>if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state</a:t>
            </a:r>
            <a:r>
              <a:rPr sz="1200">
                <a:solidFill>
                  <a:srgbClr val="E8EEF1"/>
                </a:solidFill>
                <a:latin typeface="Courier New"/>
              </a:rPr>
              <a:t>[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messages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]</a:t>
            </a:r>
            <a:r>
              <a:rPr sz="1200">
                <a:solidFill>
                  <a:srgbClr val="E8EEF1"/>
                </a:solidFill>
                <a:latin typeface="Courier New"/>
              </a:rPr>
              <a:t>[</a:t>
            </a:r>
            <a:r>
              <a:rPr sz="1200">
                <a:solidFill>
                  <a:srgbClr val="E8EEF1"/>
                </a:solidFill>
                <a:latin typeface="Courier New"/>
              </a:rPr>
              <a:t>-</a:t>
            </a:r>
            <a:r>
              <a:rPr sz="1200">
                <a:solidFill>
                  <a:srgbClr val="F5C96A"/>
                </a:solidFill>
                <a:latin typeface="Courier New"/>
              </a:rPr>
              <a:t>1</a:t>
            </a:r>
            <a:r>
              <a:rPr sz="1200">
                <a:solidFill>
                  <a:srgbClr val="E8EEF1"/>
                </a:solidFill>
                <a:latin typeface="Courier New"/>
              </a:rPr>
              <a:t>]</a:t>
            </a:r>
            <a:r>
              <a:rPr sz="1200">
                <a:solidFill>
                  <a:srgbClr val="E8EEF1"/>
                </a:solidFill>
                <a:latin typeface="Courier New"/>
              </a:rPr>
              <a:t>.</a:t>
            </a:r>
            <a:r>
              <a:rPr sz="1200">
                <a:solidFill>
                  <a:srgbClr val="E8EEF1"/>
                </a:solidFill>
                <a:latin typeface="Courier New"/>
              </a:rPr>
              <a:t>tool_calls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 b="1">
                <a:solidFill>
                  <a:srgbClr val="F28C4F"/>
                </a:solidFill>
                <a:latin typeface="Courier New"/>
              </a:rPr>
              <a:t>else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END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0" y="4864608"/>
            <a:ext cx="32918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b="0" sz="1000">
                <a:solidFill>
                  <a:srgbClr val="76777B"/>
                </a:solidFill>
                <a:latin typeface="Arial"/>
              </a:rPr>
              <a:t>Esempio: </a:t>
            </a:r>
            <a:r>
              <a:rPr b="1" sz="1000">
                <a:solidFill>
                  <a:srgbClr val="005A77"/>
                </a:solidFill>
                <a:latin typeface="Courier New"/>
              </a:rPr>
              <a:t>12_react_da_zero.py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1.15 REACT DA ZERO – IL GRAFO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39</a:t>
            </a:fld>
          </a:p>
        </p:txBody>
      </p:sp>
      <p:sp>
        <p:nvSpPr>
          <p:cNvPr id="34" name="Rounded Rectangle 33"/>
          <p:cNvSpPr/>
          <p:nvPr/>
        </p:nvSpPr>
        <p:spPr>
          <a:xfrm>
            <a:off x="457200" y="1051560"/>
            <a:ext cx="8229600" cy="2423159"/>
          </a:xfrm>
          <a:prstGeom prst="roundRect">
            <a:avLst>
              <a:gd name="adj" fmla="val 4000"/>
            </a:avLst>
          </a:prstGeom>
          <a:solidFill>
            <a:srgbClr val="0B2B38"/>
          </a:solidFill>
          <a:ln>
            <a:noFill/>
          </a:ln>
        </p:spPr>
        <p:txBody>
          <a:bodyPr rtlCol="0" anchor="t" wrap="square" lIns="128016" rIns="128016" tIns="91440" bIns="54864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builder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=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StateGraph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MessagesState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builder</a:t>
            </a:r>
            <a:r>
              <a:rPr sz="1200">
                <a:solidFill>
                  <a:srgbClr val="E8EEF1"/>
                </a:solidFill>
                <a:latin typeface="Courier New"/>
              </a:rPr>
              <a:t>.</a:t>
            </a:r>
            <a:r>
              <a:rPr sz="1200">
                <a:solidFill>
                  <a:srgbClr val="E8EEF1"/>
                </a:solidFill>
                <a:latin typeface="Courier New"/>
              </a:rPr>
              <a:t>add_node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agente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,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agente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builder</a:t>
            </a:r>
            <a:r>
              <a:rPr sz="1200">
                <a:solidFill>
                  <a:srgbClr val="E8EEF1"/>
                </a:solidFill>
                <a:latin typeface="Courier New"/>
              </a:rPr>
              <a:t>.</a:t>
            </a:r>
            <a:r>
              <a:rPr sz="1200">
                <a:solidFill>
                  <a:srgbClr val="E8EEF1"/>
                </a:solidFill>
                <a:latin typeface="Courier New"/>
              </a:rPr>
              <a:t>add_node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tools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,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esegui_tools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builder</a:t>
            </a:r>
            <a:r>
              <a:rPr sz="1200">
                <a:solidFill>
                  <a:srgbClr val="E8EEF1"/>
                </a:solidFill>
                <a:latin typeface="Courier New"/>
              </a:rPr>
              <a:t>.</a:t>
            </a:r>
            <a:r>
              <a:rPr sz="1200">
                <a:solidFill>
                  <a:srgbClr val="E8EEF1"/>
                </a:solidFill>
                <a:latin typeface="Courier New"/>
              </a:rPr>
              <a:t>add_edge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START</a:t>
            </a:r>
            <a:r>
              <a:rPr sz="1200">
                <a:solidFill>
                  <a:srgbClr val="E8EEF1"/>
                </a:solidFill>
                <a:latin typeface="Courier New"/>
              </a:rPr>
              <a:t>,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agente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builder</a:t>
            </a:r>
            <a:r>
              <a:rPr sz="1200">
                <a:solidFill>
                  <a:srgbClr val="E8EEF1"/>
                </a:solidFill>
                <a:latin typeface="Courier New"/>
              </a:rPr>
              <a:t>.</a:t>
            </a:r>
            <a:r>
              <a:rPr sz="1200">
                <a:solidFill>
                  <a:srgbClr val="E8EEF1"/>
                </a:solidFill>
                <a:latin typeface="Courier New"/>
              </a:rPr>
              <a:t>add_conditional_edges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agente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,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deve_continuare</a:t>
            </a:r>
            <a:r>
              <a:rPr sz="1200">
                <a:solidFill>
                  <a:srgbClr val="E8EEF1"/>
                </a:solidFill>
                <a:latin typeface="Courier New"/>
              </a:rPr>
              <a:t>,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[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tools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,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END</a:t>
            </a:r>
            <a:r>
              <a:rPr sz="1200">
                <a:solidFill>
                  <a:srgbClr val="E8EEF1"/>
                </a:solidFill>
                <a:latin typeface="Courier New"/>
              </a:rPr>
              <a:t>]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builder</a:t>
            </a:r>
            <a:r>
              <a:rPr sz="1200">
                <a:solidFill>
                  <a:srgbClr val="E8EEF1"/>
                </a:solidFill>
                <a:latin typeface="Courier New"/>
              </a:rPr>
              <a:t>.</a:t>
            </a:r>
            <a:r>
              <a:rPr sz="1200">
                <a:solidFill>
                  <a:srgbClr val="E8EEF1"/>
                </a:solidFill>
                <a:latin typeface="Courier New"/>
              </a:rPr>
              <a:t>add_edge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tools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,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agente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  <a:r>
              <a:rPr sz="1200">
                <a:solidFill>
                  <a:srgbClr val="E8EEF1"/>
                </a:solidFill>
                <a:latin typeface="Courier New"/>
              </a:rPr>
              <a:t>     </a:t>
            </a:r>
            <a:r>
              <a:rPr sz="1200">
                <a:solidFill>
                  <a:srgbClr val="8AA4B0"/>
                </a:solidFill>
                <a:latin typeface="Courier New"/>
              </a:rPr>
              <a:t># il CICLO: si torna all'LLM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graph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=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builder</a:t>
            </a:r>
            <a:r>
              <a:rPr sz="1200">
                <a:solidFill>
                  <a:srgbClr val="E8EEF1"/>
                </a:solidFill>
                <a:latin typeface="Courier New"/>
              </a:rPr>
              <a:t>.</a:t>
            </a:r>
            <a:r>
              <a:rPr sz="1200">
                <a:solidFill>
                  <a:srgbClr val="E8EEF1"/>
                </a:solidFill>
                <a:latin typeface="Courier New"/>
              </a:rPr>
              <a:t>compile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domanda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=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Quanta IVA pago su 250 euro al 10</a:t>
            </a:r>
            <a:r>
              <a:rPr sz="1200">
                <a:solidFill>
                  <a:srgbClr val="B5D98B"/>
                </a:solidFill>
                <a:latin typeface="Courier New"/>
              </a:rPr>
              <a:t>%</a:t>
            </a:r>
            <a:r>
              <a:rPr sz="1200">
                <a:solidFill>
                  <a:srgbClr val="B5D98B"/>
                </a:solidFill>
                <a:latin typeface="Courier New"/>
              </a:rPr>
              <a:t>?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out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=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graph</a:t>
            </a:r>
            <a:r>
              <a:rPr sz="1200">
                <a:solidFill>
                  <a:srgbClr val="E8EEF1"/>
                </a:solidFill>
                <a:latin typeface="Courier New"/>
              </a:rPr>
              <a:t>.</a:t>
            </a:r>
            <a:r>
              <a:rPr sz="1200">
                <a:solidFill>
                  <a:srgbClr val="E8EEF1"/>
                </a:solidFill>
                <a:latin typeface="Courier New"/>
              </a:rPr>
              <a:t>invoke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{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messages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: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[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user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,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domanda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  <a:r>
              <a:rPr sz="1200">
                <a:solidFill>
                  <a:srgbClr val="E8EEF1"/>
                </a:solidFill>
                <a:latin typeface="Courier New"/>
              </a:rPr>
              <a:t>]</a:t>
            </a:r>
            <a:r>
              <a:rPr sz="1200">
                <a:solidFill>
                  <a:srgbClr val="E8EEF1"/>
                </a:solidFill>
                <a:latin typeface="Courier New"/>
              </a:rPr>
              <a:t>}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28C4F"/>
                </a:solidFill>
                <a:latin typeface="Courier New"/>
              </a:rPr>
              <a:t>for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m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F28C4F"/>
                </a:solidFill>
                <a:latin typeface="Courier New"/>
              </a:rPr>
              <a:t>in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out</a:t>
            </a:r>
            <a:r>
              <a:rPr sz="1200">
                <a:solidFill>
                  <a:srgbClr val="E8EEF1"/>
                </a:solidFill>
                <a:latin typeface="Courier New"/>
              </a:rPr>
              <a:t>[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messages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]</a:t>
            </a:r>
            <a:r>
              <a:rPr sz="120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    </a:t>
            </a:r>
            <a:r>
              <a:rPr sz="1200">
                <a:solidFill>
                  <a:srgbClr val="E8EEF1"/>
                </a:solidFill>
                <a:latin typeface="Courier New"/>
              </a:rPr>
              <a:t>m</a:t>
            </a:r>
            <a:r>
              <a:rPr sz="1200">
                <a:solidFill>
                  <a:srgbClr val="E8EEF1"/>
                </a:solidFill>
                <a:latin typeface="Courier New"/>
              </a:rPr>
              <a:t>.</a:t>
            </a:r>
            <a:r>
              <a:rPr sz="1200">
                <a:solidFill>
                  <a:srgbClr val="E8EEF1"/>
                </a:solidFill>
                <a:latin typeface="Courier New"/>
              </a:rPr>
              <a:t>pretty_print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  <a:r>
              <a:rPr sz="1200">
                <a:solidFill>
                  <a:srgbClr val="E8EEF1"/>
                </a:solidFill>
                <a:latin typeface="Courier New"/>
              </a:rPr>
              <a:t>   </a:t>
            </a:r>
            <a:r>
              <a:rPr sz="1200">
                <a:solidFill>
                  <a:srgbClr val="8AA4B0"/>
                </a:solidFill>
                <a:latin typeface="Courier New"/>
              </a:rPr>
              <a:t># Human → AI(tool_call) → Tool → AI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3584447"/>
            <a:ext cx="8229600" cy="1216153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566928" y="3657599"/>
            <a:ext cx="3977639" cy="11247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150">
                <a:solidFill>
                  <a:srgbClr val="003548"/>
                </a:solidFill>
                <a:latin typeface="Arial"/>
              </a:rPr>
              <a:t>L'arco </a:t>
            </a:r>
            <a:r>
              <a:rPr b="1" sz="1150">
                <a:solidFill>
                  <a:srgbClr val="DF6426"/>
                </a:solidFill>
                <a:latin typeface="Courier New"/>
              </a:rPr>
              <a:t>tools → agente</a:t>
            </a:r>
            <a:r>
              <a:rPr b="0" sz="1150">
                <a:solidFill>
                  <a:srgbClr val="003548"/>
                </a:solidFill>
                <a:latin typeface="Arial"/>
              </a:rPr>
              <a:t> crea il </a:t>
            </a:r>
            <a:r>
              <a:rPr b="1" sz="1150">
                <a:solidFill>
                  <a:srgbClr val="003548"/>
                </a:solidFill>
                <a:latin typeface="Arial"/>
              </a:rPr>
              <a:t>ciclo</a:t>
            </a:r>
            <a:r>
              <a:rPr b="0" sz="1150">
                <a:solidFill>
                  <a:srgbClr val="003548"/>
                </a:solidFill>
                <a:latin typeface="Arial"/>
              </a:rPr>
              <a:t>: l'LLM vede il risultato e decide se chiamare altri tool o rispondere.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17720" y="3657599"/>
            <a:ext cx="3977639" cy="11247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5120640" y="4864608"/>
            <a:ext cx="32918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b="0" sz="1000">
                <a:solidFill>
                  <a:srgbClr val="76777B"/>
                </a:solidFill>
                <a:latin typeface="Arial"/>
              </a:rPr>
              <a:t>Esempio: </a:t>
            </a:r>
            <a:r>
              <a:rPr b="1" sz="1000">
                <a:solidFill>
                  <a:srgbClr val="005A77"/>
                </a:solidFill>
                <a:latin typeface="Courier New"/>
              </a:rPr>
              <a:t>12_react_da_zero.py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1.16 TOOLNODE E TOOLS_CONDITION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40</a:t>
            </a:fld>
          </a:p>
        </p:txBody>
      </p:sp>
      <p:sp>
        <p:nvSpPr>
          <p:cNvPr id="34" name="Rounded Rectangle 33"/>
          <p:cNvSpPr/>
          <p:nvPr/>
        </p:nvSpPr>
        <p:spPr>
          <a:xfrm>
            <a:off x="457200" y="1051560"/>
            <a:ext cx="8229600" cy="3322319"/>
          </a:xfrm>
          <a:prstGeom prst="roundRect">
            <a:avLst>
              <a:gd name="adj" fmla="val 4000"/>
            </a:avLst>
          </a:prstGeom>
          <a:solidFill>
            <a:srgbClr val="0B2B38"/>
          </a:solidFill>
          <a:ln>
            <a:noFill/>
          </a:ln>
        </p:spPr>
        <p:txBody>
          <a:bodyPr rtlCol="0" anchor="t" wrap="square" lIns="128016" rIns="128016" tIns="91440" bIns="54864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28C4F"/>
                </a:solidFill>
                <a:latin typeface="Courier New"/>
              </a:rPr>
              <a:t>from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langgraph</a:t>
            </a:r>
            <a:r>
              <a:rPr sz="1200">
                <a:solidFill>
                  <a:srgbClr val="E8EEF1"/>
                </a:solidFill>
                <a:latin typeface="Courier New"/>
              </a:rPr>
              <a:t>.</a:t>
            </a:r>
            <a:r>
              <a:rPr sz="1200">
                <a:solidFill>
                  <a:srgbClr val="E8EEF1"/>
                </a:solidFill>
                <a:latin typeface="Courier New"/>
              </a:rPr>
              <a:t>graph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 b="1">
                <a:solidFill>
                  <a:srgbClr val="F28C4F"/>
                </a:solidFill>
                <a:latin typeface="Courier New"/>
              </a:rPr>
              <a:t>import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StateGraph</a:t>
            </a:r>
            <a:r>
              <a:rPr sz="1200">
                <a:solidFill>
                  <a:srgbClr val="E8EEF1"/>
                </a:solidFill>
                <a:latin typeface="Courier New"/>
              </a:rPr>
              <a:t>,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MessagesState</a:t>
            </a:r>
            <a:r>
              <a:rPr sz="1200">
                <a:solidFill>
                  <a:srgbClr val="E8EEF1"/>
                </a:solidFill>
                <a:latin typeface="Courier New"/>
              </a:rPr>
              <a:t>,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START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28C4F"/>
                </a:solidFill>
                <a:latin typeface="Courier New"/>
              </a:rPr>
              <a:t>from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langgraph</a:t>
            </a:r>
            <a:r>
              <a:rPr sz="1200">
                <a:solidFill>
                  <a:srgbClr val="E8EEF1"/>
                </a:solidFill>
                <a:latin typeface="Courier New"/>
              </a:rPr>
              <a:t>.</a:t>
            </a:r>
            <a:r>
              <a:rPr sz="1200">
                <a:solidFill>
                  <a:srgbClr val="E8EEF1"/>
                </a:solidFill>
                <a:latin typeface="Courier New"/>
              </a:rPr>
              <a:t>prebuilt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 b="1">
                <a:solidFill>
                  <a:srgbClr val="F28C4F"/>
                </a:solidFill>
                <a:latin typeface="Courier New"/>
              </a:rPr>
              <a:t>import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ToolNode</a:t>
            </a:r>
            <a:r>
              <a:rPr sz="1200">
                <a:solidFill>
                  <a:srgbClr val="E8EEF1"/>
                </a:solidFill>
                <a:latin typeface="Courier New"/>
              </a:rPr>
              <a:t>,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tools_condition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28C4F"/>
                </a:solidFill>
                <a:latin typeface="Courier New"/>
              </a:rPr>
              <a:t>from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config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 b="1">
                <a:solidFill>
                  <a:srgbClr val="F28C4F"/>
                </a:solidFill>
                <a:latin typeface="Courier New"/>
              </a:rPr>
              <a:t>import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get_llm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tools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=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[</a:t>
            </a:r>
            <a:r>
              <a:rPr sz="1200">
                <a:solidFill>
                  <a:srgbClr val="E8EEF1"/>
                </a:solidFill>
                <a:latin typeface="Courier New"/>
              </a:rPr>
              <a:t>calcola_iva</a:t>
            </a:r>
            <a:r>
              <a:rPr sz="1200">
                <a:solidFill>
                  <a:srgbClr val="E8EEF1"/>
                </a:solidFill>
                <a:latin typeface="Courier New"/>
              </a:rPr>
              <a:t>,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data_odierna</a:t>
            </a:r>
            <a:r>
              <a:rPr sz="1200">
                <a:solidFill>
                  <a:srgbClr val="E8EEF1"/>
                </a:solidFill>
                <a:latin typeface="Courier New"/>
              </a:rPr>
              <a:t>]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llm_tools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=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get_llm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  <a:r>
              <a:rPr sz="1200">
                <a:solidFill>
                  <a:srgbClr val="E8EEF1"/>
                </a:solidFill>
                <a:latin typeface="Courier New"/>
              </a:rPr>
              <a:t>.</a:t>
            </a:r>
            <a:r>
              <a:rPr sz="1200">
                <a:solidFill>
                  <a:srgbClr val="E8EEF1"/>
                </a:solidFill>
                <a:latin typeface="Courier New"/>
              </a:rPr>
              <a:t>bind_tools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tools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SISTEMA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=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SystemMessage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Sei un contabile. Per i calcoli usa SEMPRE i tool.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28C4F"/>
                </a:solidFill>
                <a:latin typeface="Courier New"/>
              </a:rPr>
              <a:t>def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7FCFF0"/>
                </a:solidFill>
                <a:latin typeface="Courier New"/>
              </a:rPr>
              <a:t>agente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state</a:t>
            </a:r>
            <a:r>
              <a:rPr sz="1200">
                <a:solidFill>
                  <a:srgbClr val="E8EEF1"/>
                </a:solidFill>
                <a:latin typeface="Courier New"/>
              </a:rPr>
              <a:t>: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MessagesState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-</a:t>
            </a:r>
            <a:r>
              <a:rPr sz="1200">
                <a:solidFill>
                  <a:srgbClr val="E8EEF1"/>
                </a:solidFill>
                <a:latin typeface="Courier New"/>
              </a:rPr>
              <a:t>&gt;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7FCFF0"/>
                </a:solidFill>
                <a:latin typeface="Courier New"/>
              </a:rPr>
              <a:t>dict</a:t>
            </a:r>
            <a:r>
              <a:rPr sz="120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    </a:t>
            </a:r>
            <a:r>
              <a:rPr sz="1200">
                <a:solidFill>
                  <a:srgbClr val="E8EEF1"/>
                </a:solidFill>
                <a:latin typeface="Courier New"/>
              </a:rPr>
              <a:t>risposta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=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llm_tools</a:t>
            </a:r>
            <a:r>
              <a:rPr sz="1200">
                <a:solidFill>
                  <a:srgbClr val="E8EEF1"/>
                </a:solidFill>
                <a:latin typeface="Courier New"/>
              </a:rPr>
              <a:t>.</a:t>
            </a:r>
            <a:r>
              <a:rPr sz="1200">
                <a:solidFill>
                  <a:srgbClr val="E8EEF1"/>
                </a:solidFill>
                <a:latin typeface="Courier New"/>
              </a:rPr>
              <a:t>invoke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[</a:t>
            </a:r>
            <a:r>
              <a:rPr sz="1200">
                <a:solidFill>
                  <a:srgbClr val="E8EEF1"/>
                </a:solidFill>
                <a:latin typeface="Courier New"/>
              </a:rPr>
              <a:t>SISTEMA</a:t>
            </a:r>
            <a:r>
              <a:rPr sz="1200">
                <a:solidFill>
                  <a:srgbClr val="E8EEF1"/>
                </a:solidFill>
                <a:latin typeface="Courier New"/>
              </a:rPr>
              <a:t>]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+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state</a:t>
            </a:r>
            <a:r>
              <a:rPr sz="1200">
                <a:solidFill>
                  <a:srgbClr val="E8EEF1"/>
                </a:solidFill>
                <a:latin typeface="Courier New"/>
              </a:rPr>
              <a:t>[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messages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]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    </a:t>
            </a:r>
            <a:r>
              <a:rPr sz="1200" b="1">
                <a:solidFill>
                  <a:srgbClr val="F28C4F"/>
                </a:solidFill>
                <a:latin typeface="Courier New"/>
              </a:rPr>
              <a:t>return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{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messages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: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[</a:t>
            </a:r>
            <a:r>
              <a:rPr sz="1200">
                <a:solidFill>
                  <a:srgbClr val="E8EEF1"/>
                </a:solidFill>
                <a:latin typeface="Courier New"/>
              </a:rPr>
              <a:t>risposta</a:t>
            </a:r>
            <a:r>
              <a:rPr sz="1200">
                <a:solidFill>
                  <a:srgbClr val="E8EEF1"/>
                </a:solidFill>
                <a:latin typeface="Courier New"/>
              </a:rPr>
              <a:t>]</a:t>
            </a:r>
            <a:r>
              <a:rPr sz="1200">
                <a:solidFill>
                  <a:srgbClr val="E8EEF1"/>
                </a:solidFill>
                <a:latin typeface="Courier New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builder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=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StateGraph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MessagesState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builder</a:t>
            </a:r>
            <a:r>
              <a:rPr sz="1200">
                <a:solidFill>
                  <a:srgbClr val="E8EEF1"/>
                </a:solidFill>
                <a:latin typeface="Courier New"/>
              </a:rPr>
              <a:t>.</a:t>
            </a:r>
            <a:r>
              <a:rPr sz="1200">
                <a:solidFill>
                  <a:srgbClr val="E8EEF1"/>
                </a:solidFill>
                <a:latin typeface="Courier New"/>
              </a:rPr>
              <a:t>add_node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agente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,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agente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builder</a:t>
            </a:r>
            <a:r>
              <a:rPr sz="1200">
                <a:solidFill>
                  <a:srgbClr val="E8EEF1"/>
                </a:solidFill>
                <a:latin typeface="Courier New"/>
              </a:rPr>
              <a:t>.</a:t>
            </a:r>
            <a:r>
              <a:rPr sz="1200">
                <a:solidFill>
                  <a:srgbClr val="E8EEF1"/>
                </a:solidFill>
                <a:latin typeface="Courier New"/>
              </a:rPr>
              <a:t>add_node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tools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,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ToolNode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tools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  <a:r>
              <a:rPr sz="1200">
                <a:solidFill>
                  <a:srgbClr val="E8EEF1"/>
                </a:solidFill>
                <a:latin typeface="Courier New"/>
              </a:rPr>
              <a:t>     </a:t>
            </a:r>
            <a:r>
              <a:rPr sz="1200">
                <a:solidFill>
                  <a:srgbClr val="8AA4B0"/>
                </a:solidFill>
                <a:latin typeface="Courier New"/>
              </a:rPr>
              <a:t># esegue i tool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builder</a:t>
            </a:r>
            <a:r>
              <a:rPr sz="1200">
                <a:solidFill>
                  <a:srgbClr val="E8EEF1"/>
                </a:solidFill>
                <a:latin typeface="Courier New"/>
              </a:rPr>
              <a:t>.</a:t>
            </a:r>
            <a:r>
              <a:rPr sz="1200">
                <a:solidFill>
                  <a:srgbClr val="E8EEF1"/>
                </a:solidFill>
                <a:latin typeface="Courier New"/>
              </a:rPr>
              <a:t>add_edge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START</a:t>
            </a:r>
            <a:r>
              <a:rPr sz="1200">
                <a:solidFill>
                  <a:srgbClr val="E8EEF1"/>
                </a:solidFill>
                <a:latin typeface="Courier New"/>
              </a:rPr>
              <a:t>,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agente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builder</a:t>
            </a:r>
            <a:r>
              <a:rPr sz="1200">
                <a:solidFill>
                  <a:srgbClr val="E8EEF1"/>
                </a:solidFill>
                <a:latin typeface="Courier New"/>
              </a:rPr>
              <a:t>.</a:t>
            </a:r>
            <a:r>
              <a:rPr sz="1200">
                <a:solidFill>
                  <a:srgbClr val="E8EEF1"/>
                </a:solidFill>
                <a:latin typeface="Courier New"/>
              </a:rPr>
              <a:t>add_conditional_edges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agente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,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tools_condition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8AA4B0"/>
                </a:solidFill>
                <a:latin typeface="Courier New"/>
              </a:rPr>
              <a:t>#                       ↑ va a "tools" se ci sono tool_calls, altrimenti END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builder</a:t>
            </a:r>
            <a:r>
              <a:rPr sz="1200">
                <a:solidFill>
                  <a:srgbClr val="E8EEF1"/>
                </a:solidFill>
                <a:latin typeface="Courier New"/>
              </a:rPr>
              <a:t>.</a:t>
            </a:r>
            <a:r>
              <a:rPr sz="1200">
                <a:solidFill>
                  <a:srgbClr val="E8EEF1"/>
                </a:solidFill>
                <a:latin typeface="Courier New"/>
              </a:rPr>
              <a:t>add_edge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tools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,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agente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graph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=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builder</a:t>
            </a:r>
            <a:r>
              <a:rPr sz="1200">
                <a:solidFill>
                  <a:srgbClr val="E8EEF1"/>
                </a:solidFill>
                <a:latin typeface="Courier New"/>
              </a:rPr>
              <a:t>.</a:t>
            </a:r>
            <a:r>
              <a:rPr sz="1200">
                <a:solidFill>
                  <a:srgbClr val="E8EEF1"/>
                </a:solidFill>
                <a:latin typeface="Courier New"/>
              </a:rPr>
              <a:t>compile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0" y="4864608"/>
            <a:ext cx="32918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b="0" sz="1000">
                <a:solidFill>
                  <a:srgbClr val="76777B"/>
                </a:solidFill>
                <a:latin typeface="Arial"/>
              </a:rPr>
              <a:t>Esempio: </a:t>
            </a:r>
            <a:r>
              <a:rPr b="1" sz="1000">
                <a:solidFill>
                  <a:srgbClr val="005A77"/>
                </a:solidFill>
                <a:latin typeface="Courier New"/>
              </a:rPr>
              <a:t>13_react_prebuilt.py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1.17 VEDERE L'AGENTE CHE LAVORA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41</a:t>
            </a:fld>
          </a:p>
        </p:txBody>
      </p:sp>
      <p:sp>
        <p:nvSpPr>
          <p:cNvPr id="34" name="TextBox 33"/>
          <p:cNvSpPr txBox="1"/>
          <p:nvPr/>
        </p:nvSpPr>
        <p:spPr>
          <a:xfrm>
            <a:off x="457200" y="987552"/>
            <a:ext cx="82296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DF6426"/>
                </a:solidFill>
                <a:latin typeface="Courier New"/>
              </a:rPr>
              <a:t>stream(..., stream_mode="updates")</a:t>
            </a:r>
            <a:r>
              <a:rPr b="0" sz="1300">
                <a:solidFill>
                  <a:srgbClr val="003548"/>
                </a:solidFill>
                <a:latin typeface="Arial"/>
              </a:rPr>
              <a:t> restituisce l'aggiornamento di ogni nodo appena eseguito: ideale per il debug.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11480" y="1417320"/>
            <a:ext cx="5623560" cy="1164336"/>
          </a:xfrm>
          <a:prstGeom prst="roundRect">
            <a:avLst>
              <a:gd name="adj" fmla="val 4000"/>
            </a:avLst>
          </a:prstGeom>
          <a:solidFill>
            <a:srgbClr val="0B2B38"/>
          </a:solidFill>
          <a:ln>
            <a:noFill/>
          </a:ln>
        </p:spPr>
        <p:txBody>
          <a:bodyPr rtlCol="0" anchor="t" wrap="square" lIns="128016" rIns="128016" tIns="91440" bIns="54864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E8EEF1"/>
                </a:solidFill>
                <a:latin typeface="Courier New"/>
              </a:rPr>
              <a:t>domanda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E8EEF1"/>
                </a:solidFill>
                <a:latin typeface="Courier New"/>
              </a:rPr>
              <a:t>=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E8EEF1"/>
                </a:solidFill>
                <a:latin typeface="Courier New"/>
              </a:rPr>
              <a:t>{</a:t>
            </a:r>
            <a:r>
              <a:rPr sz="1000">
                <a:solidFill>
                  <a:srgbClr val="B5D98B"/>
                </a:solidFill>
                <a:latin typeface="Courier New"/>
              </a:rPr>
              <a:t>"</a:t>
            </a:r>
            <a:r>
              <a:rPr sz="1000">
                <a:solidFill>
                  <a:srgbClr val="B5D98B"/>
                </a:solidFill>
                <a:latin typeface="Courier New"/>
              </a:rPr>
              <a:t>messages</a:t>
            </a:r>
            <a:r>
              <a:rPr sz="1000">
                <a:solidFill>
                  <a:srgbClr val="B5D98B"/>
                </a:solidFill>
                <a:latin typeface="Courier New"/>
              </a:rPr>
              <a:t>"</a:t>
            </a:r>
            <a:r>
              <a:rPr sz="1000">
                <a:solidFill>
                  <a:srgbClr val="E8EEF1"/>
                </a:solidFill>
                <a:latin typeface="Courier New"/>
              </a:rPr>
              <a:t>: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E8EEF1"/>
                </a:solidFill>
                <a:latin typeface="Courier New"/>
              </a:rPr>
              <a:t>[</a:t>
            </a:r>
            <a:r>
              <a:rPr sz="1000">
                <a:solidFill>
                  <a:srgbClr val="E8EEF1"/>
                </a:solidFill>
                <a:latin typeface="Courier New"/>
              </a:rPr>
              <a:t>(</a:t>
            </a:r>
            <a:r>
              <a:rPr sz="1000">
                <a:solidFill>
                  <a:srgbClr val="B5D98B"/>
                </a:solidFill>
                <a:latin typeface="Courier New"/>
              </a:rPr>
              <a:t>"</a:t>
            </a:r>
            <a:r>
              <a:rPr sz="1000">
                <a:solidFill>
                  <a:srgbClr val="B5D98B"/>
                </a:solidFill>
                <a:latin typeface="Courier New"/>
              </a:rPr>
              <a:t>user</a:t>
            </a:r>
            <a:r>
              <a:rPr sz="1000">
                <a:solidFill>
                  <a:srgbClr val="B5D98B"/>
                </a:solidFill>
                <a:latin typeface="Courier New"/>
              </a:rPr>
              <a:t>"</a:t>
            </a:r>
            <a:r>
              <a:rPr sz="1000">
                <a:solidFill>
                  <a:srgbClr val="E8EEF1"/>
                </a:solidFill>
                <a:latin typeface="Courier New"/>
              </a:rPr>
              <a:t>,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B5D98B"/>
                </a:solidFill>
                <a:latin typeface="Courier New"/>
              </a:rPr>
              <a:t>"</a:t>
            </a:r>
            <a:r>
              <a:rPr sz="1000">
                <a:solidFill>
                  <a:srgbClr val="B5D98B"/>
                </a:solidFill>
                <a:latin typeface="Courier New"/>
              </a:rPr>
              <a:t>Che giorno è? IVA su 80 euro?</a:t>
            </a:r>
            <a:r>
              <a:rPr sz="1000">
                <a:solidFill>
                  <a:srgbClr val="B5D98B"/>
                </a:solidFill>
                <a:latin typeface="Courier New"/>
              </a:rPr>
              <a:t>"</a:t>
            </a:r>
            <a:r>
              <a:rPr sz="1000">
                <a:solidFill>
                  <a:srgbClr val="E8EEF1"/>
                </a:solidFill>
                <a:latin typeface="Courier New"/>
              </a:rPr>
              <a:t>)</a:t>
            </a:r>
            <a:r>
              <a:rPr sz="1000">
                <a:solidFill>
                  <a:srgbClr val="E8EEF1"/>
                </a:solidFill>
                <a:latin typeface="Courier New"/>
              </a:rPr>
              <a:t>]</a:t>
            </a:r>
            <a:r>
              <a:rPr sz="1000">
                <a:solidFill>
                  <a:srgbClr val="E8EEF1"/>
                </a:solidFill>
                <a:latin typeface="Courier New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8AA4B0"/>
                </a:solidFill>
                <a:latin typeface="Courier New"/>
              </a:rPr>
              <a:t># un dict per ogni nodo eseguito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28C4F"/>
                </a:solidFill>
                <a:latin typeface="Courier New"/>
              </a:rPr>
              <a:t>for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E8EEF1"/>
                </a:solidFill>
                <a:latin typeface="Courier New"/>
              </a:rPr>
              <a:t>step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F28C4F"/>
                </a:solidFill>
                <a:latin typeface="Courier New"/>
              </a:rPr>
              <a:t>in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E8EEF1"/>
                </a:solidFill>
                <a:latin typeface="Courier New"/>
              </a:rPr>
              <a:t>graph</a:t>
            </a:r>
            <a:r>
              <a:rPr sz="1000">
                <a:solidFill>
                  <a:srgbClr val="E8EEF1"/>
                </a:solidFill>
                <a:latin typeface="Courier New"/>
              </a:rPr>
              <a:t>.</a:t>
            </a:r>
            <a:r>
              <a:rPr sz="1000">
                <a:solidFill>
                  <a:srgbClr val="E8EEF1"/>
                </a:solidFill>
                <a:latin typeface="Courier New"/>
              </a:rPr>
              <a:t>stream</a:t>
            </a:r>
            <a:r>
              <a:rPr sz="1000">
                <a:solidFill>
                  <a:srgbClr val="E8EEF1"/>
                </a:solidFill>
                <a:latin typeface="Courier New"/>
              </a:rPr>
              <a:t>(</a:t>
            </a:r>
            <a:r>
              <a:rPr sz="1000">
                <a:solidFill>
                  <a:srgbClr val="E8EEF1"/>
                </a:solidFill>
                <a:latin typeface="Courier New"/>
              </a:rPr>
              <a:t>domanda</a:t>
            </a:r>
            <a:r>
              <a:rPr sz="1000">
                <a:solidFill>
                  <a:srgbClr val="E8EEF1"/>
                </a:solidFill>
                <a:latin typeface="Courier New"/>
              </a:rPr>
              <a:t>,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E8EEF1"/>
                </a:solidFill>
                <a:latin typeface="Courier New"/>
              </a:rPr>
              <a:t>stream_mode</a:t>
            </a:r>
            <a:r>
              <a:rPr sz="1000">
                <a:solidFill>
                  <a:srgbClr val="E8EEF1"/>
                </a:solidFill>
                <a:latin typeface="Courier New"/>
              </a:rPr>
              <a:t>=</a:t>
            </a:r>
            <a:r>
              <a:rPr sz="1000">
                <a:solidFill>
                  <a:srgbClr val="B5D98B"/>
                </a:solidFill>
                <a:latin typeface="Courier New"/>
              </a:rPr>
              <a:t>"</a:t>
            </a:r>
            <a:r>
              <a:rPr sz="1000">
                <a:solidFill>
                  <a:srgbClr val="B5D98B"/>
                </a:solidFill>
                <a:latin typeface="Courier New"/>
              </a:rPr>
              <a:t>updates</a:t>
            </a:r>
            <a:r>
              <a:rPr sz="1000">
                <a:solidFill>
                  <a:srgbClr val="B5D98B"/>
                </a:solidFill>
                <a:latin typeface="Courier New"/>
              </a:rPr>
              <a:t>"</a:t>
            </a:r>
            <a:r>
              <a:rPr sz="1000">
                <a:solidFill>
                  <a:srgbClr val="E8EEF1"/>
                </a:solidFill>
                <a:latin typeface="Courier New"/>
              </a:rPr>
              <a:t>)</a:t>
            </a:r>
            <a:r>
              <a:rPr sz="100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E8EEF1"/>
                </a:solidFill>
                <a:latin typeface="Courier New"/>
              </a:rPr>
              <a:t>    </a:t>
            </a:r>
            <a:r>
              <a:rPr sz="1000" b="1">
                <a:solidFill>
                  <a:srgbClr val="F28C4F"/>
                </a:solidFill>
                <a:latin typeface="Courier New"/>
              </a:rPr>
              <a:t>for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E8EEF1"/>
                </a:solidFill>
                <a:latin typeface="Courier New"/>
              </a:rPr>
              <a:t>nodo</a:t>
            </a:r>
            <a:r>
              <a:rPr sz="1000">
                <a:solidFill>
                  <a:srgbClr val="E8EEF1"/>
                </a:solidFill>
                <a:latin typeface="Courier New"/>
              </a:rPr>
              <a:t>,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E8EEF1"/>
                </a:solidFill>
                <a:latin typeface="Courier New"/>
              </a:rPr>
              <a:t>update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F28C4F"/>
                </a:solidFill>
                <a:latin typeface="Courier New"/>
              </a:rPr>
              <a:t>in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E8EEF1"/>
                </a:solidFill>
                <a:latin typeface="Courier New"/>
              </a:rPr>
              <a:t>step</a:t>
            </a:r>
            <a:r>
              <a:rPr sz="1000">
                <a:solidFill>
                  <a:srgbClr val="E8EEF1"/>
                </a:solidFill>
                <a:latin typeface="Courier New"/>
              </a:rPr>
              <a:t>.</a:t>
            </a:r>
            <a:r>
              <a:rPr sz="1000">
                <a:solidFill>
                  <a:srgbClr val="E8EEF1"/>
                </a:solidFill>
                <a:latin typeface="Courier New"/>
              </a:rPr>
              <a:t>items</a:t>
            </a:r>
            <a:r>
              <a:rPr sz="1000">
                <a:solidFill>
                  <a:srgbClr val="E8EEF1"/>
                </a:solidFill>
                <a:latin typeface="Courier New"/>
              </a:rPr>
              <a:t>(</a:t>
            </a:r>
            <a:r>
              <a:rPr sz="1000">
                <a:solidFill>
                  <a:srgbClr val="E8EEF1"/>
                </a:solidFill>
                <a:latin typeface="Courier New"/>
              </a:rPr>
              <a:t>)</a:t>
            </a:r>
            <a:r>
              <a:rPr sz="100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E8EEF1"/>
                </a:solidFill>
                <a:latin typeface="Courier New"/>
              </a:rPr>
              <a:t>        </a:t>
            </a:r>
            <a:r>
              <a:rPr sz="1000">
                <a:solidFill>
                  <a:srgbClr val="7FCFF0"/>
                </a:solidFill>
                <a:latin typeface="Courier New"/>
              </a:rPr>
              <a:t>print</a:t>
            </a:r>
            <a:r>
              <a:rPr sz="1000">
                <a:solidFill>
                  <a:srgbClr val="E8EEF1"/>
                </a:solidFill>
                <a:latin typeface="Courier New"/>
              </a:rPr>
              <a:t>(</a:t>
            </a:r>
            <a:r>
              <a:rPr sz="1000">
                <a:solidFill>
                  <a:srgbClr val="B5D98B"/>
                </a:solidFill>
                <a:latin typeface="Courier New"/>
              </a:rPr>
              <a:t>f</a:t>
            </a:r>
            <a:r>
              <a:rPr sz="1000">
                <a:solidFill>
                  <a:srgbClr val="B5D98B"/>
                </a:solidFill>
                <a:latin typeface="Courier New"/>
              </a:rPr>
              <a:t>"</a:t>
            </a:r>
            <a:r>
              <a:rPr sz="1000">
                <a:solidFill>
                  <a:srgbClr val="B5D98B"/>
                </a:solidFill>
                <a:latin typeface="Courier New"/>
              </a:rPr>
              <a:t>--- </a:t>
            </a:r>
            <a:r>
              <a:rPr sz="1000">
                <a:solidFill>
                  <a:srgbClr val="B5D98B"/>
                </a:solidFill>
                <a:latin typeface="Courier New"/>
              </a:rPr>
              <a:t>{</a:t>
            </a:r>
            <a:r>
              <a:rPr sz="1000">
                <a:solidFill>
                  <a:srgbClr val="E8EEF1"/>
                </a:solidFill>
                <a:latin typeface="Courier New"/>
              </a:rPr>
              <a:t>nodo</a:t>
            </a:r>
            <a:r>
              <a:rPr sz="1000">
                <a:solidFill>
                  <a:srgbClr val="B5D98B"/>
                </a:solidFill>
                <a:latin typeface="Courier New"/>
              </a:rPr>
              <a:t>}</a:t>
            </a:r>
            <a:r>
              <a:rPr sz="1000">
                <a:solidFill>
                  <a:srgbClr val="B5D98B"/>
                </a:solidFill>
                <a:latin typeface="Courier New"/>
              </a:rPr>
              <a:t> ---</a:t>
            </a:r>
            <a:r>
              <a:rPr sz="1000">
                <a:solidFill>
                  <a:srgbClr val="B5D98B"/>
                </a:solidFill>
                <a:latin typeface="Courier New"/>
              </a:rPr>
              <a:t>"</a:t>
            </a:r>
            <a:r>
              <a:rPr sz="10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E8EEF1"/>
                </a:solidFill>
                <a:latin typeface="Courier New"/>
              </a:rPr>
              <a:t>        </a:t>
            </a:r>
            <a:r>
              <a:rPr sz="1000">
                <a:solidFill>
                  <a:srgbClr val="E8EEF1"/>
                </a:solidFill>
                <a:latin typeface="Courier New"/>
              </a:rPr>
              <a:t>update</a:t>
            </a:r>
            <a:r>
              <a:rPr sz="1000">
                <a:solidFill>
                  <a:srgbClr val="E8EEF1"/>
                </a:solidFill>
                <a:latin typeface="Courier New"/>
              </a:rPr>
              <a:t>[</a:t>
            </a:r>
            <a:r>
              <a:rPr sz="1000">
                <a:solidFill>
                  <a:srgbClr val="B5D98B"/>
                </a:solidFill>
                <a:latin typeface="Courier New"/>
              </a:rPr>
              <a:t>"</a:t>
            </a:r>
            <a:r>
              <a:rPr sz="1000">
                <a:solidFill>
                  <a:srgbClr val="B5D98B"/>
                </a:solidFill>
                <a:latin typeface="Courier New"/>
              </a:rPr>
              <a:t>messages</a:t>
            </a:r>
            <a:r>
              <a:rPr sz="1000">
                <a:solidFill>
                  <a:srgbClr val="B5D98B"/>
                </a:solidFill>
                <a:latin typeface="Courier New"/>
              </a:rPr>
              <a:t>"</a:t>
            </a:r>
            <a:r>
              <a:rPr sz="1000">
                <a:solidFill>
                  <a:srgbClr val="E8EEF1"/>
                </a:solidFill>
                <a:latin typeface="Courier New"/>
              </a:rPr>
              <a:t>]</a:t>
            </a:r>
            <a:r>
              <a:rPr sz="1000">
                <a:solidFill>
                  <a:srgbClr val="E8EEF1"/>
                </a:solidFill>
                <a:latin typeface="Courier New"/>
              </a:rPr>
              <a:t>[</a:t>
            </a:r>
            <a:r>
              <a:rPr sz="1000">
                <a:solidFill>
                  <a:srgbClr val="E8EEF1"/>
                </a:solidFill>
                <a:latin typeface="Courier New"/>
              </a:rPr>
              <a:t>-</a:t>
            </a:r>
            <a:r>
              <a:rPr sz="1000">
                <a:solidFill>
                  <a:srgbClr val="F5C96A"/>
                </a:solidFill>
                <a:latin typeface="Courier New"/>
              </a:rPr>
              <a:t>1</a:t>
            </a:r>
            <a:r>
              <a:rPr sz="1000">
                <a:solidFill>
                  <a:srgbClr val="E8EEF1"/>
                </a:solidFill>
                <a:latin typeface="Courier New"/>
              </a:rPr>
              <a:t>]</a:t>
            </a:r>
            <a:r>
              <a:rPr sz="1000">
                <a:solidFill>
                  <a:srgbClr val="E8EEF1"/>
                </a:solidFill>
                <a:latin typeface="Courier New"/>
              </a:rPr>
              <a:t>.</a:t>
            </a:r>
            <a:r>
              <a:rPr sz="1000">
                <a:solidFill>
                  <a:srgbClr val="E8EEF1"/>
                </a:solidFill>
                <a:latin typeface="Courier New"/>
              </a:rPr>
              <a:t>pretty_print</a:t>
            </a:r>
            <a:r>
              <a:rPr sz="1000">
                <a:solidFill>
                  <a:srgbClr val="E8EEF1"/>
                </a:solidFill>
                <a:latin typeface="Courier New"/>
              </a:rPr>
              <a:t>(</a:t>
            </a:r>
            <a:r>
              <a:rPr sz="1000">
                <a:solidFill>
                  <a:srgbClr val="E8EEF1"/>
                </a:solidFill>
                <a:latin typeface="Courier New"/>
              </a:rPr>
              <a:t>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1417320"/>
            <a:ext cx="2514600" cy="3355848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327648" y="1490472"/>
            <a:ext cx="229514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400">
                <a:solidFill>
                  <a:srgbClr val="DF6426"/>
                </a:solidFill>
                <a:latin typeface="Arial"/>
              </a:rPr>
              <a:t>Da ricordare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27648" y="1874520"/>
            <a:ext cx="2295144" cy="28529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1" sz="1200">
                <a:solidFill>
                  <a:srgbClr val="DF6426"/>
                </a:solidFill>
                <a:latin typeface="Courier New"/>
              </a:rPr>
              <a:t>pretty_print()</a:t>
            </a:r>
            <a:r>
              <a:rPr b="0" sz="1200">
                <a:solidFill>
                  <a:srgbClr val="003548"/>
                </a:solidFill>
                <a:latin typeface="Arial"/>
              </a:rPr>
              <a:t> formatta i messaggi in modo leggibile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200">
                <a:solidFill>
                  <a:srgbClr val="003548"/>
                </a:solidFill>
                <a:latin typeface="Arial"/>
              </a:rPr>
              <a:t>Contate quante volte viene chiamato il nodo tools: è una misura di "quanto ragiona" l'agente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0" y="4864608"/>
            <a:ext cx="32918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b="0" sz="1000">
                <a:solidFill>
                  <a:srgbClr val="76777B"/>
                </a:solidFill>
                <a:latin typeface="Arial"/>
              </a:rPr>
              <a:t>Esempio: </a:t>
            </a:r>
            <a:r>
              <a:rPr b="1" sz="1000">
                <a:solidFill>
                  <a:srgbClr val="005A77"/>
                </a:solidFill>
                <a:latin typeface="Courier New"/>
              </a:rPr>
              <a:t>13_react_prebuilt.py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1.18 CREATE_AGENT: L'AGENTE PRONTO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42</a:t>
            </a:fld>
          </a:p>
        </p:txBody>
      </p:sp>
      <p:sp>
        <p:nvSpPr>
          <p:cNvPr id="34" name="Rounded Rectangle 33"/>
          <p:cNvSpPr/>
          <p:nvPr/>
        </p:nvSpPr>
        <p:spPr>
          <a:xfrm>
            <a:off x="457200" y="1051560"/>
            <a:ext cx="8229600" cy="3322319"/>
          </a:xfrm>
          <a:prstGeom prst="roundRect">
            <a:avLst>
              <a:gd name="adj" fmla="val 4000"/>
            </a:avLst>
          </a:prstGeom>
          <a:solidFill>
            <a:srgbClr val="0B2B38"/>
          </a:solidFill>
          <a:ln>
            <a:noFill/>
          </a:ln>
        </p:spPr>
        <p:txBody>
          <a:bodyPr rtlCol="0" anchor="t" wrap="square" lIns="128016" rIns="128016" tIns="91440" bIns="54864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28C4F"/>
                </a:solidFill>
                <a:latin typeface="Courier New"/>
              </a:rPr>
              <a:t>from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langchain</a:t>
            </a:r>
            <a:r>
              <a:rPr sz="1200">
                <a:solidFill>
                  <a:srgbClr val="E8EEF1"/>
                </a:solidFill>
                <a:latin typeface="Courier New"/>
              </a:rPr>
              <a:t>.</a:t>
            </a:r>
            <a:r>
              <a:rPr sz="1200">
                <a:solidFill>
                  <a:srgbClr val="E8EEF1"/>
                </a:solidFill>
                <a:latin typeface="Courier New"/>
              </a:rPr>
              <a:t>agents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 b="1">
                <a:solidFill>
                  <a:srgbClr val="F28C4F"/>
                </a:solidFill>
                <a:latin typeface="Courier New"/>
              </a:rPr>
              <a:t>import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create_agent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28C4F"/>
                </a:solidFill>
                <a:latin typeface="Courier New"/>
              </a:rPr>
              <a:t>from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langgraph</a:t>
            </a:r>
            <a:r>
              <a:rPr sz="1200">
                <a:solidFill>
                  <a:srgbClr val="E8EEF1"/>
                </a:solidFill>
                <a:latin typeface="Courier New"/>
              </a:rPr>
              <a:t>.</a:t>
            </a:r>
            <a:r>
              <a:rPr sz="1200">
                <a:solidFill>
                  <a:srgbClr val="E8EEF1"/>
                </a:solidFill>
                <a:latin typeface="Courier New"/>
              </a:rPr>
              <a:t>checkpoint</a:t>
            </a:r>
            <a:r>
              <a:rPr sz="1200">
                <a:solidFill>
                  <a:srgbClr val="E8EEF1"/>
                </a:solidFill>
                <a:latin typeface="Courier New"/>
              </a:rPr>
              <a:t>.</a:t>
            </a:r>
            <a:r>
              <a:rPr sz="1200">
                <a:solidFill>
                  <a:srgbClr val="E8EEF1"/>
                </a:solidFill>
                <a:latin typeface="Courier New"/>
              </a:rPr>
              <a:t>memory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 b="1">
                <a:solidFill>
                  <a:srgbClr val="F28C4F"/>
                </a:solidFill>
                <a:latin typeface="Courier New"/>
              </a:rPr>
              <a:t>import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InMemorySaver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28C4F"/>
                </a:solidFill>
                <a:latin typeface="Courier New"/>
              </a:rPr>
              <a:t>from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config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 b="1">
                <a:solidFill>
                  <a:srgbClr val="F28C4F"/>
                </a:solidFill>
                <a:latin typeface="Courier New"/>
              </a:rPr>
              <a:t>import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get_llm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agent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=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create_agent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    </a:t>
            </a:r>
            <a:r>
              <a:rPr sz="1200">
                <a:solidFill>
                  <a:srgbClr val="E8EEF1"/>
                </a:solidFill>
                <a:latin typeface="Courier New"/>
              </a:rPr>
              <a:t>model</a:t>
            </a:r>
            <a:r>
              <a:rPr sz="1200">
                <a:solidFill>
                  <a:srgbClr val="E8EEF1"/>
                </a:solidFill>
                <a:latin typeface="Courier New"/>
              </a:rPr>
              <a:t>=</a:t>
            </a:r>
            <a:r>
              <a:rPr sz="1200">
                <a:solidFill>
                  <a:srgbClr val="E8EEF1"/>
                </a:solidFill>
                <a:latin typeface="Courier New"/>
              </a:rPr>
              <a:t>get_llm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  <a:r>
              <a:rPr sz="1200">
                <a:solidFill>
                  <a:srgbClr val="E8EEF1"/>
                </a:solidFill>
                <a:latin typeface="Courier New"/>
              </a:rPr>
              <a:t>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    </a:t>
            </a:r>
            <a:r>
              <a:rPr sz="1200">
                <a:solidFill>
                  <a:srgbClr val="E8EEF1"/>
                </a:solidFill>
                <a:latin typeface="Courier New"/>
              </a:rPr>
              <a:t>tools</a:t>
            </a:r>
            <a:r>
              <a:rPr sz="1200">
                <a:solidFill>
                  <a:srgbClr val="E8EEF1"/>
                </a:solidFill>
                <a:latin typeface="Courier New"/>
              </a:rPr>
              <a:t>=</a:t>
            </a:r>
            <a:r>
              <a:rPr sz="1200">
                <a:solidFill>
                  <a:srgbClr val="E8EEF1"/>
                </a:solidFill>
                <a:latin typeface="Courier New"/>
              </a:rPr>
              <a:t>[</a:t>
            </a:r>
            <a:r>
              <a:rPr sz="1200">
                <a:solidFill>
                  <a:srgbClr val="E8EEF1"/>
                </a:solidFill>
                <a:latin typeface="Courier New"/>
              </a:rPr>
              <a:t>calcola_iva</a:t>
            </a:r>
            <a:r>
              <a:rPr sz="1200">
                <a:solidFill>
                  <a:srgbClr val="E8EEF1"/>
                </a:solidFill>
                <a:latin typeface="Courier New"/>
              </a:rPr>
              <a:t>,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data_odierna</a:t>
            </a:r>
            <a:r>
              <a:rPr sz="1200">
                <a:solidFill>
                  <a:srgbClr val="E8EEF1"/>
                </a:solidFill>
                <a:latin typeface="Courier New"/>
              </a:rPr>
              <a:t>]</a:t>
            </a:r>
            <a:r>
              <a:rPr sz="1200">
                <a:solidFill>
                  <a:srgbClr val="E8EEF1"/>
                </a:solidFill>
                <a:latin typeface="Courier New"/>
              </a:rPr>
              <a:t>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    </a:t>
            </a:r>
            <a:r>
              <a:rPr sz="1200">
                <a:solidFill>
                  <a:srgbClr val="E8EEF1"/>
                </a:solidFill>
                <a:latin typeface="Courier New"/>
              </a:rPr>
              <a:t>system_prompt</a:t>
            </a:r>
            <a:r>
              <a:rPr sz="1200">
                <a:solidFill>
                  <a:srgbClr val="E8EEF1"/>
                </a:solidFill>
                <a:latin typeface="Courier New"/>
              </a:rPr>
              <a:t>=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Sei un contabile. Per i calcoli usa SEMPRE i tool.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    </a:t>
            </a:r>
            <a:r>
              <a:rPr sz="1200">
                <a:solidFill>
                  <a:srgbClr val="E8EEF1"/>
                </a:solidFill>
                <a:latin typeface="Courier New"/>
              </a:rPr>
              <a:t>checkpointer</a:t>
            </a:r>
            <a:r>
              <a:rPr sz="1200">
                <a:solidFill>
                  <a:srgbClr val="E8EEF1"/>
                </a:solidFill>
                <a:latin typeface="Courier New"/>
              </a:rPr>
              <a:t>=</a:t>
            </a:r>
            <a:r>
              <a:rPr sz="1200">
                <a:solidFill>
                  <a:srgbClr val="E8EEF1"/>
                </a:solidFill>
                <a:latin typeface="Courier New"/>
              </a:rPr>
              <a:t>InMemorySaver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  <a:r>
              <a:rPr sz="1200">
                <a:solidFill>
                  <a:srgbClr val="E8EEF1"/>
                </a:solidFill>
                <a:latin typeface="Courier New"/>
              </a:rPr>
              <a:t>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config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=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{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configurable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: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{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thread_id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: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1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}</a:t>
            </a:r>
            <a:r>
              <a:rPr sz="1200">
                <a:solidFill>
                  <a:srgbClr val="E8EEF1"/>
                </a:solidFill>
                <a:latin typeface="Courier New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domanda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=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{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messages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: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[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user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,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IVA su 250 euro al 10</a:t>
            </a:r>
            <a:r>
              <a:rPr sz="1200">
                <a:solidFill>
                  <a:srgbClr val="B5D98B"/>
                </a:solidFill>
                <a:latin typeface="Courier New"/>
              </a:rPr>
              <a:t>%</a:t>
            </a:r>
            <a:r>
              <a:rPr sz="1200">
                <a:solidFill>
                  <a:srgbClr val="B5D98B"/>
                </a:solidFill>
                <a:latin typeface="Courier New"/>
              </a:rPr>
              <a:t>?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  <a:r>
              <a:rPr sz="1200">
                <a:solidFill>
                  <a:srgbClr val="E8EEF1"/>
                </a:solidFill>
                <a:latin typeface="Courier New"/>
              </a:rPr>
              <a:t>]</a:t>
            </a:r>
            <a:r>
              <a:rPr sz="1200">
                <a:solidFill>
                  <a:srgbClr val="E8EEF1"/>
                </a:solidFill>
                <a:latin typeface="Courier New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out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=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agent</a:t>
            </a:r>
            <a:r>
              <a:rPr sz="1200">
                <a:solidFill>
                  <a:srgbClr val="E8EEF1"/>
                </a:solidFill>
                <a:latin typeface="Courier New"/>
              </a:rPr>
              <a:t>.</a:t>
            </a:r>
            <a:r>
              <a:rPr sz="1200">
                <a:solidFill>
                  <a:srgbClr val="E8EEF1"/>
                </a:solidFill>
                <a:latin typeface="Courier New"/>
              </a:rPr>
              <a:t>invoke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domanda</a:t>
            </a:r>
            <a:r>
              <a:rPr sz="1200">
                <a:solidFill>
                  <a:srgbClr val="E8EEF1"/>
                </a:solidFill>
                <a:latin typeface="Courier New"/>
              </a:rPr>
              <a:t>,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config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FCFF0"/>
                </a:solidFill>
                <a:latin typeface="Courier New"/>
              </a:rPr>
              <a:t>print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out</a:t>
            </a:r>
            <a:r>
              <a:rPr sz="1200">
                <a:solidFill>
                  <a:srgbClr val="E8EEF1"/>
                </a:solidFill>
                <a:latin typeface="Courier New"/>
              </a:rPr>
              <a:t>[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messages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]</a:t>
            </a:r>
            <a:r>
              <a:rPr sz="1200">
                <a:solidFill>
                  <a:srgbClr val="E8EEF1"/>
                </a:solidFill>
                <a:latin typeface="Courier New"/>
              </a:rPr>
              <a:t>[</a:t>
            </a:r>
            <a:r>
              <a:rPr sz="1200">
                <a:solidFill>
                  <a:srgbClr val="E8EEF1"/>
                </a:solidFill>
                <a:latin typeface="Courier New"/>
              </a:rPr>
              <a:t>-</a:t>
            </a:r>
            <a:r>
              <a:rPr sz="1200">
                <a:solidFill>
                  <a:srgbClr val="F5C96A"/>
                </a:solidFill>
                <a:latin typeface="Courier New"/>
              </a:rPr>
              <a:t>1</a:t>
            </a:r>
            <a:r>
              <a:rPr sz="1200">
                <a:solidFill>
                  <a:srgbClr val="E8EEF1"/>
                </a:solidFill>
                <a:latin typeface="Courier New"/>
              </a:rPr>
              <a:t>]</a:t>
            </a:r>
            <a:r>
              <a:rPr sz="1200">
                <a:solidFill>
                  <a:srgbClr val="E8EEF1"/>
                </a:solidFill>
                <a:latin typeface="Courier New"/>
              </a:rPr>
              <a:t>.</a:t>
            </a:r>
            <a:r>
              <a:rPr sz="1200">
                <a:solidFill>
                  <a:srgbClr val="E8EEF1"/>
                </a:solidFill>
                <a:latin typeface="Courier New"/>
              </a:rPr>
              <a:t>content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8AA4B0"/>
                </a:solidFill>
                <a:latin typeface="Courier New"/>
              </a:rPr>
              <a:t># È un grafo compilato: stream, get_state, interrupt…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FCFF0"/>
                </a:solidFill>
                <a:latin typeface="Courier New"/>
              </a:rPr>
              <a:t>print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agent</a:t>
            </a:r>
            <a:r>
              <a:rPr sz="1200">
                <a:solidFill>
                  <a:srgbClr val="E8EEF1"/>
                </a:solidFill>
                <a:latin typeface="Courier New"/>
              </a:rPr>
              <a:t>.</a:t>
            </a:r>
            <a:r>
              <a:rPr sz="1200">
                <a:solidFill>
                  <a:srgbClr val="E8EEF1"/>
                </a:solidFill>
                <a:latin typeface="Courier New"/>
              </a:rPr>
              <a:t>get_graph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  <a:r>
              <a:rPr sz="1200">
                <a:solidFill>
                  <a:srgbClr val="E8EEF1"/>
                </a:solidFill>
                <a:latin typeface="Courier New"/>
              </a:rPr>
              <a:t>.</a:t>
            </a:r>
            <a:r>
              <a:rPr sz="1200">
                <a:solidFill>
                  <a:srgbClr val="E8EEF1"/>
                </a:solidFill>
                <a:latin typeface="Courier New"/>
              </a:rPr>
              <a:t>draw_mermaid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0" y="4864608"/>
            <a:ext cx="32918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b="0" sz="1000">
                <a:solidFill>
                  <a:srgbClr val="76777B"/>
                </a:solidFill>
                <a:latin typeface="Arial"/>
              </a:rPr>
              <a:t>Esempio: </a:t>
            </a:r>
            <a:r>
              <a:rPr b="1" sz="1000">
                <a:solidFill>
                  <a:srgbClr val="005A77"/>
                </a:solidFill>
                <a:latin typeface="Courier New"/>
              </a:rPr>
              <a:t>14_create_agent.py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1.18 GRAFO A MANO O CREATE_AGENT?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43</a:t>
            </a:fld>
          </a:p>
        </p:txBody>
      </p:sp>
      <p:sp>
        <p:nvSpPr>
          <p:cNvPr id="34" name="Rounded Rectangle 33"/>
          <p:cNvSpPr/>
          <p:nvPr/>
        </p:nvSpPr>
        <p:spPr>
          <a:xfrm>
            <a:off x="457200" y="1051560"/>
            <a:ext cx="4023360" cy="310896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66928" y="1124712"/>
            <a:ext cx="380390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400">
                <a:solidFill>
                  <a:srgbClr val="DF6426"/>
                </a:solidFill>
                <a:latin typeface="Arial"/>
              </a:rPr>
              <a:t>Grafo costruito a mano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1508760"/>
            <a:ext cx="3803904" cy="2606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300">
                <a:solidFill>
                  <a:srgbClr val="003548"/>
                </a:solidFill>
                <a:latin typeface="Arial"/>
              </a:rPr>
              <a:t>passi deterministici prima/dopo l'LLM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300">
                <a:solidFill>
                  <a:srgbClr val="003548"/>
                </a:solidFill>
                <a:latin typeface="Arial"/>
              </a:rPr>
              <a:t>routing, validazioni, DB, approvazioni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300">
                <a:solidFill>
                  <a:srgbClr val="003548"/>
                </a:solidFill>
                <a:latin typeface="Arial"/>
              </a:rPr>
              <a:t>controllo totale di state e flusso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300">
                <a:solidFill>
                  <a:srgbClr val="003548"/>
                </a:solidFill>
                <a:latin typeface="Arial"/>
              </a:rPr>
              <a:t>è ciò che si valuta nel project work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663440" y="1051560"/>
            <a:ext cx="4023360" cy="3108960"/>
          </a:xfrm>
          <a:prstGeom prst="roundRect">
            <a:avLst>
              <a:gd name="adj" fmla="val 8000"/>
            </a:avLst>
          </a:prstGeom>
          <a:solidFill>
            <a:srgbClr val="FCEEE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773168" y="1124712"/>
            <a:ext cx="380390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400">
                <a:solidFill>
                  <a:srgbClr val="DF6426"/>
                </a:solidFill>
                <a:latin typeface="Arial"/>
              </a:rPr>
              <a:t>create_agent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73168" y="1508760"/>
            <a:ext cx="3803904" cy="2606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300">
                <a:solidFill>
                  <a:srgbClr val="003548"/>
                </a:solidFill>
                <a:latin typeface="Arial"/>
              </a:rPr>
              <a:t>serve un agente ReAct "standard"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300">
                <a:solidFill>
                  <a:srgbClr val="003548"/>
                </a:solidFill>
                <a:latin typeface="Arial"/>
              </a:rPr>
              <a:t>prototipi rapidi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300">
                <a:solidFill>
                  <a:srgbClr val="003548"/>
                </a:solidFill>
                <a:latin typeface="Arial"/>
              </a:rPr>
              <a:t>sotto-agenti dentro un grafo più grande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300">
                <a:solidFill>
                  <a:srgbClr val="003548"/>
                </a:solidFill>
                <a:latin typeface="Arial"/>
              </a:rPr>
              <a:t>estensioni via middleware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b="0" sz="1400">
                <a:solidFill>
                  <a:srgbClr val="005A77"/>
                </a:solidFill>
                <a:latin typeface="Arial"/>
              </a:rPr>
              <a:t>Regola pratica: </a:t>
            </a:r>
            <a:r>
              <a:rPr b="1" sz="1400">
                <a:solidFill>
                  <a:srgbClr val="005A77"/>
                </a:solidFill>
                <a:latin typeface="Arial"/>
              </a:rPr>
              <a:t>workflow nel grafo, autonomia dove serve</a:t>
            </a:r>
            <a:r>
              <a:rPr b="0" sz="1400">
                <a:solidFill>
                  <a:srgbClr val="005A77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ESERCITAZIONE 5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44</a:t>
            </a:fld>
          </a:p>
        </p:txBody>
      </p:sp>
      <p:sp>
        <p:nvSpPr>
          <p:cNvPr id="34" name="TextBox 33"/>
          <p:cNvSpPr txBox="1"/>
          <p:nvPr/>
        </p:nvSpPr>
        <p:spPr>
          <a:xfrm>
            <a:off x="457200" y="1005840"/>
            <a:ext cx="16459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600">
                <a:solidFill>
                  <a:srgbClr val="DF6426"/>
                </a:solidFill>
                <a:latin typeface="Arial"/>
              </a:rPr>
              <a:t>★★★☆☆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1371600"/>
            <a:ext cx="8229600" cy="329184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566928" y="1444752"/>
            <a:ext cx="801014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400">
                <a:solidFill>
                  <a:srgbClr val="DF6426"/>
                </a:solidFill>
                <a:latin typeface="Arial"/>
              </a:rPr>
              <a:t>Assistente di viaggio ReAct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1828800"/>
            <a:ext cx="8010144" cy="2788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350">
                <a:solidFill>
                  <a:srgbClr val="003548"/>
                </a:solidFill>
                <a:latin typeface="Arial"/>
              </a:rPr>
              <a:t>Tre tool: </a:t>
            </a:r>
            <a:r>
              <a:rPr b="1" sz="1350">
                <a:solidFill>
                  <a:srgbClr val="DF6426"/>
                </a:solidFill>
                <a:latin typeface="Courier New"/>
              </a:rPr>
              <a:t>converti_valuta(importo, da, a)</a:t>
            </a:r>
            <a:r>
              <a:rPr b="0" sz="1350">
                <a:solidFill>
                  <a:srgbClr val="003548"/>
                </a:solidFill>
                <a:latin typeface="Arial"/>
              </a:rPr>
              <a:t> con tassi fissi, </a:t>
            </a:r>
            <a:r>
              <a:rPr b="1" sz="1350">
                <a:solidFill>
                  <a:srgbClr val="DF6426"/>
                </a:solidFill>
                <a:latin typeface="Courier New"/>
              </a:rPr>
              <a:t>giorni_tra_date(inizio, fine)</a:t>
            </a:r>
            <a:r>
              <a:rPr b="0" sz="1350">
                <a:solidFill>
                  <a:srgbClr val="003548"/>
                </a:solidFill>
                <a:latin typeface="Arial"/>
              </a:rPr>
              <a:t>, </a:t>
            </a:r>
            <a:r>
              <a:rPr b="1" sz="1350">
                <a:solidFill>
                  <a:srgbClr val="DF6426"/>
                </a:solidFill>
                <a:latin typeface="Courier New"/>
              </a:rPr>
              <a:t>meteo(citta)</a:t>
            </a:r>
            <a:r>
              <a:rPr b="0" sz="1350">
                <a:solidFill>
                  <a:srgbClr val="003548"/>
                </a:solidFill>
                <a:latin typeface="Arial"/>
              </a:rPr>
              <a:t> con dati simulati.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350">
                <a:solidFill>
                  <a:srgbClr val="003548"/>
                </a:solidFill>
                <a:latin typeface="Arial"/>
              </a:rPr>
              <a:t>Versione 1: grafo costruito a mano con </a:t>
            </a:r>
            <a:r>
              <a:rPr b="1" sz="1350">
                <a:solidFill>
                  <a:srgbClr val="DF6426"/>
                </a:solidFill>
                <a:latin typeface="Courier New"/>
              </a:rPr>
              <a:t>ToolNode</a:t>
            </a:r>
            <a:r>
              <a:rPr b="0" sz="1350">
                <a:solidFill>
                  <a:srgbClr val="003548"/>
                </a:solidFill>
                <a:latin typeface="Arial"/>
              </a:rPr>
              <a:t> e </a:t>
            </a:r>
            <a:r>
              <a:rPr b="1" sz="1350">
                <a:solidFill>
                  <a:srgbClr val="DF6426"/>
                </a:solidFill>
                <a:latin typeface="Courier New"/>
              </a:rPr>
              <a:t>tools_condition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350">
                <a:solidFill>
                  <a:srgbClr val="003548"/>
                </a:solidFill>
                <a:latin typeface="Arial"/>
              </a:rPr>
              <a:t>Versione 2: lo stesso con </a:t>
            </a:r>
            <a:r>
              <a:rPr b="1" sz="1350">
                <a:solidFill>
                  <a:srgbClr val="DF6426"/>
                </a:solidFill>
                <a:latin typeface="Courier New"/>
              </a:rPr>
              <a:t>create_agent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350">
                <a:solidFill>
                  <a:srgbClr val="003548"/>
                </a:solidFill>
                <a:latin typeface="Arial"/>
              </a:rPr>
              <a:t>Provare 3 domande (una che richiede </a:t>
            </a:r>
            <a:r>
              <a:rPr b="1" sz="1350">
                <a:solidFill>
                  <a:srgbClr val="003548"/>
                </a:solidFill>
                <a:latin typeface="Arial"/>
              </a:rPr>
              <a:t>due</a:t>
            </a:r>
            <a:r>
              <a:rPr b="0" sz="1350">
                <a:solidFill>
                  <a:srgbClr val="003548"/>
                </a:solidFill>
                <a:latin typeface="Arial"/>
              </a:rPr>
              <a:t> tool) e contare i tool eseguiti con </a:t>
            </a:r>
            <a:r>
              <a:rPr b="1" sz="1350">
                <a:solidFill>
                  <a:srgbClr val="DF6426"/>
                </a:solidFill>
                <a:latin typeface="Courier New"/>
              </a:rPr>
              <a:t>stream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350">
                <a:solidFill>
                  <a:srgbClr val="003548"/>
                </a:solidFill>
                <a:latin typeface="Arial"/>
              </a:rPr>
              <a:t>I tool devono restituire un messaggio d'errore chiaro con input non validi (es. data mal formattata)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1.19 OUTPUT STRUTTURATO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45</a:t>
            </a:fld>
          </a:p>
        </p:txBody>
      </p:sp>
      <p:sp>
        <p:nvSpPr>
          <p:cNvPr id="34" name="Rounded Rectangle 33"/>
          <p:cNvSpPr/>
          <p:nvPr/>
        </p:nvSpPr>
        <p:spPr>
          <a:xfrm>
            <a:off x="457200" y="1051560"/>
            <a:ext cx="8229600" cy="2423159"/>
          </a:xfrm>
          <a:prstGeom prst="roundRect">
            <a:avLst>
              <a:gd name="adj" fmla="val 4000"/>
            </a:avLst>
          </a:prstGeom>
          <a:solidFill>
            <a:srgbClr val="0B2B38"/>
          </a:solidFill>
          <a:ln>
            <a:noFill/>
          </a:ln>
        </p:spPr>
        <p:txBody>
          <a:bodyPr rtlCol="0" anchor="t" wrap="square" lIns="128016" rIns="128016" tIns="91440" bIns="54864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28C4F"/>
                </a:solidFill>
                <a:latin typeface="Courier New"/>
              </a:rPr>
              <a:t>from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typing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 b="1">
                <a:solidFill>
                  <a:srgbClr val="F28C4F"/>
                </a:solidFill>
                <a:latin typeface="Courier New"/>
              </a:rPr>
              <a:t>import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Literal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28C4F"/>
                </a:solidFill>
                <a:latin typeface="Courier New"/>
              </a:rPr>
              <a:t>from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pydantic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 b="1">
                <a:solidFill>
                  <a:srgbClr val="F28C4F"/>
                </a:solidFill>
                <a:latin typeface="Courier New"/>
              </a:rPr>
              <a:t>import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BaseModel</a:t>
            </a:r>
            <a:r>
              <a:rPr sz="1200">
                <a:solidFill>
                  <a:srgbClr val="E8EEF1"/>
                </a:solidFill>
                <a:latin typeface="Courier New"/>
              </a:rPr>
              <a:t>,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Field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28C4F"/>
                </a:solidFill>
                <a:latin typeface="Courier New"/>
              </a:rPr>
              <a:t>from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config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 b="1">
                <a:solidFill>
                  <a:srgbClr val="F28C4F"/>
                </a:solidFill>
                <a:latin typeface="Courier New"/>
              </a:rPr>
              <a:t>import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get_llm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28C4F"/>
                </a:solidFill>
                <a:latin typeface="Courier New"/>
              </a:rPr>
              <a:t>class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7FCFF0"/>
                </a:solidFill>
                <a:latin typeface="Courier New"/>
              </a:rPr>
              <a:t>Classificazione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BaseModel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  <a:r>
              <a:rPr sz="120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    </a:t>
            </a:r>
            <a:r>
              <a:rPr sz="1200">
                <a:solidFill>
                  <a:srgbClr val="E8EEF1"/>
                </a:solidFill>
                <a:latin typeface="Courier New"/>
              </a:rPr>
              <a:t>categoria</a:t>
            </a:r>
            <a:r>
              <a:rPr sz="1200">
                <a:solidFill>
                  <a:srgbClr val="E8EEF1"/>
                </a:solidFill>
                <a:latin typeface="Courier New"/>
              </a:rPr>
              <a:t>: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Literal</a:t>
            </a:r>
            <a:r>
              <a:rPr sz="1200">
                <a:solidFill>
                  <a:srgbClr val="E8EEF1"/>
                </a:solidFill>
                <a:latin typeface="Courier New"/>
              </a:rPr>
              <a:t>[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tecnico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,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amministrativo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,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commerciale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]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    </a:t>
            </a:r>
            <a:r>
              <a:rPr sz="1200">
                <a:solidFill>
                  <a:srgbClr val="E8EEF1"/>
                </a:solidFill>
                <a:latin typeface="Courier New"/>
              </a:rPr>
              <a:t>urgenza</a:t>
            </a:r>
            <a:r>
              <a:rPr sz="1200">
                <a:solidFill>
                  <a:srgbClr val="E8EEF1"/>
                </a:solidFill>
                <a:latin typeface="Courier New"/>
              </a:rPr>
              <a:t>: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7FCFF0"/>
                </a:solidFill>
                <a:latin typeface="Courier New"/>
              </a:rPr>
              <a:t>int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=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Field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ge</a:t>
            </a:r>
            <a:r>
              <a:rPr sz="1200">
                <a:solidFill>
                  <a:srgbClr val="E8EEF1"/>
                </a:solidFill>
                <a:latin typeface="Courier New"/>
              </a:rPr>
              <a:t>=</a:t>
            </a:r>
            <a:r>
              <a:rPr sz="1200">
                <a:solidFill>
                  <a:srgbClr val="F5C96A"/>
                </a:solidFill>
                <a:latin typeface="Courier New"/>
              </a:rPr>
              <a:t>1</a:t>
            </a:r>
            <a:r>
              <a:rPr sz="1200">
                <a:solidFill>
                  <a:srgbClr val="E8EEF1"/>
                </a:solidFill>
                <a:latin typeface="Courier New"/>
              </a:rPr>
              <a:t>,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le</a:t>
            </a:r>
            <a:r>
              <a:rPr sz="1200">
                <a:solidFill>
                  <a:srgbClr val="E8EEF1"/>
                </a:solidFill>
                <a:latin typeface="Courier New"/>
              </a:rPr>
              <a:t>=</a:t>
            </a:r>
            <a:r>
              <a:rPr sz="1200">
                <a:solidFill>
                  <a:srgbClr val="F5C96A"/>
                </a:solidFill>
                <a:latin typeface="Courier New"/>
              </a:rPr>
              <a:t>5</a:t>
            </a:r>
            <a:r>
              <a:rPr sz="1200">
                <a:solidFill>
                  <a:srgbClr val="E8EEF1"/>
                </a:solidFill>
                <a:latin typeface="Courier New"/>
              </a:rPr>
              <a:t>,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description</a:t>
            </a:r>
            <a:r>
              <a:rPr sz="1200">
                <a:solidFill>
                  <a:srgbClr val="E8EEF1"/>
                </a:solidFill>
                <a:latin typeface="Courier New"/>
              </a:rPr>
              <a:t>=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1=bassa 5=critica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    </a:t>
            </a:r>
            <a:r>
              <a:rPr sz="1200">
                <a:solidFill>
                  <a:srgbClr val="E8EEF1"/>
                </a:solidFill>
                <a:latin typeface="Courier New"/>
              </a:rPr>
              <a:t>sintesi</a:t>
            </a:r>
            <a:r>
              <a:rPr sz="1200">
                <a:solidFill>
                  <a:srgbClr val="E8EEF1"/>
                </a:solidFill>
                <a:latin typeface="Courier New"/>
              </a:rPr>
              <a:t>: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7FCFF0"/>
                </a:solidFill>
                <a:latin typeface="Courier New"/>
              </a:rPr>
              <a:t>str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=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Field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description</a:t>
            </a:r>
            <a:r>
              <a:rPr sz="1200">
                <a:solidFill>
                  <a:srgbClr val="E8EEF1"/>
                </a:solidFill>
                <a:latin typeface="Courier New"/>
              </a:rPr>
              <a:t>=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riassunto in massimo 15 parole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classificatore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=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get_llm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  <a:r>
              <a:rPr sz="1200">
                <a:solidFill>
                  <a:srgbClr val="E8EEF1"/>
                </a:solidFill>
                <a:latin typeface="Courier New"/>
              </a:rPr>
              <a:t>.</a:t>
            </a:r>
            <a:r>
              <a:rPr sz="1200">
                <a:solidFill>
                  <a:srgbClr val="E8EEF1"/>
                </a:solidFill>
                <a:latin typeface="Courier New"/>
              </a:rPr>
              <a:t>with_structured_output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Classificazione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c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=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classificatore</a:t>
            </a:r>
            <a:r>
              <a:rPr sz="1200">
                <a:solidFill>
                  <a:srgbClr val="E8EEF1"/>
                </a:solidFill>
                <a:latin typeface="Courier New"/>
              </a:rPr>
              <a:t>.</a:t>
            </a:r>
            <a:r>
              <a:rPr sz="1200">
                <a:solidFill>
                  <a:srgbClr val="E8EEF1"/>
                </a:solidFill>
                <a:latin typeface="Courier New"/>
              </a:rPr>
              <a:t>invoke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Fattura di marzo errata, correggere subito!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FCFF0"/>
                </a:solidFill>
                <a:latin typeface="Courier New"/>
              </a:rPr>
              <a:t>print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c</a:t>
            </a:r>
            <a:r>
              <a:rPr sz="1200">
                <a:solidFill>
                  <a:srgbClr val="E8EEF1"/>
                </a:solidFill>
                <a:latin typeface="Courier New"/>
              </a:rPr>
              <a:t>.</a:t>
            </a:r>
            <a:r>
              <a:rPr sz="1200">
                <a:solidFill>
                  <a:srgbClr val="E8EEF1"/>
                </a:solidFill>
                <a:latin typeface="Courier New"/>
              </a:rPr>
              <a:t>categoria</a:t>
            </a:r>
            <a:r>
              <a:rPr sz="1200">
                <a:solidFill>
                  <a:srgbClr val="E8EEF1"/>
                </a:solidFill>
                <a:latin typeface="Courier New"/>
              </a:rPr>
              <a:t>,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c</a:t>
            </a:r>
            <a:r>
              <a:rPr sz="1200">
                <a:solidFill>
                  <a:srgbClr val="E8EEF1"/>
                </a:solidFill>
                <a:latin typeface="Courier New"/>
              </a:rPr>
              <a:t>.</a:t>
            </a:r>
            <a:r>
              <a:rPr sz="1200">
                <a:solidFill>
                  <a:srgbClr val="E8EEF1"/>
                </a:solidFill>
                <a:latin typeface="Courier New"/>
              </a:rPr>
              <a:t>urgenza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  <a:r>
              <a:rPr sz="1200">
                <a:solidFill>
                  <a:srgbClr val="E8EEF1"/>
                </a:solidFill>
                <a:latin typeface="Courier New"/>
              </a:rPr>
              <a:t>   </a:t>
            </a:r>
            <a:r>
              <a:rPr sz="1200">
                <a:solidFill>
                  <a:srgbClr val="8AA4B0"/>
                </a:solidFill>
                <a:latin typeface="Courier New"/>
              </a:rPr>
              <a:t># oggetto Pydantic già validato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3584447"/>
            <a:ext cx="8229600" cy="1216153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566928" y="3657599"/>
            <a:ext cx="3977639" cy="11247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1" sz="1150">
                <a:solidFill>
                  <a:srgbClr val="DF6426"/>
                </a:solidFill>
                <a:latin typeface="Courier New"/>
              </a:rPr>
              <a:t>with_structured_output(Modello)</a:t>
            </a:r>
            <a:r>
              <a:rPr b="0" sz="1150">
                <a:solidFill>
                  <a:srgbClr val="003548"/>
                </a:solidFill>
                <a:latin typeface="Arial"/>
              </a:rPr>
              <a:t> costringe l'LLM a rispondere con quello schema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1" sz="1150">
                <a:solidFill>
                  <a:srgbClr val="DF6426"/>
                </a:solidFill>
                <a:latin typeface="Courier New"/>
              </a:rPr>
              <a:t>Literal</a:t>
            </a:r>
            <a:r>
              <a:rPr b="0" sz="1150">
                <a:solidFill>
                  <a:srgbClr val="003548"/>
                </a:solidFill>
                <a:latin typeface="Arial"/>
              </a:rPr>
              <a:t> limita i valori ammessi, </a:t>
            </a:r>
            <a:r>
              <a:rPr b="1" sz="1150">
                <a:solidFill>
                  <a:srgbClr val="DF6426"/>
                </a:solidFill>
                <a:latin typeface="Courier New"/>
              </a:rPr>
              <a:t>Field</a:t>
            </a:r>
            <a:r>
              <a:rPr b="0" sz="1150">
                <a:solidFill>
                  <a:srgbClr val="003548"/>
                </a:solidFill>
                <a:latin typeface="Arial"/>
              </a:rPr>
              <a:t> aggiunge vincoli e descrizioni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17720" y="3657599"/>
            <a:ext cx="3977639" cy="11247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150">
                <a:solidFill>
                  <a:srgbClr val="003548"/>
                </a:solidFill>
                <a:latin typeface="Arial"/>
              </a:rPr>
              <a:t>È la base per </a:t>
            </a:r>
            <a:r>
              <a:rPr b="1" sz="1150">
                <a:solidFill>
                  <a:srgbClr val="003548"/>
                </a:solidFill>
                <a:latin typeface="Arial"/>
              </a:rPr>
              <a:t>router affidabili</a:t>
            </a:r>
            <a:r>
              <a:rPr b="0" sz="1150">
                <a:solidFill>
                  <a:srgbClr val="003548"/>
                </a:solidFill>
                <a:latin typeface="Arial"/>
              </a:rPr>
              <a:t> e per salvare dati su DB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20640" y="4864608"/>
            <a:ext cx="32918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b="0" sz="1000">
                <a:solidFill>
                  <a:srgbClr val="76777B"/>
                </a:solidFill>
                <a:latin typeface="Arial"/>
              </a:rPr>
              <a:t>Esempio: </a:t>
            </a:r>
            <a:r>
              <a:rPr b="1" sz="1000">
                <a:solidFill>
                  <a:srgbClr val="005A77"/>
                </a:solidFill>
                <a:latin typeface="Courier New"/>
              </a:rPr>
              <a:t>15_output_strutturato.py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1.20 ROUTING CON L'LLM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46</a:t>
            </a:fld>
          </a:p>
        </p:txBody>
      </p:sp>
      <p:sp>
        <p:nvSpPr>
          <p:cNvPr id="34" name="Rounded Rectangle 33"/>
          <p:cNvSpPr/>
          <p:nvPr/>
        </p:nvSpPr>
        <p:spPr>
          <a:xfrm>
            <a:off x="457200" y="1051560"/>
            <a:ext cx="8229600" cy="3637026"/>
          </a:xfrm>
          <a:prstGeom prst="roundRect">
            <a:avLst>
              <a:gd name="adj" fmla="val 4000"/>
            </a:avLst>
          </a:prstGeom>
          <a:solidFill>
            <a:srgbClr val="0B2B38"/>
          </a:solidFill>
          <a:ln>
            <a:noFill/>
          </a:ln>
        </p:spPr>
        <p:txBody>
          <a:bodyPr rtlCol="0" anchor="t" wrap="square" lIns="128016" rIns="128016" tIns="91440" bIns="54864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F28C4F"/>
                </a:solidFill>
                <a:latin typeface="Courier New"/>
              </a:rPr>
              <a:t>from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typing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 b="1">
                <a:solidFill>
                  <a:srgbClr val="F28C4F"/>
                </a:solidFill>
                <a:latin typeface="Courier New"/>
              </a:rPr>
              <a:t>import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TypedDict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F28C4F"/>
                </a:solidFill>
                <a:latin typeface="Courier New"/>
              </a:rPr>
              <a:t>from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langgraph</a:t>
            </a:r>
            <a:r>
              <a:rPr sz="900">
                <a:solidFill>
                  <a:srgbClr val="E8EEF1"/>
                </a:solidFill>
                <a:latin typeface="Courier New"/>
              </a:rPr>
              <a:t>.</a:t>
            </a:r>
            <a:r>
              <a:rPr sz="900">
                <a:solidFill>
                  <a:srgbClr val="E8EEF1"/>
                </a:solidFill>
                <a:latin typeface="Courier New"/>
              </a:rPr>
              <a:t>graph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 b="1">
                <a:solidFill>
                  <a:srgbClr val="F28C4F"/>
                </a:solidFill>
                <a:latin typeface="Courier New"/>
              </a:rPr>
              <a:t>import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StateGraph</a:t>
            </a:r>
            <a:r>
              <a:rPr sz="900">
                <a:solidFill>
                  <a:srgbClr val="E8EEF1"/>
                </a:solidFill>
                <a:latin typeface="Courier New"/>
              </a:rPr>
              <a:t>,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START</a:t>
            </a:r>
            <a:r>
              <a:rPr sz="900">
                <a:solidFill>
                  <a:srgbClr val="E8EEF1"/>
                </a:solidFill>
                <a:latin typeface="Courier New"/>
              </a:rPr>
              <a:t>,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END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F28C4F"/>
                </a:solidFill>
                <a:latin typeface="Courier New"/>
              </a:rPr>
              <a:t>class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7FCFF0"/>
                </a:solidFill>
                <a:latin typeface="Courier New"/>
              </a:rPr>
              <a:t>State</a:t>
            </a:r>
            <a:r>
              <a:rPr sz="900">
                <a:solidFill>
                  <a:srgbClr val="E8EEF1"/>
                </a:solidFill>
                <a:latin typeface="Courier New"/>
              </a:rPr>
              <a:t>(</a:t>
            </a:r>
            <a:r>
              <a:rPr sz="900">
                <a:solidFill>
                  <a:srgbClr val="E8EEF1"/>
                </a:solidFill>
                <a:latin typeface="Courier New"/>
              </a:rPr>
              <a:t>TypedDict</a:t>
            </a:r>
            <a:r>
              <a:rPr sz="900">
                <a:solidFill>
                  <a:srgbClr val="E8EEF1"/>
                </a:solidFill>
                <a:latin typeface="Courier New"/>
              </a:rPr>
              <a:t>)</a:t>
            </a:r>
            <a:r>
              <a:rPr sz="90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>
                <a:solidFill>
                  <a:srgbClr val="E8EEF1"/>
                </a:solidFill>
                <a:latin typeface="Courier New"/>
              </a:rPr>
              <a:t>    </a:t>
            </a:r>
            <a:r>
              <a:rPr sz="900">
                <a:solidFill>
                  <a:srgbClr val="E8EEF1"/>
                </a:solidFill>
                <a:latin typeface="Courier New"/>
              </a:rPr>
              <a:t>richiesta</a:t>
            </a:r>
            <a:r>
              <a:rPr sz="900">
                <a:solidFill>
                  <a:srgbClr val="E8EEF1"/>
                </a:solidFill>
                <a:latin typeface="Courier New"/>
              </a:rPr>
              <a:t>: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7FCFF0"/>
                </a:solidFill>
                <a:latin typeface="Courier New"/>
              </a:rPr>
              <a:t>str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>
                <a:solidFill>
                  <a:srgbClr val="E8EEF1"/>
                </a:solidFill>
                <a:latin typeface="Courier New"/>
              </a:rPr>
              <a:t>    </a:t>
            </a:r>
            <a:r>
              <a:rPr sz="900">
                <a:solidFill>
                  <a:srgbClr val="E8EEF1"/>
                </a:solidFill>
                <a:latin typeface="Courier New"/>
              </a:rPr>
              <a:t>categoria</a:t>
            </a:r>
            <a:r>
              <a:rPr sz="900">
                <a:solidFill>
                  <a:srgbClr val="E8EEF1"/>
                </a:solidFill>
                <a:latin typeface="Courier New"/>
              </a:rPr>
              <a:t>: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7FCFF0"/>
                </a:solidFill>
                <a:latin typeface="Courier New"/>
              </a:rPr>
              <a:t>str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>
                <a:solidFill>
                  <a:srgbClr val="E8EEF1"/>
                </a:solidFill>
                <a:latin typeface="Courier New"/>
              </a:rPr>
              <a:t>    </a:t>
            </a:r>
            <a:r>
              <a:rPr sz="900">
                <a:solidFill>
                  <a:srgbClr val="E8EEF1"/>
                </a:solidFill>
                <a:latin typeface="Courier New"/>
              </a:rPr>
              <a:t>risposta</a:t>
            </a:r>
            <a:r>
              <a:rPr sz="900">
                <a:solidFill>
                  <a:srgbClr val="E8EEF1"/>
                </a:solidFill>
                <a:latin typeface="Courier New"/>
              </a:rPr>
              <a:t>: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7FCFF0"/>
                </a:solidFill>
                <a:latin typeface="Courier New"/>
              </a:rPr>
              <a:t>str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F28C4F"/>
                </a:solidFill>
                <a:latin typeface="Courier New"/>
              </a:rPr>
              <a:t>def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7FCFF0"/>
                </a:solidFill>
                <a:latin typeface="Courier New"/>
              </a:rPr>
              <a:t>classifica</a:t>
            </a:r>
            <a:r>
              <a:rPr sz="900">
                <a:solidFill>
                  <a:srgbClr val="E8EEF1"/>
                </a:solidFill>
                <a:latin typeface="Courier New"/>
              </a:rPr>
              <a:t>(</a:t>
            </a:r>
            <a:r>
              <a:rPr sz="900">
                <a:solidFill>
                  <a:srgbClr val="E8EEF1"/>
                </a:solidFill>
                <a:latin typeface="Courier New"/>
              </a:rPr>
              <a:t>state</a:t>
            </a:r>
            <a:r>
              <a:rPr sz="900">
                <a:solidFill>
                  <a:srgbClr val="E8EEF1"/>
                </a:solidFill>
                <a:latin typeface="Courier New"/>
              </a:rPr>
              <a:t>: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State</a:t>
            </a:r>
            <a:r>
              <a:rPr sz="900">
                <a:solidFill>
                  <a:srgbClr val="E8EEF1"/>
                </a:solidFill>
                <a:latin typeface="Courier New"/>
              </a:rPr>
              <a:t>)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-</a:t>
            </a:r>
            <a:r>
              <a:rPr sz="900">
                <a:solidFill>
                  <a:srgbClr val="E8EEF1"/>
                </a:solidFill>
                <a:latin typeface="Courier New"/>
              </a:rPr>
              <a:t>&gt;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7FCFF0"/>
                </a:solidFill>
                <a:latin typeface="Courier New"/>
              </a:rPr>
              <a:t>dict</a:t>
            </a:r>
            <a:r>
              <a:rPr sz="90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>
                <a:solidFill>
                  <a:srgbClr val="E8EEF1"/>
                </a:solidFill>
                <a:latin typeface="Courier New"/>
              </a:rPr>
              <a:t>    </a:t>
            </a:r>
            <a:r>
              <a:rPr sz="900">
                <a:solidFill>
                  <a:srgbClr val="E8EEF1"/>
                </a:solidFill>
                <a:latin typeface="Courier New"/>
              </a:rPr>
              <a:t>c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=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classificatore</a:t>
            </a:r>
            <a:r>
              <a:rPr sz="900">
                <a:solidFill>
                  <a:srgbClr val="E8EEF1"/>
                </a:solidFill>
                <a:latin typeface="Courier New"/>
              </a:rPr>
              <a:t>.</a:t>
            </a:r>
            <a:r>
              <a:rPr sz="900">
                <a:solidFill>
                  <a:srgbClr val="E8EEF1"/>
                </a:solidFill>
                <a:latin typeface="Courier New"/>
              </a:rPr>
              <a:t>invoke</a:t>
            </a:r>
            <a:r>
              <a:rPr sz="900">
                <a:solidFill>
                  <a:srgbClr val="E8EEF1"/>
                </a:solidFill>
                <a:latin typeface="Courier New"/>
              </a:rPr>
              <a:t>(</a:t>
            </a:r>
            <a:r>
              <a:rPr sz="900">
                <a:solidFill>
                  <a:srgbClr val="E8EEF1"/>
                </a:solidFill>
                <a:latin typeface="Courier New"/>
              </a:rPr>
              <a:t>state</a:t>
            </a:r>
            <a:r>
              <a:rPr sz="900">
                <a:solidFill>
                  <a:srgbClr val="E8EEF1"/>
                </a:solidFill>
                <a:latin typeface="Courier New"/>
              </a:rPr>
              <a:t>[</a:t>
            </a:r>
            <a:r>
              <a:rPr sz="900">
                <a:solidFill>
                  <a:srgbClr val="B5D98B"/>
                </a:solidFill>
                <a:latin typeface="Courier New"/>
              </a:rPr>
              <a:t>"</a:t>
            </a:r>
            <a:r>
              <a:rPr sz="900">
                <a:solidFill>
                  <a:srgbClr val="B5D98B"/>
                </a:solidFill>
                <a:latin typeface="Courier New"/>
              </a:rPr>
              <a:t>richiesta</a:t>
            </a:r>
            <a:r>
              <a:rPr sz="900">
                <a:solidFill>
                  <a:srgbClr val="B5D98B"/>
                </a:solidFill>
                <a:latin typeface="Courier New"/>
              </a:rPr>
              <a:t>"</a:t>
            </a:r>
            <a:r>
              <a:rPr sz="900">
                <a:solidFill>
                  <a:srgbClr val="E8EEF1"/>
                </a:solidFill>
                <a:latin typeface="Courier New"/>
              </a:rPr>
              <a:t>]</a:t>
            </a:r>
            <a:r>
              <a:rPr sz="9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>
                <a:solidFill>
                  <a:srgbClr val="E8EEF1"/>
                </a:solidFill>
                <a:latin typeface="Courier New"/>
              </a:rPr>
              <a:t>    </a:t>
            </a:r>
            <a:r>
              <a:rPr sz="900" b="1">
                <a:solidFill>
                  <a:srgbClr val="F28C4F"/>
                </a:solidFill>
                <a:latin typeface="Courier New"/>
              </a:rPr>
              <a:t>return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{</a:t>
            </a:r>
            <a:r>
              <a:rPr sz="900">
                <a:solidFill>
                  <a:srgbClr val="B5D98B"/>
                </a:solidFill>
                <a:latin typeface="Courier New"/>
              </a:rPr>
              <a:t>"</a:t>
            </a:r>
            <a:r>
              <a:rPr sz="900">
                <a:solidFill>
                  <a:srgbClr val="B5D98B"/>
                </a:solidFill>
                <a:latin typeface="Courier New"/>
              </a:rPr>
              <a:t>categoria</a:t>
            </a:r>
            <a:r>
              <a:rPr sz="900">
                <a:solidFill>
                  <a:srgbClr val="B5D98B"/>
                </a:solidFill>
                <a:latin typeface="Courier New"/>
              </a:rPr>
              <a:t>"</a:t>
            </a:r>
            <a:r>
              <a:rPr sz="900">
                <a:solidFill>
                  <a:srgbClr val="E8EEF1"/>
                </a:solidFill>
                <a:latin typeface="Courier New"/>
              </a:rPr>
              <a:t>: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c</a:t>
            </a:r>
            <a:r>
              <a:rPr sz="900">
                <a:solidFill>
                  <a:srgbClr val="E8EEF1"/>
                </a:solidFill>
                <a:latin typeface="Courier New"/>
              </a:rPr>
              <a:t>.</a:t>
            </a:r>
            <a:r>
              <a:rPr sz="900">
                <a:solidFill>
                  <a:srgbClr val="E8EEF1"/>
                </a:solidFill>
                <a:latin typeface="Courier New"/>
              </a:rPr>
              <a:t>categoria</a:t>
            </a:r>
            <a:r>
              <a:rPr sz="900">
                <a:solidFill>
                  <a:srgbClr val="E8EEF1"/>
                </a:solidFill>
                <a:latin typeface="Courier New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F28C4F"/>
                </a:solidFill>
                <a:latin typeface="Courier New"/>
              </a:rPr>
              <a:t>def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7FCFF0"/>
                </a:solidFill>
                <a:latin typeface="Courier New"/>
              </a:rPr>
              <a:t>tecnico</a:t>
            </a:r>
            <a:r>
              <a:rPr sz="900">
                <a:solidFill>
                  <a:srgbClr val="E8EEF1"/>
                </a:solidFill>
                <a:latin typeface="Courier New"/>
              </a:rPr>
              <a:t>(</a:t>
            </a:r>
            <a:r>
              <a:rPr sz="900">
                <a:solidFill>
                  <a:srgbClr val="E8EEF1"/>
                </a:solidFill>
                <a:latin typeface="Courier New"/>
              </a:rPr>
              <a:t>state</a:t>
            </a:r>
            <a:r>
              <a:rPr sz="900">
                <a:solidFill>
                  <a:srgbClr val="E8EEF1"/>
                </a:solidFill>
                <a:latin typeface="Courier New"/>
              </a:rPr>
              <a:t>: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State</a:t>
            </a:r>
            <a:r>
              <a:rPr sz="900">
                <a:solidFill>
                  <a:srgbClr val="E8EEF1"/>
                </a:solidFill>
                <a:latin typeface="Courier New"/>
              </a:rPr>
              <a:t>)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-</a:t>
            </a:r>
            <a:r>
              <a:rPr sz="900">
                <a:solidFill>
                  <a:srgbClr val="E8EEF1"/>
                </a:solidFill>
                <a:latin typeface="Courier New"/>
              </a:rPr>
              <a:t>&gt;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7FCFF0"/>
                </a:solidFill>
                <a:latin typeface="Courier New"/>
              </a:rPr>
              <a:t>dict</a:t>
            </a:r>
            <a:r>
              <a:rPr sz="90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>
                <a:solidFill>
                  <a:srgbClr val="E8EEF1"/>
                </a:solidFill>
                <a:latin typeface="Courier New"/>
              </a:rPr>
              <a:t>    </a:t>
            </a:r>
            <a:r>
              <a:rPr sz="900" b="1">
                <a:solidFill>
                  <a:srgbClr val="F28C4F"/>
                </a:solidFill>
                <a:latin typeface="Courier New"/>
              </a:rPr>
              <a:t>return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{</a:t>
            </a:r>
            <a:r>
              <a:rPr sz="900">
                <a:solidFill>
                  <a:srgbClr val="B5D98B"/>
                </a:solidFill>
                <a:latin typeface="Courier New"/>
              </a:rPr>
              <a:t>"</a:t>
            </a:r>
            <a:r>
              <a:rPr sz="900">
                <a:solidFill>
                  <a:srgbClr val="B5D98B"/>
                </a:solidFill>
                <a:latin typeface="Courier New"/>
              </a:rPr>
              <a:t>risposta</a:t>
            </a:r>
            <a:r>
              <a:rPr sz="900">
                <a:solidFill>
                  <a:srgbClr val="B5D98B"/>
                </a:solidFill>
                <a:latin typeface="Courier New"/>
              </a:rPr>
              <a:t>"</a:t>
            </a:r>
            <a:r>
              <a:rPr sz="900">
                <a:solidFill>
                  <a:srgbClr val="E8EEF1"/>
                </a:solidFill>
                <a:latin typeface="Courier New"/>
              </a:rPr>
              <a:t>: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B5D98B"/>
                </a:solidFill>
                <a:latin typeface="Courier New"/>
              </a:rPr>
              <a:t>"</a:t>
            </a:r>
            <a:r>
              <a:rPr sz="900">
                <a:solidFill>
                  <a:srgbClr val="B5D98B"/>
                </a:solidFill>
                <a:latin typeface="Courier New"/>
              </a:rPr>
              <a:t>Apro un ticket al supporto IT</a:t>
            </a:r>
            <a:r>
              <a:rPr sz="900">
                <a:solidFill>
                  <a:srgbClr val="B5D98B"/>
                </a:solidFill>
                <a:latin typeface="Courier New"/>
              </a:rPr>
              <a:t>"</a:t>
            </a:r>
            <a:r>
              <a:rPr sz="900">
                <a:solidFill>
                  <a:srgbClr val="E8EEF1"/>
                </a:solidFill>
                <a:latin typeface="Courier New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F28C4F"/>
                </a:solidFill>
                <a:latin typeface="Courier New"/>
              </a:rPr>
              <a:t>def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7FCFF0"/>
                </a:solidFill>
                <a:latin typeface="Courier New"/>
              </a:rPr>
              <a:t>amministrativo</a:t>
            </a:r>
            <a:r>
              <a:rPr sz="900">
                <a:solidFill>
                  <a:srgbClr val="E8EEF1"/>
                </a:solidFill>
                <a:latin typeface="Courier New"/>
              </a:rPr>
              <a:t>(</a:t>
            </a:r>
            <a:r>
              <a:rPr sz="900">
                <a:solidFill>
                  <a:srgbClr val="E8EEF1"/>
                </a:solidFill>
                <a:latin typeface="Courier New"/>
              </a:rPr>
              <a:t>state</a:t>
            </a:r>
            <a:r>
              <a:rPr sz="900">
                <a:solidFill>
                  <a:srgbClr val="E8EEF1"/>
                </a:solidFill>
                <a:latin typeface="Courier New"/>
              </a:rPr>
              <a:t>: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State</a:t>
            </a:r>
            <a:r>
              <a:rPr sz="900">
                <a:solidFill>
                  <a:srgbClr val="E8EEF1"/>
                </a:solidFill>
                <a:latin typeface="Courier New"/>
              </a:rPr>
              <a:t>)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-</a:t>
            </a:r>
            <a:r>
              <a:rPr sz="900">
                <a:solidFill>
                  <a:srgbClr val="E8EEF1"/>
                </a:solidFill>
                <a:latin typeface="Courier New"/>
              </a:rPr>
              <a:t>&gt;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7FCFF0"/>
                </a:solidFill>
                <a:latin typeface="Courier New"/>
              </a:rPr>
              <a:t>dict</a:t>
            </a:r>
            <a:r>
              <a:rPr sz="90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>
                <a:solidFill>
                  <a:srgbClr val="E8EEF1"/>
                </a:solidFill>
                <a:latin typeface="Courier New"/>
              </a:rPr>
              <a:t>    </a:t>
            </a:r>
            <a:r>
              <a:rPr sz="900" b="1">
                <a:solidFill>
                  <a:srgbClr val="F28C4F"/>
                </a:solidFill>
                <a:latin typeface="Courier New"/>
              </a:rPr>
              <a:t>return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{</a:t>
            </a:r>
            <a:r>
              <a:rPr sz="900">
                <a:solidFill>
                  <a:srgbClr val="B5D98B"/>
                </a:solidFill>
                <a:latin typeface="Courier New"/>
              </a:rPr>
              <a:t>"</a:t>
            </a:r>
            <a:r>
              <a:rPr sz="900">
                <a:solidFill>
                  <a:srgbClr val="B5D98B"/>
                </a:solidFill>
                <a:latin typeface="Courier New"/>
              </a:rPr>
              <a:t>risposta</a:t>
            </a:r>
            <a:r>
              <a:rPr sz="900">
                <a:solidFill>
                  <a:srgbClr val="B5D98B"/>
                </a:solidFill>
                <a:latin typeface="Courier New"/>
              </a:rPr>
              <a:t>"</a:t>
            </a:r>
            <a:r>
              <a:rPr sz="900">
                <a:solidFill>
                  <a:srgbClr val="E8EEF1"/>
                </a:solidFill>
                <a:latin typeface="Courier New"/>
              </a:rPr>
              <a:t>: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B5D98B"/>
                </a:solidFill>
                <a:latin typeface="Courier New"/>
              </a:rPr>
              <a:t>"</a:t>
            </a:r>
            <a:r>
              <a:rPr sz="900">
                <a:solidFill>
                  <a:srgbClr val="B5D98B"/>
                </a:solidFill>
                <a:latin typeface="Courier New"/>
              </a:rPr>
              <a:t>Inoltro all</a:t>
            </a:r>
            <a:r>
              <a:rPr sz="900">
                <a:solidFill>
                  <a:srgbClr val="B5D98B"/>
                </a:solidFill>
                <a:latin typeface="Courier New"/>
              </a:rPr>
              <a:t>'</a:t>
            </a:r>
            <a:r>
              <a:rPr sz="900">
                <a:solidFill>
                  <a:srgbClr val="B5D98B"/>
                </a:solidFill>
                <a:latin typeface="Courier New"/>
              </a:rPr>
              <a:t>amministrazione</a:t>
            </a:r>
            <a:r>
              <a:rPr sz="900">
                <a:solidFill>
                  <a:srgbClr val="B5D98B"/>
                </a:solidFill>
                <a:latin typeface="Courier New"/>
              </a:rPr>
              <a:t>"</a:t>
            </a:r>
            <a:r>
              <a:rPr sz="900">
                <a:solidFill>
                  <a:srgbClr val="E8EEF1"/>
                </a:solidFill>
                <a:latin typeface="Courier New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F28C4F"/>
                </a:solidFill>
                <a:latin typeface="Courier New"/>
              </a:rPr>
              <a:t>def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7FCFF0"/>
                </a:solidFill>
                <a:latin typeface="Courier New"/>
              </a:rPr>
              <a:t>commerciale</a:t>
            </a:r>
            <a:r>
              <a:rPr sz="900">
                <a:solidFill>
                  <a:srgbClr val="E8EEF1"/>
                </a:solidFill>
                <a:latin typeface="Courier New"/>
              </a:rPr>
              <a:t>(</a:t>
            </a:r>
            <a:r>
              <a:rPr sz="900">
                <a:solidFill>
                  <a:srgbClr val="E8EEF1"/>
                </a:solidFill>
                <a:latin typeface="Courier New"/>
              </a:rPr>
              <a:t>state</a:t>
            </a:r>
            <a:r>
              <a:rPr sz="900">
                <a:solidFill>
                  <a:srgbClr val="E8EEF1"/>
                </a:solidFill>
                <a:latin typeface="Courier New"/>
              </a:rPr>
              <a:t>: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State</a:t>
            </a:r>
            <a:r>
              <a:rPr sz="900">
                <a:solidFill>
                  <a:srgbClr val="E8EEF1"/>
                </a:solidFill>
                <a:latin typeface="Courier New"/>
              </a:rPr>
              <a:t>)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-</a:t>
            </a:r>
            <a:r>
              <a:rPr sz="900">
                <a:solidFill>
                  <a:srgbClr val="E8EEF1"/>
                </a:solidFill>
                <a:latin typeface="Courier New"/>
              </a:rPr>
              <a:t>&gt;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7FCFF0"/>
                </a:solidFill>
                <a:latin typeface="Courier New"/>
              </a:rPr>
              <a:t>dict</a:t>
            </a:r>
            <a:r>
              <a:rPr sz="90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>
                <a:solidFill>
                  <a:srgbClr val="E8EEF1"/>
                </a:solidFill>
                <a:latin typeface="Courier New"/>
              </a:rPr>
              <a:t>    </a:t>
            </a:r>
            <a:r>
              <a:rPr sz="900" b="1">
                <a:solidFill>
                  <a:srgbClr val="F28C4F"/>
                </a:solidFill>
                <a:latin typeface="Courier New"/>
              </a:rPr>
              <a:t>return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{</a:t>
            </a:r>
            <a:r>
              <a:rPr sz="900">
                <a:solidFill>
                  <a:srgbClr val="B5D98B"/>
                </a:solidFill>
                <a:latin typeface="Courier New"/>
              </a:rPr>
              <a:t>"</a:t>
            </a:r>
            <a:r>
              <a:rPr sz="900">
                <a:solidFill>
                  <a:srgbClr val="B5D98B"/>
                </a:solidFill>
                <a:latin typeface="Courier New"/>
              </a:rPr>
              <a:t>risposta</a:t>
            </a:r>
            <a:r>
              <a:rPr sz="900">
                <a:solidFill>
                  <a:srgbClr val="B5D98B"/>
                </a:solidFill>
                <a:latin typeface="Courier New"/>
              </a:rPr>
              <a:t>"</a:t>
            </a:r>
            <a:r>
              <a:rPr sz="900">
                <a:solidFill>
                  <a:srgbClr val="E8EEF1"/>
                </a:solidFill>
                <a:latin typeface="Courier New"/>
              </a:rPr>
              <a:t>: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B5D98B"/>
                </a:solidFill>
                <a:latin typeface="Courier New"/>
              </a:rPr>
              <a:t>"</a:t>
            </a:r>
            <a:r>
              <a:rPr sz="900">
                <a:solidFill>
                  <a:srgbClr val="B5D98B"/>
                </a:solidFill>
                <a:latin typeface="Courier New"/>
              </a:rPr>
              <a:t>Ti contatterà un commerciale</a:t>
            </a:r>
            <a:r>
              <a:rPr sz="900">
                <a:solidFill>
                  <a:srgbClr val="B5D98B"/>
                </a:solidFill>
                <a:latin typeface="Courier New"/>
              </a:rPr>
              <a:t>"</a:t>
            </a:r>
            <a:r>
              <a:rPr sz="900">
                <a:solidFill>
                  <a:srgbClr val="E8EEF1"/>
                </a:solidFill>
                <a:latin typeface="Courier New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>
                <a:solidFill>
                  <a:srgbClr val="E8EEF1"/>
                </a:solidFill>
                <a:latin typeface="Courier New"/>
              </a:rPr>
              <a:t>builder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=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StateGraph</a:t>
            </a:r>
            <a:r>
              <a:rPr sz="900">
                <a:solidFill>
                  <a:srgbClr val="E8EEF1"/>
                </a:solidFill>
                <a:latin typeface="Courier New"/>
              </a:rPr>
              <a:t>(</a:t>
            </a:r>
            <a:r>
              <a:rPr sz="900">
                <a:solidFill>
                  <a:srgbClr val="E8EEF1"/>
                </a:solidFill>
                <a:latin typeface="Courier New"/>
              </a:rPr>
              <a:t>State</a:t>
            </a:r>
            <a:r>
              <a:rPr sz="9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>
                <a:solidFill>
                  <a:srgbClr val="E8EEF1"/>
                </a:solidFill>
                <a:latin typeface="Courier New"/>
              </a:rPr>
              <a:t>builder</a:t>
            </a:r>
            <a:r>
              <a:rPr sz="900">
                <a:solidFill>
                  <a:srgbClr val="E8EEF1"/>
                </a:solidFill>
                <a:latin typeface="Courier New"/>
              </a:rPr>
              <a:t>.</a:t>
            </a:r>
            <a:r>
              <a:rPr sz="900">
                <a:solidFill>
                  <a:srgbClr val="E8EEF1"/>
                </a:solidFill>
                <a:latin typeface="Courier New"/>
              </a:rPr>
              <a:t>add_node</a:t>
            </a:r>
            <a:r>
              <a:rPr sz="900">
                <a:solidFill>
                  <a:srgbClr val="E8EEF1"/>
                </a:solidFill>
                <a:latin typeface="Courier New"/>
              </a:rPr>
              <a:t>(</a:t>
            </a:r>
            <a:r>
              <a:rPr sz="900">
                <a:solidFill>
                  <a:srgbClr val="B5D98B"/>
                </a:solidFill>
                <a:latin typeface="Courier New"/>
              </a:rPr>
              <a:t>"</a:t>
            </a:r>
            <a:r>
              <a:rPr sz="900">
                <a:solidFill>
                  <a:srgbClr val="B5D98B"/>
                </a:solidFill>
                <a:latin typeface="Courier New"/>
              </a:rPr>
              <a:t>classifica</a:t>
            </a:r>
            <a:r>
              <a:rPr sz="900">
                <a:solidFill>
                  <a:srgbClr val="B5D98B"/>
                </a:solidFill>
                <a:latin typeface="Courier New"/>
              </a:rPr>
              <a:t>"</a:t>
            </a:r>
            <a:r>
              <a:rPr sz="900">
                <a:solidFill>
                  <a:srgbClr val="E8EEF1"/>
                </a:solidFill>
                <a:latin typeface="Courier New"/>
              </a:rPr>
              <a:t>,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classifica</a:t>
            </a:r>
            <a:r>
              <a:rPr sz="9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F28C4F"/>
                </a:solidFill>
                <a:latin typeface="Courier New"/>
              </a:rPr>
              <a:t>for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fn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F28C4F"/>
                </a:solidFill>
                <a:latin typeface="Courier New"/>
              </a:rPr>
              <a:t>in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(</a:t>
            </a:r>
            <a:r>
              <a:rPr sz="900">
                <a:solidFill>
                  <a:srgbClr val="E8EEF1"/>
                </a:solidFill>
                <a:latin typeface="Courier New"/>
              </a:rPr>
              <a:t>tecnico</a:t>
            </a:r>
            <a:r>
              <a:rPr sz="900">
                <a:solidFill>
                  <a:srgbClr val="E8EEF1"/>
                </a:solidFill>
                <a:latin typeface="Courier New"/>
              </a:rPr>
              <a:t>,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amministrativo</a:t>
            </a:r>
            <a:r>
              <a:rPr sz="900">
                <a:solidFill>
                  <a:srgbClr val="E8EEF1"/>
                </a:solidFill>
                <a:latin typeface="Courier New"/>
              </a:rPr>
              <a:t>,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commerciale</a:t>
            </a:r>
            <a:r>
              <a:rPr sz="900">
                <a:solidFill>
                  <a:srgbClr val="E8EEF1"/>
                </a:solidFill>
                <a:latin typeface="Courier New"/>
              </a:rPr>
              <a:t>)</a:t>
            </a:r>
            <a:r>
              <a:rPr sz="90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>
                <a:solidFill>
                  <a:srgbClr val="E8EEF1"/>
                </a:solidFill>
                <a:latin typeface="Courier New"/>
              </a:rPr>
              <a:t>    </a:t>
            </a:r>
            <a:r>
              <a:rPr sz="900">
                <a:solidFill>
                  <a:srgbClr val="E8EEF1"/>
                </a:solidFill>
                <a:latin typeface="Courier New"/>
              </a:rPr>
              <a:t>builder</a:t>
            </a:r>
            <a:r>
              <a:rPr sz="900">
                <a:solidFill>
                  <a:srgbClr val="E8EEF1"/>
                </a:solidFill>
                <a:latin typeface="Courier New"/>
              </a:rPr>
              <a:t>.</a:t>
            </a:r>
            <a:r>
              <a:rPr sz="900">
                <a:solidFill>
                  <a:srgbClr val="E8EEF1"/>
                </a:solidFill>
                <a:latin typeface="Courier New"/>
              </a:rPr>
              <a:t>add_node</a:t>
            </a:r>
            <a:r>
              <a:rPr sz="900">
                <a:solidFill>
                  <a:srgbClr val="E8EEF1"/>
                </a:solidFill>
                <a:latin typeface="Courier New"/>
              </a:rPr>
              <a:t>(</a:t>
            </a:r>
            <a:r>
              <a:rPr sz="900">
                <a:solidFill>
                  <a:srgbClr val="E8EEF1"/>
                </a:solidFill>
                <a:latin typeface="Courier New"/>
              </a:rPr>
              <a:t>fn</a:t>
            </a:r>
            <a:r>
              <a:rPr sz="900">
                <a:solidFill>
                  <a:srgbClr val="E8EEF1"/>
                </a:solidFill>
                <a:latin typeface="Courier New"/>
              </a:rPr>
              <a:t>.</a:t>
            </a:r>
            <a:r>
              <a:rPr sz="900">
                <a:solidFill>
                  <a:srgbClr val="E8EEF1"/>
                </a:solidFill>
                <a:latin typeface="Courier New"/>
              </a:rPr>
              <a:t>__name__</a:t>
            </a:r>
            <a:r>
              <a:rPr sz="900">
                <a:solidFill>
                  <a:srgbClr val="E8EEF1"/>
                </a:solidFill>
                <a:latin typeface="Courier New"/>
              </a:rPr>
              <a:t>,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fn</a:t>
            </a:r>
            <a:r>
              <a:rPr sz="900">
                <a:solidFill>
                  <a:srgbClr val="E8EEF1"/>
                </a:solidFill>
                <a:latin typeface="Courier New"/>
              </a:rPr>
              <a:t>)</a:t>
            </a:r>
            <a:r>
              <a:rPr sz="900">
                <a:solidFill>
                  <a:srgbClr val="E8EEF1"/>
                </a:solidFill>
                <a:latin typeface="Courier New"/>
              </a:rPr>
              <a:t>        </a:t>
            </a:r>
            <a:r>
              <a:rPr sz="900">
                <a:solidFill>
                  <a:srgbClr val="8AA4B0"/>
                </a:solidFill>
                <a:latin typeface="Courier New"/>
              </a:rPr>
              <a:t># nome nodo = nome funzione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>
                <a:solidFill>
                  <a:srgbClr val="E8EEF1"/>
                </a:solidFill>
                <a:latin typeface="Courier New"/>
              </a:rPr>
              <a:t>    </a:t>
            </a:r>
            <a:r>
              <a:rPr sz="900">
                <a:solidFill>
                  <a:srgbClr val="E8EEF1"/>
                </a:solidFill>
                <a:latin typeface="Courier New"/>
              </a:rPr>
              <a:t>builder</a:t>
            </a:r>
            <a:r>
              <a:rPr sz="900">
                <a:solidFill>
                  <a:srgbClr val="E8EEF1"/>
                </a:solidFill>
                <a:latin typeface="Courier New"/>
              </a:rPr>
              <a:t>.</a:t>
            </a:r>
            <a:r>
              <a:rPr sz="900">
                <a:solidFill>
                  <a:srgbClr val="E8EEF1"/>
                </a:solidFill>
                <a:latin typeface="Courier New"/>
              </a:rPr>
              <a:t>add_edge</a:t>
            </a:r>
            <a:r>
              <a:rPr sz="900">
                <a:solidFill>
                  <a:srgbClr val="E8EEF1"/>
                </a:solidFill>
                <a:latin typeface="Courier New"/>
              </a:rPr>
              <a:t>(</a:t>
            </a:r>
            <a:r>
              <a:rPr sz="900">
                <a:solidFill>
                  <a:srgbClr val="E8EEF1"/>
                </a:solidFill>
                <a:latin typeface="Courier New"/>
              </a:rPr>
              <a:t>fn</a:t>
            </a:r>
            <a:r>
              <a:rPr sz="900">
                <a:solidFill>
                  <a:srgbClr val="E8EEF1"/>
                </a:solidFill>
                <a:latin typeface="Courier New"/>
              </a:rPr>
              <a:t>.</a:t>
            </a:r>
            <a:r>
              <a:rPr sz="900">
                <a:solidFill>
                  <a:srgbClr val="E8EEF1"/>
                </a:solidFill>
                <a:latin typeface="Courier New"/>
              </a:rPr>
              <a:t>__name__</a:t>
            </a:r>
            <a:r>
              <a:rPr sz="900">
                <a:solidFill>
                  <a:srgbClr val="E8EEF1"/>
                </a:solidFill>
                <a:latin typeface="Courier New"/>
              </a:rPr>
              <a:t>,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END</a:t>
            </a:r>
            <a:r>
              <a:rPr sz="9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>
                <a:solidFill>
                  <a:srgbClr val="E8EEF1"/>
                </a:solidFill>
                <a:latin typeface="Courier New"/>
              </a:rPr>
              <a:t>builder</a:t>
            </a:r>
            <a:r>
              <a:rPr sz="900">
                <a:solidFill>
                  <a:srgbClr val="E8EEF1"/>
                </a:solidFill>
                <a:latin typeface="Courier New"/>
              </a:rPr>
              <a:t>.</a:t>
            </a:r>
            <a:r>
              <a:rPr sz="900">
                <a:solidFill>
                  <a:srgbClr val="E8EEF1"/>
                </a:solidFill>
                <a:latin typeface="Courier New"/>
              </a:rPr>
              <a:t>add_edge</a:t>
            </a:r>
            <a:r>
              <a:rPr sz="900">
                <a:solidFill>
                  <a:srgbClr val="E8EEF1"/>
                </a:solidFill>
                <a:latin typeface="Courier New"/>
              </a:rPr>
              <a:t>(</a:t>
            </a:r>
            <a:r>
              <a:rPr sz="900">
                <a:solidFill>
                  <a:srgbClr val="E8EEF1"/>
                </a:solidFill>
                <a:latin typeface="Courier New"/>
              </a:rPr>
              <a:t>START</a:t>
            </a:r>
            <a:r>
              <a:rPr sz="900">
                <a:solidFill>
                  <a:srgbClr val="E8EEF1"/>
                </a:solidFill>
                <a:latin typeface="Courier New"/>
              </a:rPr>
              <a:t>,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B5D98B"/>
                </a:solidFill>
                <a:latin typeface="Courier New"/>
              </a:rPr>
              <a:t>"</a:t>
            </a:r>
            <a:r>
              <a:rPr sz="900">
                <a:solidFill>
                  <a:srgbClr val="B5D98B"/>
                </a:solidFill>
                <a:latin typeface="Courier New"/>
              </a:rPr>
              <a:t>classifica</a:t>
            </a:r>
            <a:r>
              <a:rPr sz="900">
                <a:solidFill>
                  <a:srgbClr val="B5D98B"/>
                </a:solidFill>
                <a:latin typeface="Courier New"/>
              </a:rPr>
              <a:t>"</a:t>
            </a:r>
            <a:r>
              <a:rPr sz="9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>
                <a:solidFill>
                  <a:srgbClr val="E8EEF1"/>
                </a:solidFill>
                <a:latin typeface="Courier New"/>
              </a:rPr>
              <a:t>builder</a:t>
            </a:r>
            <a:r>
              <a:rPr sz="900">
                <a:solidFill>
                  <a:srgbClr val="E8EEF1"/>
                </a:solidFill>
                <a:latin typeface="Courier New"/>
              </a:rPr>
              <a:t>.</a:t>
            </a:r>
            <a:r>
              <a:rPr sz="900">
                <a:solidFill>
                  <a:srgbClr val="E8EEF1"/>
                </a:solidFill>
                <a:latin typeface="Courier New"/>
              </a:rPr>
              <a:t>add_conditional_edges</a:t>
            </a:r>
            <a:r>
              <a:rPr sz="900">
                <a:solidFill>
                  <a:srgbClr val="E8EEF1"/>
                </a:solidFill>
                <a:latin typeface="Courier New"/>
              </a:rPr>
              <a:t>(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>
                <a:solidFill>
                  <a:srgbClr val="E8EEF1"/>
                </a:solidFill>
                <a:latin typeface="Courier New"/>
              </a:rPr>
              <a:t>    </a:t>
            </a:r>
            <a:r>
              <a:rPr sz="900">
                <a:solidFill>
                  <a:srgbClr val="B5D98B"/>
                </a:solidFill>
                <a:latin typeface="Courier New"/>
              </a:rPr>
              <a:t>"</a:t>
            </a:r>
            <a:r>
              <a:rPr sz="900">
                <a:solidFill>
                  <a:srgbClr val="B5D98B"/>
                </a:solidFill>
                <a:latin typeface="Courier New"/>
              </a:rPr>
              <a:t>classifica</a:t>
            </a:r>
            <a:r>
              <a:rPr sz="900">
                <a:solidFill>
                  <a:srgbClr val="B5D98B"/>
                </a:solidFill>
                <a:latin typeface="Courier New"/>
              </a:rPr>
              <a:t>"</a:t>
            </a:r>
            <a:r>
              <a:rPr sz="900">
                <a:solidFill>
                  <a:srgbClr val="E8EEF1"/>
                </a:solidFill>
                <a:latin typeface="Courier New"/>
              </a:rPr>
              <a:t>,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 b="1">
                <a:solidFill>
                  <a:srgbClr val="F28C4F"/>
                </a:solidFill>
                <a:latin typeface="Courier New"/>
              </a:rPr>
              <a:t>lambda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s</a:t>
            </a:r>
            <a:r>
              <a:rPr sz="900">
                <a:solidFill>
                  <a:srgbClr val="E8EEF1"/>
                </a:solidFill>
                <a:latin typeface="Courier New"/>
              </a:rPr>
              <a:t>: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s</a:t>
            </a:r>
            <a:r>
              <a:rPr sz="900">
                <a:solidFill>
                  <a:srgbClr val="E8EEF1"/>
                </a:solidFill>
                <a:latin typeface="Courier New"/>
              </a:rPr>
              <a:t>[</a:t>
            </a:r>
            <a:r>
              <a:rPr sz="900">
                <a:solidFill>
                  <a:srgbClr val="B5D98B"/>
                </a:solidFill>
                <a:latin typeface="Courier New"/>
              </a:rPr>
              <a:t>"</a:t>
            </a:r>
            <a:r>
              <a:rPr sz="900">
                <a:solidFill>
                  <a:srgbClr val="B5D98B"/>
                </a:solidFill>
                <a:latin typeface="Courier New"/>
              </a:rPr>
              <a:t>categoria</a:t>
            </a:r>
            <a:r>
              <a:rPr sz="900">
                <a:solidFill>
                  <a:srgbClr val="B5D98B"/>
                </a:solidFill>
                <a:latin typeface="Courier New"/>
              </a:rPr>
              <a:t>"</a:t>
            </a:r>
            <a:r>
              <a:rPr sz="900">
                <a:solidFill>
                  <a:srgbClr val="E8EEF1"/>
                </a:solidFill>
                <a:latin typeface="Courier New"/>
              </a:rPr>
              <a:t>]</a:t>
            </a:r>
            <a:r>
              <a:rPr sz="900">
                <a:solidFill>
                  <a:srgbClr val="E8EEF1"/>
                </a:solidFill>
                <a:latin typeface="Courier New"/>
              </a:rPr>
              <a:t>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>
                <a:solidFill>
                  <a:srgbClr val="E8EEF1"/>
                </a:solidFill>
                <a:latin typeface="Courier New"/>
              </a:rPr>
              <a:t>    </a:t>
            </a:r>
            <a:r>
              <a:rPr sz="900">
                <a:solidFill>
                  <a:srgbClr val="E8EEF1"/>
                </a:solidFill>
                <a:latin typeface="Courier New"/>
              </a:rPr>
              <a:t>[</a:t>
            </a:r>
            <a:r>
              <a:rPr sz="900">
                <a:solidFill>
                  <a:srgbClr val="B5D98B"/>
                </a:solidFill>
                <a:latin typeface="Courier New"/>
              </a:rPr>
              <a:t>"</a:t>
            </a:r>
            <a:r>
              <a:rPr sz="900">
                <a:solidFill>
                  <a:srgbClr val="B5D98B"/>
                </a:solidFill>
                <a:latin typeface="Courier New"/>
              </a:rPr>
              <a:t>tecnico</a:t>
            </a:r>
            <a:r>
              <a:rPr sz="900">
                <a:solidFill>
                  <a:srgbClr val="B5D98B"/>
                </a:solidFill>
                <a:latin typeface="Courier New"/>
              </a:rPr>
              <a:t>"</a:t>
            </a:r>
            <a:r>
              <a:rPr sz="900">
                <a:solidFill>
                  <a:srgbClr val="E8EEF1"/>
                </a:solidFill>
                <a:latin typeface="Courier New"/>
              </a:rPr>
              <a:t>,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B5D98B"/>
                </a:solidFill>
                <a:latin typeface="Courier New"/>
              </a:rPr>
              <a:t>"</a:t>
            </a:r>
            <a:r>
              <a:rPr sz="900">
                <a:solidFill>
                  <a:srgbClr val="B5D98B"/>
                </a:solidFill>
                <a:latin typeface="Courier New"/>
              </a:rPr>
              <a:t>amministrativo</a:t>
            </a:r>
            <a:r>
              <a:rPr sz="900">
                <a:solidFill>
                  <a:srgbClr val="B5D98B"/>
                </a:solidFill>
                <a:latin typeface="Courier New"/>
              </a:rPr>
              <a:t>"</a:t>
            </a:r>
            <a:r>
              <a:rPr sz="900">
                <a:solidFill>
                  <a:srgbClr val="E8EEF1"/>
                </a:solidFill>
                <a:latin typeface="Courier New"/>
              </a:rPr>
              <a:t>,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B5D98B"/>
                </a:solidFill>
                <a:latin typeface="Courier New"/>
              </a:rPr>
              <a:t>"</a:t>
            </a:r>
            <a:r>
              <a:rPr sz="900">
                <a:solidFill>
                  <a:srgbClr val="B5D98B"/>
                </a:solidFill>
                <a:latin typeface="Courier New"/>
              </a:rPr>
              <a:t>commerciale</a:t>
            </a:r>
            <a:r>
              <a:rPr sz="900">
                <a:solidFill>
                  <a:srgbClr val="B5D98B"/>
                </a:solidFill>
                <a:latin typeface="Courier New"/>
              </a:rPr>
              <a:t>"</a:t>
            </a:r>
            <a:r>
              <a:rPr sz="900">
                <a:solidFill>
                  <a:srgbClr val="E8EEF1"/>
                </a:solidFill>
                <a:latin typeface="Courier New"/>
              </a:rPr>
              <a:t>]</a:t>
            </a:r>
            <a:r>
              <a:rPr sz="9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>
                <a:solidFill>
                  <a:srgbClr val="E8EEF1"/>
                </a:solidFill>
                <a:latin typeface="Courier New"/>
              </a:rPr>
              <a:t>graph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=</a:t>
            </a:r>
            <a:r>
              <a:rPr sz="900">
                <a:solidFill>
                  <a:srgbClr val="E8EEF1"/>
                </a:solidFill>
                <a:latin typeface="Courier New"/>
              </a:rPr>
              <a:t> </a:t>
            </a:r>
            <a:r>
              <a:rPr sz="900">
                <a:solidFill>
                  <a:srgbClr val="E8EEF1"/>
                </a:solidFill>
                <a:latin typeface="Courier New"/>
              </a:rPr>
              <a:t>builder</a:t>
            </a:r>
            <a:r>
              <a:rPr sz="900">
                <a:solidFill>
                  <a:srgbClr val="E8EEF1"/>
                </a:solidFill>
                <a:latin typeface="Courier New"/>
              </a:rPr>
              <a:t>.</a:t>
            </a:r>
            <a:r>
              <a:rPr sz="900">
                <a:solidFill>
                  <a:srgbClr val="E8EEF1"/>
                </a:solidFill>
                <a:latin typeface="Courier New"/>
              </a:rPr>
              <a:t>compile</a:t>
            </a:r>
            <a:r>
              <a:rPr sz="900">
                <a:solidFill>
                  <a:srgbClr val="E8EEF1"/>
                </a:solidFill>
                <a:latin typeface="Courier New"/>
              </a:rPr>
              <a:t>(</a:t>
            </a:r>
            <a:r>
              <a:rPr sz="900">
                <a:solidFill>
                  <a:srgbClr val="E8EEF1"/>
                </a:solidFill>
                <a:latin typeface="Courier New"/>
              </a:rPr>
              <a:t>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0" y="4864608"/>
            <a:ext cx="32918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b="0" sz="1000">
                <a:solidFill>
                  <a:srgbClr val="76777B"/>
                </a:solidFill>
                <a:latin typeface="Arial"/>
              </a:rPr>
              <a:t>Esempio: </a:t>
            </a:r>
            <a:r>
              <a:rPr b="1" sz="1000">
                <a:solidFill>
                  <a:srgbClr val="005A77"/>
                </a:solidFill>
                <a:latin typeface="Courier New"/>
              </a:rPr>
              <a:t>15_output_strutturato.py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1.21 I PATTERN DI WORKFLOW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47</a:t>
            </a:fld>
          </a:p>
        </p:txBody>
      </p:sp>
      <p:sp>
        <p:nvSpPr>
          <p:cNvPr id="34" name="Rounded Rectangle 33"/>
          <p:cNvSpPr/>
          <p:nvPr/>
        </p:nvSpPr>
        <p:spPr>
          <a:xfrm>
            <a:off x="457200" y="1097280"/>
            <a:ext cx="2651760" cy="169164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66928" y="1170432"/>
            <a:ext cx="243230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400">
                <a:solidFill>
                  <a:srgbClr val="DF6426"/>
                </a:solidFill>
                <a:latin typeface="Arial"/>
              </a:rPr>
              <a:t>Prompt chaining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1554480"/>
            <a:ext cx="2432304" cy="1188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200">
                <a:solidFill>
                  <a:srgbClr val="003548"/>
                </a:solidFill>
                <a:latin typeface="Arial"/>
              </a:rPr>
              <a:t>passi in sequenza, ognuno elabora l'output del precedente</a:t>
            </a:r>
          </a:p>
          <a:p>
            <a:pPr algn="l">
              <a:spcAft>
                <a:spcPts val="400"/>
              </a:spcAft>
            </a:pPr>
            <a:r>
              <a:rPr b="0" sz="1200">
                <a:solidFill>
                  <a:srgbClr val="003548"/>
                </a:solidFill>
                <a:latin typeface="Arial"/>
              </a:rPr>
              <a:t>esempio </a:t>
            </a:r>
            <a:r>
              <a:rPr b="1" sz="1200">
                <a:solidFill>
                  <a:srgbClr val="DF6426"/>
                </a:solidFill>
                <a:latin typeface="Courier New"/>
              </a:rPr>
              <a:t>05_*.py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46120" y="1097280"/>
            <a:ext cx="2651760" cy="169164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3355848" y="1170432"/>
            <a:ext cx="243230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400">
                <a:solidFill>
                  <a:srgbClr val="DF6426"/>
                </a:solidFill>
                <a:latin typeface="Arial"/>
              </a:rPr>
              <a:t>Routing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55848" y="1554480"/>
            <a:ext cx="2432304" cy="1188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200">
                <a:solidFill>
                  <a:srgbClr val="003548"/>
                </a:solidFill>
                <a:latin typeface="Arial"/>
              </a:rPr>
              <a:t>classifica l'input e manda al ramo specializzato</a:t>
            </a:r>
          </a:p>
          <a:p>
            <a:pPr algn="l">
              <a:spcAft>
                <a:spcPts val="400"/>
              </a:spcAft>
            </a:pPr>
            <a:r>
              <a:rPr b="0" sz="1200">
                <a:solidFill>
                  <a:srgbClr val="003548"/>
                </a:solidFill>
                <a:latin typeface="Arial"/>
              </a:rPr>
              <a:t>esempio </a:t>
            </a:r>
            <a:r>
              <a:rPr b="1" sz="1200">
                <a:solidFill>
                  <a:srgbClr val="DF6426"/>
                </a:solidFill>
                <a:latin typeface="Courier New"/>
              </a:rPr>
              <a:t>15_*.py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35040" y="1097280"/>
            <a:ext cx="2651760" cy="169164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144768" y="1170432"/>
            <a:ext cx="243230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400">
                <a:solidFill>
                  <a:srgbClr val="DF6426"/>
                </a:solidFill>
                <a:latin typeface="Arial"/>
              </a:rPr>
              <a:t>Parallelizzazione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44768" y="1554480"/>
            <a:ext cx="2432304" cy="1188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200">
                <a:solidFill>
                  <a:srgbClr val="003548"/>
                </a:solidFill>
                <a:latin typeface="Arial"/>
              </a:rPr>
              <a:t>più nodi sullo stesso input, poi aggregazione</a:t>
            </a:r>
          </a:p>
          <a:p>
            <a:pPr algn="l">
              <a:spcAft>
                <a:spcPts val="400"/>
              </a:spcAft>
            </a:pPr>
            <a:r>
              <a:rPr b="0" sz="1200">
                <a:solidFill>
                  <a:srgbClr val="003548"/>
                </a:solidFill>
                <a:latin typeface="Arial"/>
              </a:rPr>
              <a:t>esempio </a:t>
            </a:r>
            <a:r>
              <a:rPr b="1" sz="1200">
                <a:solidFill>
                  <a:srgbClr val="DF6426"/>
                </a:solidFill>
                <a:latin typeface="Courier New"/>
              </a:rPr>
              <a:t>16_*.py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2926080"/>
            <a:ext cx="2651760" cy="169164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566928" y="2999232"/>
            <a:ext cx="243230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400">
                <a:solidFill>
                  <a:srgbClr val="DF6426"/>
                </a:solidFill>
                <a:latin typeface="Arial"/>
              </a:rPr>
              <a:t>Orchestrator-worker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" y="3383280"/>
            <a:ext cx="2432304" cy="1188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200">
                <a:solidFill>
                  <a:srgbClr val="003548"/>
                </a:solidFill>
                <a:latin typeface="Arial"/>
              </a:rPr>
              <a:t>un nodo pianifica, N worker eseguono (Send)</a:t>
            </a:r>
          </a:p>
          <a:p>
            <a:pPr algn="l">
              <a:spcAft>
                <a:spcPts val="400"/>
              </a:spcAft>
            </a:pPr>
            <a:r>
              <a:rPr b="0" sz="1200">
                <a:solidFill>
                  <a:srgbClr val="003548"/>
                </a:solidFill>
                <a:latin typeface="Arial"/>
              </a:rPr>
              <a:t>esempio </a:t>
            </a:r>
            <a:r>
              <a:rPr b="1" sz="1200">
                <a:solidFill>
                  <a:srgbClr val="DF6426"/>
                </a:solidFill>
                <a:latin typeface="Courier New"/>
              </a:rPr>
              <a:t>20_*.py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246120" y="2926080"/>
            <a:ext cx="2651760" cy="169164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3355848" y="2999232"/>
            <a:ext cx="243230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400">
                <a:solidFill>
                  <a:srgbClr val="DF6426"/>
                </a:solidFill>
                <a:latin typeface="Arial"/>
              </a:rPr>
              <a:t>Evaluator-optimizer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55848" y="3383280"/>
            <a:ext cx="2432304" cy="1188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200">
                <a:solidFill>
                  <a:srgbClr val="003548"/>
                </a:solidFill>
                <a:latin typeface="Arial"/>
              </a:rPr>
              <a:t>genera, valuta, corregge in loop</a:t>
            </a:r>
          </a:p>
          <a:p>
            <a:pPr algn="l">
              <a:spcAft>
                <a:spcPts val="400"/>
              </a:spcAft>
            </a:pPr>
            <a:r>
              <a:rPr b="0" sz="1200">
                <a:solidFill>
                  <a:srgbClr val="003548"/>
                </a:solidFill>
                <a:latin typeface="Arial"/>
              </a:rPr>
              <a:t>esempio </a:t>
            </a:r>
            <a:r>
              <a:rPr b="1" sz="1200">
                <a:solidFill>
                  <a:srgbClr val="DF6426"/>
                </a:solidFill>
                <a:latin typeface="Courier New"/>
              </a:rPr>
              <a:t>17_*.py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035040" y="2926080"/>
            <a:ext cx="2651760" cy="1691640"/>
          </a:xfrm>
          <a:prstGeom prst="roundRect">
            <a:avLst>
              <a:gd name="adj" fmla="val 8000"/>
            </a:avLst>
          </a:prstGeom>
          <a:solidFill>
            <a:srgbClr val="FCEEE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6144768" y="2999232"/>
            <a:ext cx="243230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400">
                <a:solidFill>
                  <a:srgbClr val="DF6426"/>
                </a:solidFill>
                <a:latin typeface="Arial"/>
              </a:rPr>
              <a:t>Agente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44768" y="3383280"/>
            <a:ext cx="2432304" cy="1188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200">
                <a:solidFill>
                  <a:srgbClr val="003548"/>
                </a:solidFill>
                <a:latin typeface="Arial"/>
              </a:rPr>
              <a:t>l'LLM sceglie tool e passi in autonomia</a:t>
            </a:r>
          </a:p>
          <a:p>
            <a:pPr algn="l">
              <a:spcAft>
                <a:spcPts val="400"/>
              </a:spcAft>
            </a:pPr>
            <a:r>
              <a:rPr b="0" sz="1200">
                <a:solidFill>
                  <a:srgbClr val="003548"/>
                </a:solidFill>
                <a:latin typeface="Arial"/>
              </a:rPr>
              <a:t>esempio </a:t>
            </a:r>
            <a:r>
              <a:rPr b="1" sz="1200">
                <a:solidFill>
                  <a:srgbClr val="DF6426"/>
                </a:solidFill>
                <a:latin typeface="Courier New"/>
              </a:rPr>
              <a:t>13_*.py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1.22 PARALLELIZZAZIONE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48</a:t>
            </a:fld>
          </a:p>
        </p:txBody>
      </p:sp>
      <p:sp>
        <p:nvSpPr>
          <p:cNvPr id="34" name="Rounded Rectangle 33"/>
          <p:cNvSpPr/>
          <p:nvPr/>
        </p:nvSpPr>
        <p:spPr>
          <a:xfrm>
            <a:off x="457200" y="1051560"/>
            <a:ext cx="8229600" cy="3681983"/>
          </a:xfrm>
          <a:prstGeom prst="roundRect">
            <a:avLst>
              <a:gd name="adj" fmla="val 4000"/>
            </a:avLst>
          </a:prstGeom>
          <a:solidFill>
            <a:srgbClr val="0B2B38"/>
          </a:solidFill>
          <a:ln>
            <a:noFill/>
          </a:ln>
        </p:spPr>
        <p:txBody>
          <a:bodyPr rtlCol="0" anchor="t" wrap="square" lIns="128016" rIns="128016" tIns="91440" bIns="54864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28C4F"/>
                </a:solidFill>
                <a:latin typeface="Courier New"/>
              </a:rPr>
              <a:t>class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7FCFF0"/>
                </a:solidFill>
                <a:latin typeface="Courier New"/>
              </a:rPr>
              <a:t>State</a:t>
            </a:r>
            <a:r>
              <a:rPr sz="950">
                <a:solidFill>
                  <a:srgbClr val="E8EEF1"/>
                </a:solidFill>
                <a:latin typeface="Courier New"/>
              </a:rPr>
              <a:t>(</a:t>
            </a:r>
            <a:r>
              <a:rPr sz="950">
                <a:solidFill>
                  <a:srgbClr val="E8EEF1"/>
                </a:solidFill>
                <a:latin typeface="Courier New"/>
              </a:rPr>
              <a:t>TypedDict</a:t>
            </a:r>
            <a:r>
              <a:rPr sz="950">
                <a:solidFill>
                  <a:srgbClr val="E8EEF1"/>
                </a:solidFill>
                <a:latin typeface="Courier New"/>
              </a:rPr>
              <a:t>)</a:t>
            </a:r>
            <a:r>
              <a:rPr sz="95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8EEF1"/>
                </a:solidFill>
                <a:latin typeface="Courier New"/>
              </a:rPr>
              <a:t>    </a:t>
            </a:r>
            <a:r>
              <a:rPr sz="950">
                <a:solidFill>
                  <a:srgbClr val="E8EEF1"/>
                </a:solidFill>
                <a:latin typeface="Courier New"/>
              </a:rPr>
              <a:t>tema</a:t>
            </a:r>
            <a:r>
              <a:rPr sz="950">
                <a:solidFill>
                  <a:srgbClr val="E8EEF1"/>
                </a:solidFill>
                <a:latin typeface="Courier New"/>
              </a:rPr>
              <a:t>: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7FCFF0"/>
                </a:solidFill>
                <a:latin typeface="Courier New"/>
              </a:rPr>
              <a:t>str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8EEF1"/>
                </a:solidFill>
                <a:latin typeface="Courier New"/>
              </a:rPr>
              <a:t>    </a:t>
            </a:r>
            <a:r>
              <a:rPr sz="950">
                <a:solidFill>
                  <a:srgbClr val="E8EEF1"/>
                </a:solidFill>
                <a:latin typeface="Courier New"/>
              </a:rPr>
              <a:t>punti</a:t>
            </a:r>
            <a:r>
              <a:rPr sz="950">
                <a:solidFill>
                  <a:srgbClr val="E8EEF1"/>
                </a:solidFill>
                <a:latin typeface="Courier New"/>
              </a:rPr>
              <a:t>: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Annotated</a:t>
            </a:r>
            <a:r>
              <a:rPr sz="950">
                <a:solidFill>
                  <a:srgbClr val="E8EEF1"/>
                </a:solidFill>
                <a:latin typeface="Courier New"/>
              </a:rPr>
              <a:t>[</a:t>
            </a:r>
            <a:r>
              <a:rPr sz="950">
                <a:solidFill>
                  <a:srgbClr val="7FCFF0"/>
                </a:solidFill>
                <a:latin typeface="Courier New"/>
              </a:rPr>
              <a:t>list</a:t>
            </a:r>
            <a:r>
              <a:rPr sz="950">
                <a:solidFill>
                  <a:srgbClr val="E8EEF1"/>
                </a:solidFill>
                <a:latin typeface="Courier New"/>
              </a:rPr>
              <a:t>[</a:t>
            </a:r>
            <a:r>
              <a:rPr sz="950">
                <a:solidFill>
                  <a:srgbClr val="7FCFF0"/>
                </a:solidFill>
                <a:latin typeface="Courier New"/>
              </a:rPr>
              <a:t>str</a:t>
            </a:r>
            <a:r>
              <a:rPr sz="950">
                <a:solidFill>
                  <a:srgbClr val="E8EEF1"/>
                </a:solidFill>
                <a:latin typeface="Courier New"/>
              </a:rPr>
              <a:t>]</a:t>
            </a:r>
            <a:r>
              <a:rPr sz="950">
                <a:solidFill>
                  <a:srgbClr val="E8EEF1"/>
                </a:solidFill>
                <a:latin typeface="Courier New"/>
              </a:rPr>
              <a:t>,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operator</a:t>
            </a:r>
            <a:r>
              <a:rPr sz="950">
                <a:solidFill>
                  <a:srgbClr val="E8EEF1"/>
                </a:solidFill>
                <a:latin typeface="Courier New"/>
              </a:rPr>
              <a:t>.</a:t>
            </a:r>
            <a:r>
              <a:rPr sz="950">
                <a:solidFill>
                  <a:srgbClr val="E8EEF1"/>
                </a:solidFill>
                <a:latin typeface="Courier New"/>
              </a:rPr>
              <a:t>add</a:t>
            </a:r>
            <a:r>
              <a:rPr sz="950">
                <a:solidFill>
                  <a:srgbClr val="E8EEF1"/>
                </a:solidFill>
                <a:latin typeface="Courier New"/>
              </a:rPr>
              <a:t>]</a:t>
            </a:r>
            <a:r>
              <a:rPr sz="950">
                <a:solidFill>
                  <a:srgbClr val="E8EEF1"/>
                </a:solidFill>
                <a:latin typeface="Courier New"/>
              </a:rPr>
              <a:t>   </a:t>
            </a:r>
            <a:r>
              <a:rPr sz="950">
                <a:solidFill>
                  <a:srgbClr val="8AA4B0"/>
                </a:solidFill>
                <a:latin typeface="Courier New"/>
              </a:rPr>
              <a:t># i rami paralleli ACCODANO qui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8EEF1"/>
                </a:solidFill>
                <a:latin typeface="Courier New"/>
              </a:rPr>
              <a:t>    </a:t>
            </a:r>
            <a:r>
              <a:rPr sz="950">
                <a:solidFill>
                  <a:srgbClr val="E8EEF1"/>
                </a:solidFill>
                <a:latin typeface="Courier New"/>
              </a:rPr>
              <a:t>sintesi</a:t>
            </a:r>
            <a:r>
              <a:rPr sz="950">
                <a:solidFill>
                  <a:srgbClr val="E8EEF1"/>
                </a:solidFill>
                <a:latin typeface="Courier New"/>
              </a:rPr>
              <a:t>: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7FCFF0"/>
                </a:solidFill>
                <a:latin typeface="Courier New"/>
              </a:rPr>
              <a:t>str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28C4F"/>
                </a:solidFill>
                <a:latin typeface="Courier New"/>
              </a:rPr>
              <a:t>def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7FCFF0"/>
                </a:solidFill>
                <a:latin typeface="Courier New"/>
              </a:rPr>
              <a:t>pro</a:t>
            </a:r>
            <a:r>
              <a:rPr sz="950">
                <a:solidFill>
                  <a:srgbClr val="E8EEF1"/>
                </a:solidFill>
                <a:latin typeface="Courier New"/>
              </a:rPr>
              <a:t>(</a:t>
            </a:r>
            <a:r>
              <a:rPr sz="950">
                <a:solidFill>
                  <a:srgbClr val="E8EEF1"/>
                </a:solidFill>
                <a:latin typeface="Courier New"/>
              </a:rPr>
              <a:t>state</a:t>
            </a:r>
            <a:r>
              <a:rPr sz="950">
                <a:solidFill>
                  <a:srgbClr val="E8EEF1"/>
                </a:solidFill>
                <a:latin typeface="Courier New"/>
              </a:rPr>
              <a:t>: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State</a:t>
            </a:r>
            <a:r>
              <a:rPr sz="950">
                <a:solidFill>
                  <a:srgbClr val="E8EEF1"/>
                </a:solidFill>
                <a:latin typeface="Courier New"/>
              </a:rPr>
              <a:t>)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-</a:t>
            </a:r>
            <a:r>
              <a:rPr sz="950">
                <a:solidFill>
                  <a:srgbClr val="E8EEF1"/>
                </a:solidFill>
                <a:latin typeface="Courier New"/>
              </a:rPr>
              <a:t>&gt;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7FCFF0"/>
                </a:solidFill>
                <a:latin typeface="Courier New"/>
              </a:rPr>
              <a:t>dict</a:t>
            </a:r>
            <a:r>
              <a:rPr sz="95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8EEF1"/>
                </a:solidFill>
                <a:latin typeface="Courier New"/>
              </a:rPr>
              <a:t>    </a:t>
            </a:r>
            <a:r>
              <a:rPr sz="950">
                <a:solidFill>
                  <a:srgbClr val="E8EEF1"/>
                </a:solidFill>
                <a:latin typeface="Courier New"/>
              </a:rPr>
              <a:t>r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=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llm</a:t>
            </a:r>
            <a:r>
              <a:rPr sz="950">
                <a:solidFill>
                  <a:srgbClr val="E8EEF1"/>
                </a:solidFill>
                <a:latin typeface="Courier New"/>
              </a:rPr>
              <a:t>.</a:t>
            </a:r>
            <a:r>
              <a:rPr sz="950">
                <a:solidFill>
                  <a:srgbClr val="E8EEF1"/>
                </a:solidFill>
                <a:latin typeface="Courier New"/>
              </a:rPr>
              <a:t>invoke</a:t>
            </a:r>
            <a:r>
              <a:rPr sz="950">
                <a:solidFill>
                  <a:srgbClr val="E8EEF1"/>
                </a:solidFill>
                <a:latin typeface="Courier New"/>
              </a:rPr>
              <a:t>(</a:t>
            </a:r>
            <a:r>
              <a:rPr sz="950">
                <a:solidFill>
                  <a:srgbClr val="B5D98B"/>
                </a:solidFill>
                <a:latin typeface="Courier New"/>
              </a:rPr>
              <a:t>f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B5D98B"/>
                </a:solidFill>
                <a:latin typeface="Courier New"/>
              </a:rPr>
              <a:t>Un vantaggio di </a:t>
            </a:r>
            <a:r>
              <a:rPr sz="950">
                <a:solidFill>
                  <a:srgbClr val="B5D98B"/>
                </a:solidFill>
                <a:latin typeface="Courier New"/>
              </a:rPr>
              <a:t>{</a:t>
            </a:r>
            <a:r>
              <a:rPr sz="950">
                <a:solidFill>
                  <a:srgbClr val="E8EEF1"/>
                </a:solidFill>
                <a:latin typeface="Courier New"/>
              </a:rPr>
              <a:t>state</a:t>
            </a:r>
            <a:r>
              <a:rPr sz="950">
                <a:solidFill>
                  <a:srgbClr val="E8EEF1"/>
                </a:solidFill>
                <a:latin typeface="Courier New"/>
              </a:rPr>
              <a:t>[</a:t>
            </a:r>
            <a:r>
              <a:rPr sz="950">
                <a:solidFill>
                  <a:srgbClr val="B5D98B"/>
                </a:solidFill>
                <a:latin typeface="Courier New"/>
              </a:rPr>
              <a:t>'</a:t>
            </a:r>
            <a:r>
              <a:rPr sz="950">
                <a:solidFill>
                  <a:srgbClr val="B5D98B"/>
                </a:solidFill>
                <a:latin typeface="Courier New"/>
              </a:rPr>
              <a:t>tema</a:t>
            </a:r>
            <a:r>
              <a:rPr sz="950">
                <a:solidFill>
                  <a:srgbClr val="B5D98B"/>
                </a:solidFill>
                <a:latin typeface="Courier New"/>
              </a:rPr>
              <a:t>'</a:t>
            </a:r>
            <a:r>
              <a:rPr sz="950">
                <a:solidFill>
                  <a:srgbClr val="E8EEF1"/>
                </a:solidFill>
                <a:latin typeface="Courier New"/>
              </a:rPr>
              <a:t>]</a:t>
            </a:r>
            <a:r>
              <a:rPr sz="950">
                <a:solidFill>
                  <a:srgbClr val="B5D98B"/>
                </a:solidFill>
                <a:latin typeface="Courier New"/>
              </a:rPr>
              <a:t>}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8EEF1"/>
                </a:solidFill>
                <a:latin typeface="Courier New"/>
              </a:rPr>
              <a:t>    </a:t>
            </a:r>
            <a:r>
              <a:rPr sz="950" b="1">
                <a:solidFill>
                  <a:srgbClr val="F28C4F"/>
                </a:solidFill>
                <a:latin typeface="Courier New"/>
              </a:rPr>
              <a:t>return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{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B5D98B"/>
                </a:solidFill>
                <a:latin typeface="Courier New"/>
              </a:rPr>
              <a:t>punti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E8EEF1"/>
                </a:solidFill>
                <a:latin typeface="Courier New"/>
              </a:rPr>
              <a:t>: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[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B5D98B"/>
                </a:solidFill>
                <a:latin typeface="Courier New"/>
              </a:rPr>
              <a:t>PRO: 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+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r</a:t>
            </a:r>
            <a:r>
              <a:rPr sz="950">
                <a:solidFill>
                  <a:srgbClr val="E8EEF1"/>
                </a:solidFill>
                <a:latin typeface="Courier New"/>
              </a:rPr>
              <a:t>.</a:t>
            </a:r>
            <a:r>
              <a:rPr sz="950">
                <a:solidFill>
                  <a:srgbClr val="E8EEF1"/>
                </a:solidFill>
                <a:latin typeface="Courier New"/>
              </a:rPr>
              <a:t>content</a:t>
            </a:r>
            <a:r>
              <a:rPr sz="950">
                <a:solidFill>
                  <a:srgbClr val="E8EEF1"/>
                </a:solidFill>
                <a:latin typeface="Courier New"/>
              </a:rPr>
              <a:t>]</a:t>
            </a:r>
            <a:r>
              <a:rPr sz="950">
                <a:solidFill>
                  <a:srgbClr val="E8EEF1"/>
                </a:solidFill>
                <a:latin typeface="Courier New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28C4F"/>
                </a:solidFill>
                <a:latin typeface="Courier New"/>
              </a:rPr>
              <a:t>def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7FCFF0"/>
                </a:solidFill>
                <a:latin typeface="Courier New"/>
              </a:rPr>
              <a:t>contro</a:t>
            </a:r>
            <a:r>
              <a:rPr sz="950">
                <a:solidFill>
                  <a:srgbClr val="E8EEF1"/>
                </a:solidFill>
                <a:latin typeface="Courier New"/>
              </a:rPr>
              <a:t>(</a:t>
            </a:r>
            <a:r>
              <a:rPr sz="950">
                <a:solidFill>
                  <a:srgbClr val="E8EEF1"/>
                </a:solidFill>
                <a:latin typeface="Courier New"/>
              </a:rPr>
              <a:t>state</a:t>
            </a:r>
            <a:r>
              <a:rPr sz="950">
                <a:solidFill>
                  <a:srgbClr val="E8EEF1"/>
                </a:solidFill>
                <a:latin typeface="Courier New"/>
              </a:rPr>
              <a:t>: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State</a:t>
            </a:r>
            <a:r>
              <a:rPr sz="950">
                <a:solidFill>
                  <a:srgbClr val="E8EEF1"/>
                </a:solidFill>
                <a:latin typeface="Courier New"/>
              </a:rPr>
              <a:t>)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-</a:t>
            </a:r>
            <a:r>
              <a:rPr sz="950">
                <a:solidFill>
                  <a:srgbClr val="E8EEF1"/>
                </a:solidFill>
                <a:latin typeface="Courier New"/>
              </a:rPr>
              <a:t>&gt;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7FCFF0"/>
                </a:solidFill>
                <a:latin typeface="Courier New"/>
              </a:rPr>
              <a:t>dict</a:t>
            </a:r>
            <a:r>
              <a:rPr sz="95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8EEF1"/>
                </a:solidFill>
                <a:latin typeface="Courier New"/>
              </a:rPr>
              <a:t>    </a:t>
            </a:r>
            <a:r>
              <a:rPr sz="950">
                <a:solidFill>
                  <a:srgbClr val="E8EEF1"/>
                </a:solidFill>
                <a:latin typeface="Courier New"/>
              </a:rPr>
              <a:t>r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=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llm</a:t>
            </a:r>
            <a:r>
              <a:rPr sz="950">
                <a:solidFill>
                  <a:srgbClr val="E8EEF1"/>
                </a:solidFill>
                <a:latin typeface="Courier New"/>
              </a:rPr>
              <a:t>.</a:t>
            </a:r>
            <a:r>
              <a:rPr sz="950">
                <a:solidFill>
                  <a:srgbClr val="E8EEF1"/>
                </a:solidFill>
                <a:latin typeface="Courier New"/>
              </a:rPr>
              <a:t>invoke</a:t>
            </a:r>
            <a:r>
              <a:rPr sz="950">
                <a:solidFill>
                  <a:srgbClr val="E8EEF1"/>
                </a:solidFill>
                <a:latin typeface="Courier New"/>
              </a:rPr>
              <a:t>(</a:t>
            </a:r>
            <a:r>
              <a:rPr sz="950">
                <a:solidFill>
                  <a:srgbClr val="B5D98B"/>
                </a:solidFill>
                <a:latin typeface="Courier New"/>
              </a:rPr>
              <a:t>f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B5D98B"/>
                </a:solidFill>
                <a:latin typeface="Courier New"/>
              </a:rPr>
              <a:t>Uno svantaggio di </a:t>
            </a:r>
            <a:r>
              <a:rPr sz="950">
                <a:solidFill>
                  <a:srgbClr val="B5D98B"/>
                </a:solidFill>
                <a:latin typeface="Courier New"/>
              </a:rPr>
              <a:t>{</a:t>
            </a:r>
            <a:r>
              <a:rPr sz="950">
                <a:solidFill>
                  <a:srgbClr val="E8EEF1"/>
                </a:solidFill>
                <a:latin typeface="Courier New"/>
              </a:rPr>
              <a:t>state</a:t>
            </a:r>
            <a:r>
              <a:rPr sz="950">
                <a:solidFill>
                  <a:srgbClr val="E8EEF1"/>
                </a:solidFill>
                <a:latin typeface="Courier New"/>
              </a:rPr>
              <a:t>[</a:t>
            </a:r>
            <a:r>
              <a:rPr sz="950">
                <a:solidFill>
                  <a:srgbClr val="B5D98B"/>
                </a:solidFill>
                <a:latin typeface="Courier New"/>
              </a:rPr>
              <a:t>'</a:t>
            </a:r>
            <a:r>
              <a:rPr sz="950">
                <a:solidFill>
                  <a:srgbClr val="B5D98B"/>
                </a:solidFill>
                <a:latin typeface="Courier New"/>
              </a:rPr>
              <a:t>tema</a:t>
            </a:r>
            <a:r>
              <a:rPr sz="950">
                <a:solidFill>
                  <a:srgbClr val="B5D98B"/>
                </a:solidFill>
                <a:latin typeface="Courier New"/>
              </a:rPr>
              <a:t>'</a:t>
            </a:r>
            <a:r>
              <a:rPr sz="950">
                <a:solidFill>
                  <a:srgbClr val="E8EEF1"/>
                </a:solidFill>
                <a:latin typeface="Courier New"/>
              </a:rPr>
              <a:t>]</a:t>
            </a:r>
            <a:r>
              <a:rPr sz="950">
                <a:solidFill>
                  <a:srgbClr val="B5D98B"/>
                </a:solidFill>
                <a:latin typeface="Courier New"/>
              </a:rPr>
              <a:t>}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8EEF1"/>
                </a:solidFill>
                <a:latin typeface="Courier New"/>
              </a:rPr>
              <a:t>    </a:t>
            </a:r>
            <a:r>
              <a:rPr sz="950" b="1">
                <a:solidFill>
                  <a:srgbClr val="F28C4F"/>
                </a:solidFill>
                <a:latin typeface="Courier New"/>
              </a:rPr>
              <a:t>return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{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B5D98B"/>
                </a:solidFill>
                <a:latin typeface="Courier New"/>
              </a:rPr>
              <a:t>punti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E8EEF1"/>
                </a:solidFill>
                <a:latin typeface="Courier New"/>
              </a:rPr>
              <a:t>: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[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B5D98B"/>
                </a:solidFill>
                <a:latin typeface="Courier New"/>
              </a:rPr>
              <a:t>CONTRO: 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+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r</a:t>
            </a:r>
            <a:r>
              <a:rPr sz="950">
                <a:solidFill>
                  <a:srgbClr val="E8EEF1"/>
                </a:solidFill>
                <a:latin typeface="Courier New"/>
              </a:rPr>
              <a:t>.</a:t>
            </a:r>
            <a:r>
              <a:rPr sz="950">
                <a:solidFill>
                  <a:srgbClr val="E8EEF1"/>
                </a:solidFill>
                <a:latin typeface="Courier New"/>
              </a:rPr>
              <a:t>content</a:t>
            </a:r>
            <a:r>
              <a:rPr sz="950">
                <a:solidFill>
                  <a:srgbClr val="E8EEF1"/>
                </a:solidFill>
                <a:latin typeface="Courier New"/>
              </a:rPr>
              <a:t>]</a:t>
            </a:r>
            <a:r>
              <a:rPr sz="950">
                <a:solidFill>
                  <a:srgbClr val="E8EEF1"/>
                </a:solidFill>
                <a:latin typeface="Courier New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28C4F"/>
                </a:solidFill>
                <a:latin typeface="Courier New"/>
              </a:rPr>
              <a:t>def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7FCFF0"/>
                </a:solidFill>
                <a:latin typeface="Courier New"/>
              </a:rPr>
              <a:t>curiosita</a:t>
            </a:r>
            <a:r>
              <a:rPr sz="950">
                <a:solidFill>
                  <a:srgbClr val="E8EEF1"/>
                </a:solidFill>
                <a:latin typeface="Courier New"/>
              </a:rPr>
              <a:t>(</a:t>
            </a:r>
            <a:r>
              <a:rPr sz="950">
                <a:solidFill>
                  <a:srgbClr val="E8EEF1"/>
                </a:solidFill>
                <a:latin typeface="Courier New"/>
              </a:rPr>
              <a:t>state</a:t>
            </a:r>
            <a:r>
              <a:rPr sz="950">
                <a:solidFill>
                  <a:srgbClr val="E8EEF1"/>
                </a:solidFill>
                <a:latin typeface="Courier New"/>
              </a:rPr>
              <a:t>: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State</a:t>
            </a:r>
            <a:r>
              <a:rPr sz="950">
                <a:solidFill>
                  <a:srgbClr val="E8EEF1"/>
                </a:solidFill>
                <a:latin typeface="Courier New"/>
              </a:rPr>
              <a:t>)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-</a:t>
            </a:r>
            <a:r>
              <a:rPr sz="950">
                <a:solidFill>
                  <a:srgbClr val="E8EEF1"/>
                </a:solidFill>
                <a:latin typeface="Courier New"/>
              </a:rPr>
              <a:t>&gt;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7FCFF0"/>
                </a:solidFill>
                <a:latin typeface="Courier New"/>
              </a:rPr>
              <a:t>dict</a:t>
            </a:r>
            <a:r>
              <a:rPr sz="95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8EEF1"/>
                </a:solidFill>
                <a:latin typeface="Courier New"/>
              </a:rPr>
              <a:t>    </a:t>
            </a:r>
            <a:r>
              <a:rPr sz="950">
                <a:solidFill>
                  <a:srgbClr val="E8EEF1"/>
                </a:solidFill>
                <a:latin typeface="Courier New"/>
              </a:rPr>
              <a:t>r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=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llm</a:t>
            </a:r>
            <a:r>
              <a:rPr sz="950">
                <a:solidFill>
                  <a:srgbClr val="E8EEF1"/>
                </a:solidFill>
                <a:latin typeface="Courier New"/>
              </a:rPr>
              <a:t>.</a:t>
            </a:r>
            <a:r>
              <a:rPr sz="950">
                <a:solidFill>
                  <a:srgbClr val="E8EEF1"/>
                </a:solidFill>
                <a:latin typeface="Courier New"/>
              </a:rPr>
              <a:t>invoke</a:t>
            </a:r>
            <a:r>
              <a:rPr sz="950">
                <a:solidFill>
                  <a:srgbClr val="E8EEF1"/>
                </a:solidFill>
                <a:latin typeface="Courier New"/>
              </a:rPr>
              <a:t>(</a:t>
            </a:r>
            <a:r>
              <a:rPr sz="950">
                <a:solidFill>
                  <a:srgbClr val="B5D98B"/>
                </a:solidFill>
                <a:latin typeface="Courier New"/>
              </a:rPr>
              <a:t>f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B5D98B"/>
                </a:solidFill>
                <a:latin typeface="Courier New"/>
              </a:rPr>
              <a:t>Una curiosità su </a:t>
            </a:r>
            <a:r>
              <a:rPr sz="950">
                <a:solidFill>
                  <a:srgbClr val="B5D98B"/>
                </a:solidFill>
                <a:latin typeface="Courier New"/>
              </a:rPr>
              <a:t>{</a:t>
            </a:r>
            <a:r>
              <a:rPr sz="950">
                <a:solidFill>
                  <a:srgbClr val="E8EEF1"/>
                </a:solidFill>
                <a:latin typeface="Courier New"/>
              </a:rPr>
              <a:t>state</a:t>
            </a:r>
            <a:r>
              <a:rPr sz="950">
                <a:solidFill>
                  <a:srgbClr val="E8EEF1"/>
                </a:solidFill>
                <a:latin typeface="Courier New"/>
              </a:rPr>
              <a:t>[</a:t>
            </a:r>
            <a:r>
              <a:rPr sz="950">
                <a:solidFill>
                  <a:srgbClr val="B5D98B"/>
                </a:solidFill>
                <a:latin typeface="Courier New"/>
              </a:rPr>
              <a:t>'</a:t>
            </a:r>
            <a:r>
              <a:rPr sz="950">
                <a:solidFill>
                  <a:srgbClr val="B5D98B"/>
                </a:solidFill>
                <a:latin typeface="Courier New"/>
              </a:rPr>
              <a:t>tema</a:t>
            </a:r>
            <a:r>
              <a:rPr sz="950">
                <a:solidFill>
                  <a:srgbClr val="B5D98B"/>
                </a:solidFill>
                <a:latin typeface="Courier New"/>
              </a:rPr>
              <a:t>'</a:t>
            </a:r>
            <a:r>
              <a:rPr sz="950">
                <a:solidFill>
                  <a:srgbClr val="E8EEF1"/>
                </a:solidFill>
                <a:latin typeface="Courier New"/>
              </a:rPr>
              <a:t>]</a:t>
            </a:r>
            <a:r>
              <a:rPr sz="950">
                <a:solidFill>
                  <a:srgbClr val="B5D98B"/>
                </a:solidFill>
                <a:latin typeface="Courier New"/>
              </a:rPr>
              <a:t>}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8EEF1"/>
                </a:solidFill>
                <a:latin typeface="Courier New"/>
              </a:rPr>
              <a:t>    </a:t>
            </a:r>
            <a:r>
              <a:rPr sz="950" b="1">
                <a:solidFill>
                  <a:srgbClr val="F28C4F"/>
                </a:solidFill>
                <a:latin typeface="Courier New"/>
              </a:rPr>
              <a:t>return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{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B5D98B"/>
                </a:solidFill>
                <a:latin typeface="Courier New"/>
              </a:rPr>
              <a:t>punti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E8EEF1"/>
                </a:solidFill>
                <a:latin typeface="Courier New"/>
              </a:rPr>
              <a:t>: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[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B5D98B"/>
                </a:solidFill>
                <a:latin typeface="Courier New"/>
              </a:rPr>
              <a:t>CURIOSITÀ: 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+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r</a:t>
            </a:r>
            <a:r>
              <a:rPr sz="950">
                <a:solidFill>
                  <a:srgbClr val="E8EEF1"/>
                </a:solidFill>
                <a:latin typeface="Courier New"/>
              </a:rPr>
              <a:t>.</a:t>
            </a:r>
            <a:r>
              <a:rPr sz="950">
                <a:solidFill>
                  <a:srgbClr val="E8EEF1"/>
                </a:solidFill>
                <a:latin typeface="Courier New"/>
              </a:rPr>
              <a:t>content</a:t>
            </a:r>
            <a:r>
              <a:rPr sz="950">
                <a:solidFill>
                  <a:srgbClr val="E8EEF1"/>
                </a:solidFill>
                <a:latin typeface="Courier New"/>
              </a:rPr>
              <a:t>]</a:t>
            </a:r>
            <a:r>
              <a:rPr sz="950">
                <a:solidFill>
                  <a:srgbClr val="E8EEF1"/>
                </a:solidFill>
                <a:latin typeface="Courier New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28C4F"/>
                </a:solidFill>
                <a:latin typeface="Courier New"/>
              </a:rPr>
              <a:t>def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7FCFF0"/>
                </a:solidFill>
                <a:latin typeface="Courier New"/>
              </a:rPr>
              <a:t>sintetizza</a:t>
            </a:r>
            <a:r>
              <a:rPr sz="950">
                <a:solidFill>
                  <a:srgbClr val="E8EEF1"/>
                </a:solidFill>
                <a:latin typeface="Courier New"/>
              </a:rPr>
              <a:t>(</a:t>
            </a:r>
            <a:r>
              <a:rPr sz="950">
                <a:solidFill>
                  <a:srgbClr val="E8EEF1"/>
                </a:solidFill>
                <a:latin typeface="Courier New"/>
              </a:rPr>
              <a:t>state</a:t>
            </a:r>
            <a:r>
              <a:rPr sz="950">
                <a:solidFill>
                  <a:srgbClr val="E8EEF1"/>
                </a:solidFill>
                <a:latin typeface="Courier New"/>
              </a:rPr>
              <a:t>: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State</a:t>
            </a:r>
            <a:r>
              <a:rPr sz="950">
                <a:solidFill>
                  <a:srgbClr val="E8EEF1"/>
                </a:solidFill>
                <a:latin typeface="Courier New"/>
              </a:rPr>
              <a:t>)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-</a:t>
            </a:r>
            <a:r>
              <a:rPr sz="950">
                <a:solidFill>
                  <a:srgbClr val="E8EEF1"/>
                </a:solidFill>
                <a:latin typeface="Courier New"/>
              </a:rPr>
              <a:t>&gt;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7FCFF0"/>
                </a:solidFill>
                <a:latin typeface="Courier New"/>
              </a:rPr>
              <a:t>dict</a:t>
            </a:r>
            <a:r>
              <a:rPr sz="95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8EEF1"/>
                </a:solidFill>
                <a:latin typeface="Courier New"/>
              </a:rPr>
              <a:t>    </a:t>
            </a:r>
            <a:r>
              <a:rPr sz="950">
                <a:solidFill>
                  <a:srgbClr val="E8EEF1"/>
                </a:solidFill>
                <a:latin typeface="Courier New"/>
              </a:rPr>
              <a:t>r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=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llm</a:t>
            </a:r>
            <a:r>
              <a:rPr sz="950">
                <a:solidFill>
                  <a:srgbClr val="E8EEF1"/>
                </a:solidFill>
                <a:latin typeface="Courier New"/>
              </a:rPr>
              <a:t>.</a:t>
            </a:r>
            <a:r>
              <a:rPr sz="950">
                <a:solidFill>
                  <a:srgbClr val="E8EEF1"/>
                </a:solidFill>
                <a:latin typeface="Courier New"/>
              </a:rPr>
              <a:t>invoke</a:t>
            </a:r>
            <a:r>
              <a:rPr sz="950">
                <a:solidFill>
                  <a:srgbClr val="E8EEF1"/>
                </a:solidFill>
                <a:latin typeface="Courier New"/>
              </a:rPr>
              <a:t>(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B5D98B"/>
                </a:solidFill>
                <a:latin typeface="Courier New"/>
              </a:rPr>
              <a:t>Riassumi in 3 righe:</a:t>
            </a:r>
            <a:r>
              <a:rPr sz="950">
                <a:solidFill>
                  <a:srgbClr val="B5D98B"/>
                </a:solidFill>
                <a:latin typeface="Courier New"/>
              </a:rPr>
              <a:t>\n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+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B5D98B"/>
                </a:solidFill>
                <a:latin typeface="Courier New"/>
              </a:rPr>
              <a:t>\n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E8EEF1"/>
                </a:solidFill>
                <a:latin typeface="Courier New"/>
              </a:rPr>
              <a:t>.</a:t>
            </a:r>
            <a:r>
              <a:rPr sz="950">
                <a:solidFill>
                  <a:srgbClr val="E8EEF1"/>
                </a:solidFill>
                <a:latin typeface="Courier New"/>
              </a:rPr>
              <a:t>join</a:t>
            </a:r>
            <a:r>
              <a:rPr sz="950">
                <a:solidFill>
                  <a:srgbClr val="E8EEF1"/>
                </a:solidFill>
                <a:latin typeface="Courier New"/>
              </a:rPr>
              <a:t>(</a:t>
            </a:r>
            <a:r>
              <a:rPr sz="950">
                <a:solidFill>
                  <a:srgbClr val="E8EEF1"/>
                </a:solidFill>
                <a:latin typeface="Courier New"/>
              </a:rPr>
              <a:t>state</a:t>
            </a:r>
            <a:r>
              <a:rPr sz="950">
                <a:solidFill>
                  <a:srgbClr val="E8EEF1"/>
                </a:solidFill>
                <a:latin typeface="Courier New"/>
              </a:rPr>
              <a:t>[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B5D98B"/>
                </a:solidFill>
                <a:latin typeface="Courier New"/>
              </a:rPr>
              <a:t>punti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E8EEF1"/>
                </a:solidFill>
                <a:latin typeface="Courier New"/>
              </a:rPr>
              <a:t>]</a:t>
            </a:r>
            <a:r>
              <a:rPr sz="950">
                <a:solidFill>
                  <a:srgbClr val="E8EEF1"/>
                </a:solidFill>
                <a:latin typeface="Courier New"/>
              </a:rPr>
              <a:t>)</a:t>
            </a:r>
            <a:r>
              <a:rPr sz="95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8EEF1"/>
                </a:solidFill>
                <a:latin typeface="Courier New"/>
              </a:rPr>
              <a:t>    </a:t>
            </a:r>
            <a:r>
              <a:rPr sz="950" b="1">
                <a:solidFill>
                  <a:srgbClr val="F28C4F"/>
                </a:solidFill>
                <a:latin typeface="Courier New"/>
              </a:rPr>
              <a:t>return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{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B5D98B"/>
                </a:solidFill>
                <a:latin typeface="Courier New"/>
              </a:rPr>
              <a:t>sintesi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E8EEF1"/>
                </a:solidFill>
                <a:latin typeface="Courier New"/>
              </a:rPr>
              <a:t>: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r</a:t>
            </a:r>
            <a:r>
              <a:rPr sz="950">
                <a:solidFill>
                  <a:srgbClr val="E8EEF1"/>
                </a:solidFill>
                <a:latin typeface="Courier New"/>
              </a:rPr>
              <a:t>.</a:t>
            </a:r>
            <a:r>
              <a:rPr sz="950">
                <a:solidFill>
                  <a:srgbClr val="E8EEF1"/>
                </a:solidFill>
                <a:latin typeface="Courier New"/>
              </a:rPr>
              <a:t>content</a:t>
            </a:r>
            <a:r>
              <a:rPr sz="950">
                <a:solidFill>
                  <a:srgbClr val="E8EEF1"/>
                </a:solidFill>
                <a:latin typeface="Courier New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8EEF1"/>
                </a:solidFill>
                <a:latin typeface="Courier New"/>
              </a:rPr>
              <a:t>builder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=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StateGraph</a:t>
            </a:r>
            <a:r>
              <a:rPr sz="950">
                <a:solidFill>
                  <a:srgbClr val="E8EEF1"/>
                </a:solidFill>
                <a:latin typeface="Courier New"/>
              </a:rPr>
              <a:t>(</a:t>
            </a:r>
            <a:r>
              <a:rPr sz="950">
                <a:solidFill>
                  <a:srgbClr val="E8EEF1"/>
                </a:solidFill>
                <a:latin typeface="Courier New"/>
              </a:rPr>
              <a:t>State</a:t>
            </a:r>
            <a:r>
              <a:rPr sz="95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28C4F"/>
                </a:solidFill>
                <a:latin typeface="Courier New"/>
              </a:rPr>
              <a:t>for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nome</a:t>
            </a:r>
            <a:r>
              <a:rPr sz="950">
                <a:solidFill>
                  <a:srgbClr val="E8EEF1"/>
                </a:solidFill>
                <a:latin typeface="Courier New"/>
              </a:rPr>
              <a:t>,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fn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F28C4F"/>
                </a:solidFill>
                <a:latin typeface="Courier New"/>
              </a:rPr>
              <a:t>in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[</a:t>
            </a:r>
            <a:r>
              <a:rPr sz="950">
                <a:solidFill>
                  <a:srgbClr val="E8EEF1"/>
                </a:solidFill>
                <a:latin typeface="Courier New"/>
              </a:rPr>
              <a:t>(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B5D98B"/>
                </a:solidFill>
                <a:latin typeface="Courier New"/>
              </a:rPr>
              <a:t>pro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E8EEF1"/>
                </a:solidFill>
                <a:latin typeface="Courier New"/>
              </a:rPr>
              <a:t>,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pro</a:t>
            </a:r>
            <a:r>
              <a:rPr sz="950">
                <a:solidFill>
                  <a:srgbClr val="E8EEF1"/>
                </a:solidFill>
                <a:latin typeface="Courier New"/>
              </a:rPr>
              <a:t>)</a:t>
            </a:r>
            <a:r>
              <a:rPr sz="950">
                <a:solidFill>
                  <a:srgbClr val="E8EEF1"/>
                </a:solidFill>
                <a:latin typeface="Courier New"/>
              </a:rPr>
              <a:t>,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(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B5D98B"/>
                </a:solidFill>
                <a:latin typeface="Courier New"/>
              </a:rPr>
              <a:t>contro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E8EEF1"/>
                </a:solidFill>
                <a:latin typeface="Courier New"/>
              </a:rPr>
              <a:t>,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contro</a:t>
            </a:r>
            <a:r>
              <a:rPr sz="950">
                <a:solidFill>
                  <a:srgbClr val="E8EEF1"/>
                </a:solidFill>
                <a:latin typeface="Courier New"/>
              </a:rPr>
              <a:t>)</a:t>
            </a:r>
            <a:r>
              <a:rPr sz="950">
                <a:solidFill>
                  <a:srgbClr val="E8EEF1"/>
                </a:solidFill>
                <a:latin typeface="Courier New"/>
              </a:rPr>
              <a:t>,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(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B5D98B"/>
                </a:solidFill>
                <a:latin typeface="Courier New"/>
              </a:rPr>
              <a:t>curiosita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E8EEF1"/>
                </a:solidFill>
                <a:latin typeface="Courier New"/>
              </a:rPr>
              <a:t>,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curiosita</a:t>
            </a:r>
            <a:r>
              <a:rPr sz="950">
                <a:solidFill>
                  <a:srgbClr val="E8EEF1"/>
                </a:solidFill>
                <a:latin typeface="Courier New"/>
              </a:rPr>
              <a:t>)</a:t>
            </a:r>
            <a:r>
              <a:rPr sz="950">
                <a:solidFill>
                  <a:srgbClr val="E8EEF1"/>
                </a:solidFill>
                <a:latin typeface="Courier New"/>
              </a:rPr>
              <a:t>]</a:t>
            </a:r>
            <a:r>
              <a:rPr sz="95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8EEF1"/>
                </a:solidFill>
                <a:latin typeface="Courier New"/>
              </a:rPr>
              <a:t>    </a:t>
            </a:r>
            <a:r>
              <a:rPr sz="950">
                <a:solidFill>
                  <a:srgbClr val="E8EEF1"/>
                </a:solidFill>
                <a:latin typeface="Courier New"/>
              </a:rPr>
              <a:t>builder</a:t>
            </a:r>
            <a:r>
              <a:rPr sz="950">
                <a:solidFill>
                  <a:srgbClr val="E8EEF1"/>
                </a:solidFill>
                <a:latin typeface="Courier New"/>
              </a:rPr>
              <a:t>.</a:t>
            </a:r>
            <a:r>
              <a:rPr sz="950">
                <a:solidFill>
                  <a:srgbClr val="E8EEF1"/>
                </a:solidFill>
                <a:latin typeface="Courier New"/>
              </a:rPr>
              <a:t>add_node</a:t>
            </a:r>
            <a:r>
              <a:rPr sz="950">
                <a:solidFill>
                  <a:srgbClr val="E8EEF1"/>
                </a:solidFill>
                <a:latin typeface="Courier New"/>
              </a:rPr>
              <a:t>(</a:t>
            </a:r>
            <a:r>
              <a:rPr sz="950">
                <a:solidFill>
                  <a:srgbClr val="E8EEF1"/>
                </a:solidFill>
                <a:latin typeface="Courier New"/>
              </a:rPr>
              <a:t>nome</a:t>
            </a:r>
            <a:r>
              <a:rPr sz="950">
                <a:solidFill>
                  <a:srgbClr val="E8EEF1"/>
                </a:solidFill>
                <a:latin typeface="Courier New"/>
              </a:rPr>
              <a:t>,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fn</a:t>
            </a:r>
            <a:r>
              <a:rPr sz="95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8EEF1"/>
                </a:solidFill>
                <a:latin typeface="Courier New"/>
              </a:rPr>
              <a:t>    </a:t>
            </a:r>
            <a:r>
              <a:rPr sz="950">
                <a:solidFill>
                  <a:srgbClr val="E8EEF1"/>
                </a:solidFill>
                <a:latin typeface="Courier New"/>
              </a:rPr>
              <a:t>builder</a:t>
            </a:r>
            <a:r>
              <a:rPr sz="950">
                <a:solidFill>
                  <a:srgbClr val="E8EEF1"/>
                </a:solidFill>
                <a:latin typeface="Courier New"/>
              </a:rPr>
              <a:t>.</a:t>
            </a:r>
            <a:r>
              <a:rPr sz="950">
                <a:solidFill>
                  <a:srgbClr val="E8EEF1"/>
                </a:solidFill>
                <a:latin typeface="Courier New"/>
              </a:rPr>
              <a:t>add_edge</a:t>
            </a:r>
            <a:r>
              <a:rPr sz="950">
                <a:solidFill>
                  <a:srgbClr val="E8EEF1"/>
                </a:solidFill>
                <a:latin typeface="Courier New"/>
              </a:rPr>
              <a:t>(</a:t>
            </a:r>
            <a:r>
              <a:rPr sz="950">
                <a:solidFill>
                  <a:srgbClr val="E8EEF1"/>
                </a:solidFill>
                <a:latin typeface="Courier New"/>
              </a:rPr>
              <a:t>START</a:t>
            </a:r>
            <a:r>
              <a:rPr sz="950">
                <a:solidFill>
                  <a:srgbClr val="E8EEF1"/>
                </a:solidFill>
                <a:latin typeface="Courier New"/>
              </a:rPr>
              <a:t>,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nome</a:t>
            </a:r>
            <a:r>
              <a:rPr sz="950">
                <a:solidFill>
                  <a:srgbClr val="E8EEF1"/>
                </a:solidFill>
                <a:latin typeface="Courier New"/>
              </a:rPr>
              <a:t>)</a:t>
            </a:r>
            <a:r>
              <a:rPr sz="950">
                <a:solidFill>
                  <a:srgbClr val="E8EEF1"/>
                </a:solidFill>
                <a:latin typeface="Courier New"/>
              </a:rPr>
              <a:t>                       </a:t>
            </a:r>
            <a:r>
              <a:rPr sz="950">
                <a:solidFill>
                  <a:srgbClr val="8AA4B0"/>
                </a:solidFill>
                <a:latin typeface="Courier New"/>
              </a:rPr>
              <a:t># FAN-OUT: stesso super-step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8EEF1"/>
                </a:solidFill>
                <a:latin typeface="Courier New"/>
              </a:rPr>
              <a:t>builder</a:t>
            </a:r>
            <a:r>
              <a:rPr sz="950">
                <a:solidFill>
                  <a:srgbClr val="E8EEF1"/>
                </a:solidFill>
                <a:latin typeface="Courier New"/>
              </a:rPr>
              <a:t>.</a:t>
            </a:r>
            <a:r>
              <a:rPr sz="950">
                <a:solidFill>
                  <a:srgbClr val="E8EEF1"/>
                </a:solidFill>
                <a:latin typeface="Courier New"/>
              </a:rPr>
              <a:t>add_node</a:t>
            </a:r>
            <a:r>
              <a:rPr sz="950">
                <a:solidFill>
                  <a:srgbClr val="E8EEF1"/>
                </a:solidFill>
                <a:latin typeface="Courier New"/>
              </a:rPr>
              <a:t>(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B5D98B"/>
                </a:solidFill>
                <a:latin typeface="Courier New"/>
              </a:rPr>
              <a:t>sintesi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E8EEF1"/>
                </a:solidFill>
                <a:latin typeface="Courier New"/>
              </a:rPr>
              <a:t>,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sintetizza</a:t>
            </a:r>
            <a:r>
              <a:rPr sz="95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8EEF1"/>
                </a:solidFill>
                <a:latin typeface="Courier New"/>
              </a:rPr>
              <a:t>builder</a:t>
            </a:r>
            <a:r>
              <a:rPr sz="950">
                <a:solidFill>
                  <a:srgbClr val="E8EEF1"/>
                </a:solidFill>
                <a:latin typeface="Courier New"/>
              </a:rPr>
              <a:t>.</a:t>
            </a:r>
            <a:r>
              <a:rPr sz="950">
                <a:solidFill>
                  <a:srgbClr val="E8EEF1"/>
                </a:solidFill>
                <a:latin typeface="Courier New"/>
              </a:rPr>
              <a:t>add_edge</a:t>
            </a:r>
            <a:r>
              <a:rPr sz="950">
                <a:solidFill>
                  <a:srgbClr val="E8EEF1"/>
                </a:solidFill>
                <a:latin typeface="Courier New"/>
              </a:rPr>
              <a:t>(</a:t>
            </a:r>
            <a:r>
              <a:rPr sz="950">
                <a:solidFill>
                  <a:srgbClr val="E8EEF1"/>
                </a:solidFill>
                <a:latin typeface="Courier New"/>
              </a:rPr>
              <a:t>[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B5D98B"/>
                </a:solidFill>
                <a:latin typeface="Courier New"/>
              </a:rPr>
              <a:t>pro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E8EEF1"/>
                </a:solidFill>
                <a:latin typeface="Courier New"/>
              </a:rPr>
              <a:t>,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B5D98B"/>
                </a:solidFill>
                <a:latin typeface="Courier New"/>
              </a:rPr>
              <a:t>contro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E8EEF1"/>
                </a:solidFill>
                <a:latin typeface="Courier New"/>
              </a:rPr>
              <a:t>,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B5D98B"/>
                </a:solidFill>
                <a:latin typeface="Courier New"/>
              </a:rPr>
              <a:t>curiosita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E8EEF1"/>
                </a:solidFill>
                <a:latin typeface="Courier New"/>
              </a:rPr>
              <a:t>]</a:t>
            </a:r>
            <a:r>
              <a:rPr sz="950">
                <a:solidFill>
                  <a:srgbClr val="E8EEF1"/>
                </a:solidFill>
                <a:latin typeface="Courier New"/>
              </a:rPr>
              <a:t>,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B5D98B"/>
                </a:solidFill>
                <a:latin typeface="Courier New"/>
              </a:rPr>
              <a:t>sintesi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E8EEF1"/>
                </a:solidFill>
                <a:latin typeface="Courier New"/>
              </a:rPr>
              <a:t>)</a:t>
            </a:r>
            <a:r>
              <a:rPr sz="950">
                <a:solidFill>
                  <a:srgbClr val="E8EEF1"/>
                </a:solidFill>
                <a:latin typeface="Courier New"/>
              </a:rPr>
              <a:t>   </a:t>
            </a:r>
            <a:r>
              <a:rPr sz="950">
                <a:solidFill>
                  <a:srgbClr val="8AA4B0"/>
                </a:solidFill>
                <a:latin typeface="Courier New"/>
              </a:rPr>
              <a:t># FAN-IN: attende tutti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8EEF1"/>
                </a:solidFill>
                <a:latin typeface="Courier New"/>
              </a:rPr>
              <a:t>builder</a:t>
            </a:r>
            <a:r>
              <a:rPr sz="950">
                <a:solidFill>
                  <a:srgbClr val="E8EEF1"/>
                </a:solidFill>
                <a:latin typeface="Courier New"/>
              </a:rPr>
              <a:t>.</a:t>
            </a:r>
            <a:r>
              <a:rPr sz="950">
                <a:solidFill>
                  <a:srgbClr val="E8EEF1"/>
                </a:solidFill>
                <a:latin typeface="Courier New"/>
              </a:rPr>
              <a:t>add_edge</a:t>
            </a:r>
            <a:r>
              <a:rPr sz="950">
                <a:solidFill>
                  <a:srgbClr val="E8EEF1"/>
                </a:solidFill>
                <a:latin typeface="Courier New"/>
              </a:rPr>
              <a:t>(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B5D98B"/>
                </a:solidFill>
                <a:latin typeface="Courier New"/>
              </a:rPr>
              <a:t>sintesi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E8EEF1"/>
                </a:solidFill>
                <a:latin typeface="Courier New"/>
              </a:rPr>
              <a:t>,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END</a:t>
            </a:r>
            <a:r>
              <a:rPr sz="95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8EEF1"/>
                </a:solidFill>
                <a:latin typeface="Courier New"/>
              </a:rPr>
              <a:t>graph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=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builder</a:t>
            </a:r>
            <a:r>
              <a:rPr sz="950">
                <a:solidFill>
                  <a:srgbClr val="E8EEF1"/>
                </a:solidFill>
                <a:latin typeface="Courier New"/>
              </a:rPr>
              <a:t>.</a:t>
            </a:r>
            <a:r>
              <a:rPr sz="950">
                <a:solidFill>
                  <a:srgbClr val="E8EEF1"/>
                </a:solidFill>
                <a:latin typeface="Courier New"/>
              </a:rPr>
              <a:t>compile</a:t>
            </a:r>
            <a:r>
              <a:rPr sz="950">
                <a:solidFill>
                  <a:srgbClr val="E8EEF1"/>
                </a:solidFill>
                <a:latin typeface="Courier New"/>
              </a:rPr>
              <a:t>(</a:t>
            </a:r>
            <a:r>
              <a:rPr sz="950">
                <a:solidFill>
                  <a:srgbClr val="E8EEF1"/>
                </a:solidFill>
                <a:latin typeface="Courier New"/>
              </a:rPr>
              <a:t>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0" y="4864608"/>
            <a:ext cx="32918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b="0" sz="1000">
                <a:solidFill>
                  <a:srgbClr val="76777B"/>
                </a:solidFill>
                <a:latin typeface="Arial"/>
              </a:rPr>
              <a:t>Esempio: </a:t>
            </a:r>
            <a:r>
              <a:rPr b="1" sz="1000">
                <a:solidFill>
                  <a:srgbClr val="005A77"/>
                </a:solidFill>
                <a:latin typeface="Courier New"/>
              </a:rPr>
              <a:t>16_parallelo.py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1.23 EVALUATOR-OPTIMIZER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49</a:t>
            </a:fld>
          </a:p>
        </p:txBody>
      </p:sp>
      <p:sp>
        <p:nvSpPr>
          <p:cNvPr id="34" name="Rounded Rectangle 33"/>
          <p:cNvSpPr/>
          <p:nvPr/>
        </p:nvSpPr>
        <p:spPr>
          <a:xfrm>
            <a:off x="457200" y="1051560"/>
            <a:ext cx="8229600" cy="3711955"/>
          </a:xfrm>
          <a:prstGeom prst="roundRect">
            <a:avLst>
              <a:gd name="adj" fmla="val 4000"/>
            </a:avLst>
          </a:prstGeom>
          <a:solidFill>
            <a:srgbClr val="0B2B38"/>
          </a:solidFill>
          <a:ln>
            <a:noFill/>
          </a:ln>
        </p:spPr>
        <p:txBody>
          <a:bodyPr rtlCol="0" anchor="t" wrap="square" lIns="128016" rIns="128016" tIns="91440" bIns="54864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28C4F"/>
                </a:solidFill>
                <a:latin typeface="Courier New"/>
              </a:rPr>
              <a:t>class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7FCFF0"/>
                </a:solidFill>
                <a:latin typeface="Courier New"/>
              </a:rPr>
              <a:t>Valutazione</a:t>
            </a:r>
            <a:r>
              <a:rPr sz="1000">
                <a:solidFill>
                  <a:srgbClr val="E8EEF1"/>
                </a:solidFill>
                <a:latin typeface="Courier New"/>
              </a:rPr>
              <a:t>(</a:t>
            </a:r>
            <a:r>
              <a:rPr sz="1000">
                <a:solidFill>
                  <a:srgbClr val="E8EEF1"/>
                </a:solidFill>
                <a:latin typeface="Courier New"/>
              </a:rPr>
              <a:t>BaseModel</a:t>
            </a:r>
            <a:r>
              <a:rPr sz="1000">
                <a:solidFill>
                  <a:srgbClr val="E8EEF1"/>
                </a:solidFill>
                <a:latin typeface="Courier New"/>
              </a:rPr>
              <a:t>)</a:t>
            </a:r>
            <a:r>
              <a:rPr sz="100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E8EEF1"/>
                </a:solidFill>
                <a:latin typeface="Courier New"/>
              </a:rPr>
              <a:t>    </a:t>
            </a:r>
            <a:r>
              <a:rPr sz="1000">
                <a:solidFill>
                  <a:srgbClr val="E8EEF1"/>
                </a:solidFill>
                <a:latin typeface="Courier New"/>
              </a:rPr>
              <a:t>approvato</a:t>
            </a:r>
            <a:r>
              <a:rPr sz="1000">
                <a:solidFill>
                  <a:srgbClr val="E8EEF1"/>
                </a:solidFill>
                <a:latin typeface="Courier New"/>
              </a:rPr>
              <a:t>: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7FCFF0"/>
                </a:solidFill>
                <a:latin typeface="Courier New"/>
              </a:rPr>
              <a:t>bool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E8EEF1"/>
                </a:solidFill>
                <a:latin typeface="Courier New"/>
              </a:rPr>
              <a:t>    </a:t>
            </a:r>
            <a:r>
              <a:rPr sz="1000">
                <a:solidFill>
                  <a:srgbClr val="E8EEF1"/>
                </a:solidFill>
                <a:latin typeface="Courier New"/>
              </a:rPr>
              <a:t>feedback</a:t>
            </a:r>
            <a:r>
              <a:rPr sz="1000">
                <a:solidFill>
                  <a:srgbClr val="E8EEF1"/>
                </a:solidFill>
                <a:latin typeface="Courier New"/>
              </a:rPr>
              <a:t>: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7FCFF0"/>
                </a:solidFill>
                <a:latin typeface="Courier New"/>
              </a:rPr>
              <a:t>str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E8EEF1"/>
                </a:solidFill>
                <a:latin typeface="Courier New"/>
              </a:rPr>
              <a:t>valutatore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E8EEF1"/>
                </a:solidFill>
                <a:latin typeface="Courier New"/>
              </a:rPr>
              <a:t>=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E8EEF1"/>
                </a:solidFill>
                <a:latin typeface="Courier New"/>
              </a:rPr>
              <a:t>get_llm</a:t>
            </a:r>
            <a:r>
              <a:rPr sz="1000">
                <a:solidFill>
                  <a:srgbClr val="E8EEF1"/>
                </a:solidFill>
                <a:latin typeface="Courier New"/>
              </a:rPr>
              <a:t>(</a:t>
            </a:r>
            <a:r>
              <a:rPr sz="1000">
                <a:solidFill>
                  <a:srgbClr val="E8EEF1"/>
                </a:solidFill>
                <a:latin typeface="Courier New"/>
              </a:rPr>
              <a:t>)</a:t>
            </a:r>
            <a:r>
              <a:rPr sz="1000">
                <a:solidFill>
                  <a:srgbClr val="E8EEF1"/>
                </a:solidFill>
                <a:latin typeface="Courier New"/>
              </a:rPr>
              <a:t>.</a:t>
            </a:r>
            <a:r>
              <a:rPr sz="1000">
                <a:solidFill>
                  <a:srgbClr val="E8EEF1"/>
                </a:solidFill>
                <a:latin typeface="Courier New"/>
              </a:rPr>
              <a:t>with_structured_output</a:t>
            </a:r>
            <a:r>
              <a:rPr sz="1000">
                <a:solidFill>
                  <a:srgbClr val="E8EEF1"/>
                </a:solidFill>
                <a:latin typeface="Courier New"/>
              </a:rPr>
              <a:t>(</a:t>
            </a:r>
            <a:r>
              <a:rPr sz="1000">
                <a:solidFill>
                  <a:srgbClr val="E8EEF1"/>
                </a:solidFill>
                <a:latin typeface="Courier New"/>
              </a:rPr>
              <a:t>Valutazione</a:t>
            </a:r>
            <a:r>
              <a:rPr sz="10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28C4F"/>
                </a:solidFill>
                <a:latin typeface="Courier New"/>
              </a:rPr>
              <a:t>def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7FCFF0"/>
                </a:solidFill>
                <a:latin typeface="Courier New"/>
              </a:rPr>
              <a:t>genera</a:t>
            </a:r>
            <a:r>
              <a:rPr sz="1000">
                <a:solidFill>
                  <a:srgbClr val="E8EEF1"/>
                </a:solidFill>
                <a:latin typeface="Courier New"/>
              </a:rPr>
              <a:t>(</a:t>
            </a:r>
            <a:r>
              <a:rPr sz="1000">
                <a:solidFill>
                  <a:srgbClr val="E8EEF1"/>
                </a:solidFill>
                <a:latin typeface="Courier New"/>
              </a:rPr>
              <a:t>state</a:t>
            </a:r>
            <a:r>
              <a:rPr sz="1000">
                <a:solidFill>
                  <a:srgbClr val="E8EEF1"/>
                </a:solidFill>
                <a:latin typeface="Courier New"/>
              </a:rPr>
              <a:t>: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E8EEF1"/>
                </a:solidFill>
                <a:latin typeface="Courier New"/>
              </a:rPr>
              <a:t>State</a:t>
            </a:r>
            <a:r>
              <a:rPr sz="1000">
                <a:solidFill>
                  <a:srgbClr val="E8EEF1"/>
                </a:solidFill>
                <a:latin typeface="Courier New"/>
              </a:rPr>
              <a:t>)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E8EEF1"/>
                </a:solidFill>
                <a:latin typeface="Courier New"/>
              </a:rPr>
              <a:t>-</a:t>
            </a:r>
            <a:r>
              <a:rPr sz="1000">
                <a:solidFill>
                  <a:srgbClr val="E8EEF1"/>
                </a:solidFill>
                <a:latin typeface="Courier New"/>
              </a:rPr>
              <a:t>&gt;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7FCFF0"/>
                </a:solidFill>
                <a:latin typeface="Courier New"/>
              </a:rPr>
              <a:t>dict</a:t>
            </a:r>
            <a:r>
              <a:rPr sz="100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E8EEF1"/>
                </a:solidFill>
                <a:latin typeface="Courier New"/>
              </a:rPr>
              <a:t>    </a:t>
            </a:r>
            <a:r>
              <a:rPr sz="1000">
                <a:solidFill>
                  <a:srgbClr val="E8EEF1"/>
                </a:solidFill>
                <a:latin typeface="Courier New"/>
              </a:rPr>
              <a:t>prompt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E8EEF1"/>
                </a:solidFill>
                <a:latin typeface="Courier New"/>
              </a:rPr>
              <a:t>=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B5D98B"/>
                </a:solidFill>
                <a:latin typeface="Courier New"/>
              </a:rPr>
              <a:t>f</a:t>
            </a:r>
            <a:r>
              <a:rPr sz="1000">
                <a:solidFill>
                  <a:srgbClr val="B5D98B"/>
                </a:solidFill>
                <a:latin typeface="Courier New"/>
              </a:rPr>
              <a:t>"</a:t>
            </a:r>
            <a:r>
              <a:rPr sz="1000">
                <a:solidFill>
                  <a:srgbClr val="B5D98B"/>
                </a:solidFill>
                <a:latin typeface="Courier New"/>
              </a:rPr>
              <a:t>Scrivi uno slogan per </a:t>
            </a:r>
            <a:r>
              <a:rPr sz="1000">
                <a:solidFill>
                  <a:srgbClr val="B5D98B"/>
                </a:solidFill>
                <a:latin typeface="Courier New"/>
              </a:rPr>
              <a:t>{</a:t>
            </a:r>
            <a:r>
              <a:rPr sz="1000">
                <a:solidFill>
                  <a:srgbClr val="E8EEF1"/>
                </a:solidFill>
                <a:latin typeface="Courier New"/>
              </a:rPr>
              <a:t>state</a:t>
            </a:r>
            <a:r>
              <a:rPr sz="1000">
                <a:solidFill>
                  <a:srgbClr val="E8EEF1"/>
                </a:solidFill>
                <a:latin typeface="Courier New"/>
              </a:rPr>
              <a:t>[</a:t>
            </a:r>
            <a:r>
              <a:rPr sz="1000">
                <a:solidFill>
                  <a:srgbClr val="B5D98B"/>
                </a:solidFill>
                <a:latin typeface="Courier New"/>
              </a:rPr>
              <a:t>'</a:t>
            </a:r>
            <a:r>
              <a:rPr sz="1000">
                <a:solidFill>
                  <a:srgbClr val="B5D98B"/>
                </a:solidFill>
                <a:latin typeface="Courier New"/>
              </a:rPr>
              <a:t>prodotto</a:t>
            </a:r>
            <a:r>
              <a:rPr sz="1000">
                <a:solidFill>
                  <a:srgbClr val="B5D98B"/>
                </a:solidFill>
                <a:latin typeface="Courier New"/>
              </a:rPr>
              <a:t>'</a:t>
            </a:r>
            <a:r>
              <a:rPr sz="1000">
                <a:solidFill>
                  <a:srgbClr val="E8EEF1"/>
                </a:solidFill>
                <a:latin typeface="Courier New"/>
              </a:rPr>
              <a:t>]</a:t>
            </a:r>
            <a:r>
              <a:rPr sz="1000">
                <a:solidFill>
                  <a:srgbClr val="B5D98B"/>
                </a:solidFill>
                <a:latin typeface="Courier New"/>
              </a:rPr>
              <a:t>}</a:t>
            </a:r>
            <a:r>
              <a:rPr sz="1000">
                <a:solidFill>
                  <a:srgbClr val="B5D98B"/>
                </a:solidFill>
                <a:latin typeface="Courier New"/>
              </a:rPr>
              <a:t>. </a:t>
            </a:r>
            <a:r>
              <a:rPr sz="1000">
                <a:solidFill>
                  <a:srgbClr val="B5D98B"/>
                </a:solidFill>
                <a:latin typeface="Courier New"/>
              </a:rPr>
              <a:t>{</a:t>
            </a:r>
            <a:r>
              <a:rPr sz="1000">
                <a:solidFill>
                  <a:srgbClr val="E8EEF1"/>
                </a:solidFill>
                <a:latin typeface="Courier New"/>
              </a:rPr>
              <a:t>state</a:t>
            </a:r>
            <a:r>
              <a:rPr sz="1000">
                <a:solidFill>
                  <a:srgbClr val="E8EEF1"/>
                </a:solidFill>
                <a:latin typeface="Courier New"/>
              </a:rPr>
              <a:t>.</a:t>
            </a:r>
            <a:r>
              <a:rPr sz="1000">
                <a:solidFill>
                  <a:srgbClr val="E8EEF1"/>
                </a:solidFill>
                <a:latin typeface="Courier New"/>
              </a:rPr>
              <a:t>get</a:t>
            </a:r>
            <a:r>
              <a:rPr sz="1000">
                <a:solidFill>
                  <a:srgbClr val="E8EEF1"/>
                </a:solidFill>
                <a:latin typeface="Courier New"/>
              </a:rPr>
              <a:t>(</a:t>
            </a:r>
            <a:r>
              <a:rPr sz="1000">
                <a:solidFill>
                  <a:srgbClr val="B5D98B"/>
                </a:solidFill>
                <a:latin typeface="Courier New"/>
              </a:rPr>
              <a:t>'</a:t>
            </a:r>
            <a:r>
              <a:rPr sz="1000">
                <a:solidFill>
                  <a:srgbClr val="B5D98B"/>
                </a:solidFill>
                <a:latin typeface="Courier New"/>
              </a:rPr>
              <a:t>feedback</a:t>
            </a:r>
            <a:r>
              <a:rPr sz="1000">
                <a:solidFill>
                  <a:srgbClr val="B5D98B"/>
                </a:solidFill>
                <a:latin typeface="Courier New"/>
              </a:rPr>
              <a:t>'</a:t>
            </a:r>
            <a:r>
              <a:rPr sz="1000">
                <a:solidFill>
                  <a:srgbClr val="E8EEF1"/>
                </a:solidFill>
                <a:latin typeface="Courier New"/>
              </a:rPr>
              <a:t>,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B5D98B"/>
                </a:solidFill>
                <a:latin typeface="Courier New"/>
              </a:rPr>
              <a:t>'</a:t>
            </a:r>
            <a:r>
              <a:rPr sz="1000">
                <a:solidFill>
                  <a:srgbClr val="B5D98B"/>
                </a:solidFill>
                <a:latin typeface="Courier New"/>
              </a:rPr>
              <a:t>'</a:t>
            </a:r>
            <a:r>
              <a:rPr sz="1000">
                <a:solidFill>
                  <a:srgbClr val="E8EEF1"/>
                </a:solidFill>
                <a:latin typeface="Courier New"/>
              </a:rPr>
              <a:t>)</a:t>
            </a:r>
            <a:r>
              <a:rPr sz="1000">
                <a:solidFill>
                  <a:srgbClr val="B5D98B"/>
                </a:solidFill>
                <a:latin typeface="Courier New"/>
              </a:rPr>
              <a:t>}</a:t>
            </a:r>
            <a:r>
              <a:rPr sz="1000">
                <a:solidFill>
                  <a:srgbClr val="B5D98B"/>
                </a:solidFill>
                <a:latin typeface="Courier New"/>
              </a:rPr>
              <a:t>"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E8EEF1"/>
                </a:solidFill>
                <a:latin typeface="Courier New"/>
              </a:rPr>
              <a:t>    </a:t>
            </a:r>
            <a:r>
              <a:rPr sz="1000" b="1">
                <a:solidFill>
                  <a:srgbClr val="F28C4F"/>
                </a:solidFill>
                <a:latin typeface="Courier New"/>
              </a:rPr>
              <a:t>return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E8EEF1"/>
                </a:solidFill>
                <a:latin typeface="Courier New"/>
              </a:rPr>
              <a:t>{</a:t>
            </a:r>
            <a:r>
              <a:rPr sz="1000">
                <a:solidFill>
                  <a:srgbClr val="B5D98B"/>
                </a:solidFill>
                <a:latin typeface="Courier New"/>
              </a:rPr>
              <a:t>"</a:t>
            </a:r>
            <a:r>
              <a:rPr sz="1000">
                <a:solidFill>
                  <a:srgbClr val="B5D98B"/>
                </a:solidFill>
                <a:latin typeface="Courier New"/>
              </a:rPr>
              <a:t>bozza</a:t>
            </a:r>
            <a:r>
              <a:rPr sz="1000">
                <a:solidFill>
                  <a:srgbClr val="B5D98B"/>
                </a:solidFill>
                <a:latin typeface="Courier New"/>
              </a:rPr>
              <a:t>"</a:t>
            </a:r>
            <a:r>
              <a:rPr sz="1000">
                <a:solidFill>
                  <a:srgbClr val="E8EEF1"/>
                </a:solidFill>
                <a:latin typeface="Courier New"/>
              </a:rPr>
              <a:t>: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E8EEF1"/>
                </a:solidFill>
                <a:latin typeface="Courier New"/>
              </a:rPr>
              <a:t>llm</a:t>
            </a:r>
            <a:r>
              <a:rPr sz="1000">
                <a:solidFill>
                  <a:srgbClr val="E8EEF1"/>
                </a:solidFill>
                <a:latin typeface="Courier New"/>
              </a:rPr>
              <a:t>.</a:t>
            </a:r>
            <a:r>
              <a:rPr sz="1000">
                <a:solidFill>
                  <a:srgbClr val="E8EEF1"/>
                </a:solidFill>
                <a:latin typeface="Courier New"/>
              </a:rPr>
              <a:t>invoke</a:t>
            </a:r>
            <a:r>
              <a:rPr sz="1000">
                <a:solidFill>
                  <a:srgbClr val="E8EEF1"/>
                </a:solidFill>
                <a:latin typeface="Courier New"/>
              </a:rPr>
              <a:t>(</a:t>
            </a:r>
            <a:r>
              <a:rPr sz="1000">
                <a:solidFill>
                  <a:srgbClr val="E8EEF1"/>
                </a:solidFill>
                <a:latin typeface="Courier New"/>
              </a:rPr>
              <a:t>prompt</a:t>
            </a:r>
            <a:r>
              <a:rPr sz="1000">
                <a:solidFill>
                  <a:srgbClr val="E8EEF1"/>
                </a:solidFill>
                <a:latin typeface="Courier New"/>
              </a:rPr>
              <a:t>)</a:t>
            </a:r>
            <a:r>
              <a:rPr sz="1000">
                <a:solidFill>
                  <a:srgbClr val="E8EEF1"/>
                </a:solidFill>
                <a:latin typeface="Courier New"/>
              </a:rPr>
              <a:t>.</a:t>
            </a:r>
            <a:r>
              <a:rPr sz="1000">
                <a:solidFill>
                  <a:srgbClr val="E8EEF1"/>
                </a:solidFill>
                <a:latin typeface="Courier New"/>
              </a:rPr>
              <a:t>content</a:t>
            </a:r>
            <a:r>
              <a:rPr sz="1000">
                <a:solidFill>
                  <a:srgbClr val="E8EEF1"/>
                </a:solidFill>
                <a:latin typeface="Courier New"/>
              </a:rPr>
              <a:t>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E8EEF1"/>
                </a:solidFill>
                <a:latin typeface="Courier New"/>
              </a:rPr>
              <a:t>            </a:t>
            </a:r>
            <a:r>
              <a:rPr sz="1000">
                <a:solidFill>
                  <a:srgbClr val="B5D98B"/>
                </a:solidFill>
                <a:latin typeface="Courier New"/>
              </a:rPr>
              <a:t>"</a:t>
            </a:r>
            <a:r>
              <a:rPr sz="1000">
                <a:solidFill>
                  <a:srgbClr val="B5D98B"/>
                </a:solidFill>
                <a:latin typeface="Courier New"/>
              </a:rPr>
              <a:t>tentativi</a:t>
            </a:r>
            <a:r>
              <a:rPr sz="1000">
                <a:solidFill>
                  <a:srgbClr val="B5D98B"/>
                </a:solidFill>
                <a:latin typeface="Courier New"/>
              </a:rPr>
              <a:t>"</a:t>
            </a:r>
            <a:r>
              <a:rPr sz="1000">
                <a:solidFill>
                  <a:srgbClr val="E8EEF1"/>
                </a:solidFill>
                <a:latin typeface="Courier New"/>
              </a:rPr>
              <a:t>: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E8EEF1"/>
                </a:solidFill>
                <a:latin typeface="Courier New"/>
              </a:rPr>
              <a:t>state</a:t>
            </a:r>
            <a:r>
              <a:rPr sz="1000">
                <a:solidFill>
                  <a:srgbClr val="E8EEF1"/>
                </a:solidFill>
                <a:latin typeface="Courier New"/>
              </a:rPr>
              <a:t>.</a:t>
            </a:r>
            <a:r>
              <a:rPr sz="1000">
                <a:solidFill>
                  <a:srgbClr val="E8EEF1"/>
                </a:solidFill>
                <a:latin typeface="Courier New"/>
              </a:rPr>
              <a:t>get</a:t>
            </a:r>
            <a:r>
              <a:rPr sz="1000">
                <a:solidFill>
                  <a:srgbClr val="E8EEF1"/>
                </a:solidFill>
                <a:latin typeface="Courier New"/>
              </a:rPr>
              <a:t>(</a:t>
            </a:r>
            <a:r>
              <a:rPr sz="1000">
                <a:solidFill>
                  <a:srgbClr val="B5D98B"/>
                </a:solidFill>
                <a:latin typeface="Courier New"/>
              </a:rPr>
              <a:t>"</a:t>
            </a:r>
            <a:r>
              <a:rPr sz="1000">
                <a:solidFill>
                  <a:srgbClr val="B5D98B"/>
                </a:solidFill>
                <a:latin typeface="Courier New"/>
              </a:rPr>
              <a:t>tentativi</a:t>
            </a:r>
            <a:r>
              <a:rPr sz="1000">
                <a:solidFill>
                  <a:srgbClr val="B5D98B"/>
                </a:solidFill>
                <a:latin typeface="Courier New"/>
              </a:rPr>
              <a:t>"</a:t>
            </a:r>
            <a:r>
              <a:rPr sz="1000">
                <a:solidFill>
                  <a:srgbClr val="E8EEF1"/>
                </a:solidFill>
                <a:latin typeface="Courier New"/>
              </a:rPr>
              <a:t>,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F5C96A"/>
                </a:solidFill>
                <a:latin typeface="Courier New"/>
              </a:rPr>
              <a:t>0</a:t>
            </a:r>
            <a:r>
              <a:rPr sz="1000">
                <a:solidFill>
                  <a:srgbClr val="E8EEF1"/>
                </a:solidFill>
                <a:latin typeface="Courier New"/>
              </a:rPr>
              <a:t>)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E8EEF1"/>
                </a:solidFill>
                <a:latin typeface="Courier New"/>
              </a:rPr>
              <a:t>+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F5C96A"/>
                </a:solidFill>
                <a:latin typeface="Courier New"/>
              </a:rPr>
              <a:t>1</a:t>
            </a:r>
            <a:r>
              <a:rPr sz="1000">
                <a:solidFill>
                  <a:srgbClr val="E8EEF1"/>
                </a:solidFill>
                <a:latin typeface="Courier New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28C4F"/>
                </a:solidFill>
                <a:latin typeface="Courier New"/>
              </a:rPr>
              <a:t>def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7FCFF0"/>
                </a:solidFill>
                <a:latin typeface="Courier New"/>
              </a:rPr>
              <a:t>valuta</a:t>
            </a:r>
            <a:r>
              <a:rPr sz="1000">
                <a:solidFill>
                  <a:srgbClr val="E8EEF1"/>
                </a:solidFill>
                <a:latin typeface="Courier New"/>
              </a:rPr>
              <a:t>(</a:t>
            </a:r>
            <a:r>
              <a:rPr sz="1000">
                <a:solidFill>
                  <a:srgbClr val="E8EEF1"/>
                </a:solidFill>
                <a:latin typeface="Courier New"/>
              </a:rPr>
              <a:t>state</a:t>
            </a:r>
            <a:r>
              <a:rPr sz="1000">
                <a:solidFill>
                  <a:srgbClr val="E8EEF1"/>
                </a:solidFill>
                <a:latin typeface="Courier New"/>
              </a:rPr>
              <a:t>: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E8EEF1"/>
                </a:solidFill>
                <a:latin typeface="Courier New"/>
              </a:rPr>
              <a:t>State</a:t>
            </a:r>
            <a:r>
              <a:rPr sz="1000">
                <a:solidFill>
                  <a:srgbClr val="E8EEF1"/>
                </a:solidFill>
                <a:latin typeface="Courier New"/>
              </a:rPr>
              <a:t>)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E8EEF1"/>
                </a:solidFill>
                <a:latin typeface="Courier New"/>
              </a:rPr>
              <a:t>-</a:t>
            </a:r>
            <a:r>
              <a:rPr sz="1000">
                <a:solidFill>
                  <a:srgbClr val="E8EEF1"/>
                </a:solidFill>
                <a:latin typeface="Courier New"/>
              </a:rPr>
              <a:t>&gt;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7FCFF0"/>
                </a:solidFill>
                <a:latin typeface="Courier New"/>
              </a:rPr>
              <a:t>dict</a:t>
            </a:r>
            <a:r>
              <a:rPr sz="100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E8EEF1"/>
                </a:solidFill>
                <a:latin typeface="Courier New"/>
              </a:rPr>
              <a:t>    </a:t>
            </a:r>
            <a:r>
              <a:rPr sz="1000">
                <a:solidFill>
                  <a:srgbClr val="E8EEF1"/>
                </a:solidFill>
                <a:latin typeface="Courier New"/>
              </a:rPr>
              <a:t>v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E8EEF1"/>
                </a:solidFill>
                <a:latin typeface="Courier New"/>
              </a:rPr>
              <a:t>=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E8EEF1"/>
                </a:solidFill>
                <a:latin typeface="Courier New"/>
              </a:rPr>
              <a:t>valutatore</a:t>
            </a:r>
            <a:r>
              <a:rPr sz="1000">
                <a:solidFill>
                  <a:srgbClr val="E8EEF1"/>
                </a:solidFill>
                <a:latin typeface="Courier New"/>
              </a:rPr>
              <a:t>.</a:t>
            </a:r>
            <a:r>
              <a:rPr sz="1000">
                <a:solidFill>
                  <a:srgbClr val="E8EEF1"/>
                </a:solidFill>
                <a:latin typeface="Courier New"/>
              </a:rPr>
              <a:t>invoke</a:t>
            </a:r>
            <a:r>
              <a:rPr sz="1000">
                <a:solidFill>
                  <a:srgbClr val="E8EEF1"/>
                </a:solidFill>
                <a:latin typeface="Courier New"/>
              </a:rPr>
              <a:t>(</a:t>
            </a:r>
            <a:r>
              <a:rPr sz="1000">
                <a:solidFill>
                  <a:srgbClr val="B5D98B"/>
                </a:solidFill>
                <a:latin typeface="Courier New"/>
              </a:rPr>
              <a:t>f</a:t>
            </a:r>
            <a:r>
              <a:rPr sz="1000">
                <a:solidFill>
                  <a:srgbClr val="B5D98B"/>
                </a:solidFill>
                <a:latin typeface="Courier New"/>
              </a:rPr>
              <a:t>"</a:t>
            </a:r>
            <a:r>
              <a:rPr sz="1000">
                <a:solidFill>
                  <a:srgbClr val="B5D98B"/>
                </a:solidFill>
                <a:latin typeface="Courier New"/>
              </a:rPr>
              <a:t>Lo slogan </a:t>
            </a:r>
            <a:r>
              <a:rPr sz="1000">
                <a:solidFill>
                  <a:srgbClr val="B5D98B"/>
                </a:solidFill>
                <a:latin typeface="Courier New"/>
              </a:rPr>
              <a:t>'</a:t>
            </a:r>
            <a:r>
              <a:rPr sz="1000">
                <a:solidFill>
                  <a:srgbClr val="B5D98B"/>
                </a:solidFill>
                <a:latin typeface="Courier New"/>
              </a:rPr>
              <a:t>{</a:t>
            </a:r>
            <a:r>
              <a:rPr sz="1000">
                <a:solidFill>
                  <a:srgbClr val="E8EEF1"/>
                </a:solidFill>
                <a:latin typeface="Courier New"/>
              </a:rPr>
              <a:t>state</a:t>
            </a:r>
            <a:r>
              <a:rPr sz="1000">
                <a:solidFill>
                  <a:srgbClr val="E8EEF1"/>
                </a:solidFill>
                <a:latin typeface="Courier New"/>
              </a:rPr>
              <a:t>[</a:t>
            </a:r>
            <a:r>
              <a:rPr sz="1000">
                <a:solidFill>
                  <a:srgbClr val="B5D98B"/>
                </a:solidFill>
                <a:latin typeface="Courier New"/>
              </a:rPr>
              <a:t>'</a:t>
            </a:r>
            <a:r>
              <a:rPr sz="1000">
                <a:solidFill>
                  <a:srgbClr val="B5D98B"/>
                </a:solidFill>
                <a:latin typeface="Courier New"/>
              </a:rPr>
              <a:t>bozza</a:t>
            </a:r>
            <a:r>
              <a:rPr sz="1000">
                <a:solidFill>
                  <a:srgbClr val="B5D98B"/>
                </a:solidFill>
                <a:latin typeface="Courier New"/>
              </a:rPr>
              <a:t>'</a:t>
            </a:r>
            <a:r>
              <a:rPr sz="1000">
                <a:solidFill>
                  <a:srgbClr val="E8EEF1"/>
                </a:solidFill>
                <a:latin typeface="Courier New"/>
              </a:rPr>
              <a:t>]</a:t>
            </a:r>
            <a:r>
              <a:rPr sz="1000">
                <a:solidFill>
                  <a:srgbClr val="B5D98B"/>
                </a:solidFill>
                <a:latin typeface="Courier New"/>
              </a:rPr>
              <a:t>}</a:t>
            </a:r>
            <a:r>
              <a:rPr sz="1000">
                <a:solidFill>
                  <a:srgbClr val="B5D98B"/>
                </a:solidFill>
                <a:latin typeface="Courier New"/>
              </a:rPr>
              <a:t>'</a:t>
            </a:r>
            <a:r>
              <a:rPr sz="1000">
                <a:solidFill>
                  <a:srgbClr val="B5D98B"/>
                </a:solidFill>
                <a:latin typeface="Courier New"/>
              </a:rPr>
              <a:t> è breve (&lt;10 parole), </a:t>
            </a:r>
            <a:r>
              <a:rPr sz="1000">
                <a:solidFill>
                  <a:srgbClr val="B5D98B"/>
                </a:solidFill>
                <a:latin typeface="Courier New"/>
              </a:rPr>
              <a:t>"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E8EEF1"/>
                </a:solidFill>
                <a:latin typeface="Courier New"/>
              </a:rPr>
              <a:t>                          </a:t>
            </a:r>
            <a:r>
              <a:rPr sz="1000">
                <a:solidFill>
                  <a:srgbClr val="B5D98B"/>
                </a:solidFill>
                <a:latin typeface="Courier New"/>
              </a:rPr>
              <a:t>"</a:t>
            </a:r>
            <a:r>
              <a:rPr sz="1000">
                <a:solidFill>
                  <a:srgbClr val="B5D98B"/>
                </a:solidFill>
                <a:latin typeface="Courier New"/>
              </a:rPr>
              <a:t>chiaro e in italiano? Se no, spiega come migliorarlo.</a:t>
            </a:r>
            <a:r>
              <a:rPr sz="1000">
                <a:solidFill>
                  <a:srgbClr val="B5D98B"/>
                </a:solidFill>
                <a:latin typeface="Courier New"/>
              </a:rPr>
              <a:t>"</a:t>
            </a:r>
            <a:r>
              <a:rPr sz="10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E8EEF1"/>
                </a:solidFill>
                <a:latin typeface="Courier New"/>
              </a:rPr>
              <a:t>    </a:t>
            </a:r>
            <a:r>
              <a:rPr sz="1000" b="1">
                <a:solidFill>
                  <a:srgbClr val="F28C4F"/>
                </a:solidFill>
                <a:latin typeface="Courier New"/>
              </a:rPr>
              <a:t>return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E8EEF1"/>
                </a:solidFill>
                <a:latin typeface="Courier New"/>
              </a:rPr>
              <a:t>{</a:t>
            </a:r>
            <a:r>
              <a:rPr sz="1000">
                <a:solidFill>
                  <a:srgbClr val="B5D98B"/>
                </a:solidFill>
                <a:latin typeface="Courier New"/>
              </a:rPr>
              <a:t>"</a:t>
            </a:r>
            <a:r>
              <a:rPr sz="1000">
                <a:solidFill>
                  <a:srgbClr val="B5D98B"/>
                </a:solidFill>
                <a:latin typeface="Courier New"/>
              </a:rPr>
              <a:t>approvato</a:t>
            </a:r>
            <a:r>
              <a:rPr sz="1000">
                <a:solidFill>
                  <a:srgbClr val="B5D98B"/>
                </a:solidFill>
                <a:latin typeface="Courier New"/>
              </a:rPr>
              <a:t>"</a:t>
            </a:r>
            <a:r>
              <a:rPr sz="1000">
                <a:solidFill>
                  <a:srgbClr val="E8EEF1"/>
                </a:solidFill>
                <a:latin typeface="Courier New"/>
              </a:rPr>
              <a:t>: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E8EEF1"/>
                </a:solidFill>
                <a:latin typeface="Courier New"/>
              </a:rPr>
              <a:t>v</a:t>
            </a:r>
            <a:r>
              <a:rPr sz="1000">
                <a:solidFill>
                  <a:srgbClr val="E8EEF1"/>
                </a:solidFill>
                <a:latin typeface="Courier New"/>
              </a:rPr>
              <a:t>.</a:t>
            </a:r>
            <a:r>
              <a:rPr sz="1000">
                <a:solidFill>
                  <a:srgbClr val="E8EEF1"/>
                </a:solidFill>
                <a:latin typeface="Courier New"/>
              </a:rPr>
              <a:t>approvato</a:t>
            </a:r>
            <a:r>
              <a:rPr sz="1000">
                <a:solidFill>
                  <a:srgbClr val="E8EEF1"/>
                </a:solidFill>
                <a:latin typeface="Courier New"/>
              </a:rPr>
              <a:t>,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B5D98B"/>
                </a:solidFill>
                <a:latin typeface="Courier New"/>
              </a:rPr>
              <a:t>"</a:t>
            </a:r>
            <a:r>
              <a:rPr sz="1000">
                <a:solidFill>
                  <a:srgbClr val="B5D98B"/>
                </a:solidFill>
                <a:latin typeface="Courier New"/>
              </a:rPr>
              <a:t>feedback</a:t>
            </a:r>
            <a:r>
              <a:rPr sz="1000">
                <a:solidFill>
                  <a:srgbClr val="B5D98B"/>
                </a:solidFill>
                <a:latin typeface="Courier New"/>
              </a:rPr>
              <a:t>"</a:t>
            </a:r>
            <a:r>
              <a:rPr sz="1000">
                <a:solidFill>
                  <a:srgbClr val="E8EEF1"/>
                </a:solidFill>
                <a:latin typeface="Courier New"/>
              </a:rPr>
              <a:t>: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E8EEF1"/>
                </a:solidFill>
                <a:latin typeface="Courier New"/>
              </a:rPr>
              <a:t>v</a:t>
            </a:r>
            <a:r>
              <a:rPr sz="1000">
                <a:solidFill>
                  <a:srgbClr val="E8EEF1"/>
                </a:solidFill>
                <a:latin typeface="Courier New"/>
              </a:rPr>
              <a:t>.</a:t>
            </a:r>
            <a:r>
              <a:rPr sz="1000">
                <a:solidFill>
                  <a:srgbClr val="E8EEF1"/>
                </a:solidFill>
                <a:latin typeface="Courier New"/>
              </a:rPr>
              <a:t>feedback</a:t>
            </a:r>
            <a:r>
              <a:rPr sz="1000">
                <a:solidFill>
                  <a:srgbClr val="E8EEF1"/>
                </a:solidFill>
                <a:latin typeface="Courier New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28C4F"/>
                </a:solidFill>
                <a:latin typeface="Courier New"/>
              </a:rPr>
              <a:t>def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7FCFF0"/>
                </a:solidFill>
                <a:latin typeface="Courier New"/>
              </a:rPr>
              <a:t>prossimo</a:t>
            </a:r>
            <a:r>
              <a:rPr sz="1000">
                <a:solidFill>
                  <a:srgbClr val="E8EEF1"/>
                </a:solidFill>
                <a:latin typeface="Courier New"/>
              </a:rPr>
              <a:t>(</a:t>
            </a:r>
            <a:r>
              <a:rPr sz="1000">
                <a:solidFill>
                  <a:srgbClr val="E8EEF1"/>
                </a:solidFill>
                <a:latin typeface="Courier New"/>
              </a:rPr>
              <a:t>state</a:t>
            </a:r>
            <a:r>
              <a:rPr sz="1000">
                <a:solidFill>
                  <a:srgbClr val="E8EEF1"/>
                </a:solidFill>
                <a:latin typeface="Courier New"/>
              </a:rPr>
              <a:t>: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E8EEF1"/>
                </a:solidFill>
                <a:latin typeface="Courier New"/>
              </a:rPr>
              <a:t>State</a:t>
            </a:r>
            <a:r>
              <a:rPr sz="1000">
                <a:solidFill>
                  <a:srgbClr val="E8EEF1"/>
                </a:solidFill>
                <a:latin typeface="Courier New"/>
              </a:rPr>
              <a:t>)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E8EEF1"/>
                </a:solidFill>
                <a:latin typeface="Courier New"/>
              </a:rPr>
              <a:t>-</a:t>
            </a:r>
            <a:r>
              <a:rPr sz="1000">
                <a:solidFill>
                  <a:srgbClr val="E8EEF1"/>
                </a:solidFill>
                <a:latin typeface="Courier New"/>
              </a:rPr>
              <a:t>&gt;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7FCFF0"/>
                </a:solidFill>
                <a:latin typeface="Courier New"/>
              </a:rPr>
              <a:t>str</a:t>
            </a:r>
            <a:r>
              <a:rPr sz="100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E8EEF1"/>
                </a:solidFill>
                <a:latin typeface="Courier New"/>
              </a:rPr>
              <a:t>    </a:t>
            </a:r>
            <a:r>
              <a:rPr sz="1000" b="1">
                <a:solidFill>
                  <a:srgbClr val="F28C4F"/>
                </a:solidFill>
                <a:latin typeface="Courier New"/>
              </a:rPr>
              <a:t>if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E8EEF1"/>
                </a:solidFill>
                <a:latin typeface="Courier New"/>
              </a:rPr>
              <a:t>state</a:t>
            </a:r>
            <a:r>
              <a:rPr sz="1000">
                <a:solidFill>
                  <a:srgbClr val="E8EEF1"/>
                </a:solidFill>
                <a:latin typeface="Courier New"/>
              </a:rPr>
              <a:t>[</a:t>
            </a:r>
            <a:r>
              <a:rPr sz="1000">
                <a:solidFill>
                  <a:srgbClr val="B5D98B"/>
                </a:solidFill>
                <a:latin typeface="Courier New"/>
              </a:rPr>
              <a:t>"</a:t>
            </a:r>
            <a:r>
              <a:rPr sz="1000">
                <a:solidFill>
                  <a:srgbClr val="B5D98B"/>
                </a:solidFill>
                <a:latin typeface="Courier New"/>
              </a:rPr>
              <a:t>approvato</a:t>
            </a:r>
            <a:r>
              <a:rPr sz="1000">
                <a:solidFill>
                  <a:srgbClr val="B5D98B"/>
                </a:solidFill>
                <a:latin typeface="Courier New"/>
              </a:rPr>
              <a:t>"</a:t>
            </a:r>
            <a:r>
              <a:rPr sz="1000">
                <a:solidFill>
                  <a:srgbClr val="E8EEF1"/>
                </a:solidFill>
                <a:latin typeface="Courier New"/>
              </a:rPr>
              <a:t>]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F28C4F"/>
                </a:solidFill>
                <a:latin typeface="Courier New"/>
              </a:rPr>
              <a:t>or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E8EEF1"/>
                </a:solidFill>
                <a:latin typeface="Courier New"/>
              </a:rPr>
              <a:t>state</a:t>
            </a:r>
            <a:r>
              <a:rPr sz="1000">
                <a:solidFill>
                  <a:srgbClr val="E8EEF1"/>
                </a:solidFill>
                <a:latin typeface="Courier New"/>
              </a:rPr>
              <a:t>[</a:t>
            </a:r>
            <a:r>
              <a:rPr sz="1000">
                <a:solidFill>
                  <a:srgbClr val="B5D98B"/>
                </a:solidFill>
                <a:latin typeface="Courier New"/>
              </a:rPr>
              <a:t>"</a:t>
            </a:r>
            <a:r>
              <a:rPr sz="1000">
                <a:solidFill>
                  <a:srgbClr val="B5D98B"/>
                </a:solidFill>
                <a:latin typeface="Courier New"/>
              </a:rPr>
              <a:t>tentativi</a:t>
            </a:r>
            <a:r>
              <a:rPr sz="1000">
                <a:solidFill>
                  <a:srgbClr val="B5D98B"/>
                </a:solidFill>
                <a:latin typeface="Courier New"/>
              </a:rPr>
              <a:t>"</a:t>
            </a:r>
            <a:r>
              <a:rPr sz="1000">
                <a:solidFill>
                  <a:srgbClr val="E8EEF1"/>
                </a:solidFill>
                <a:latin typeface="Courier New"/>
              </a:rPr>
              <a:t>]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E8EEF1"/>
                </a:solidFill>
                <a:latin typeface="Courier New"/>
              </a:rPr>
              <a:t>&gt;</a:t>
            </a:r>
            <a:r>
              <a:rPr sz="1000">
                <a:solidFill>
                  <a:srgbClr val="E8EEF1"/>
                </a:solidFill>
                <a:latin typeface="Courier New"/>
              </a:rPr>
              <a:t>=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F5C96A"/>
                </a:solidFill>
                <a:latin typeface="Courier New"/>
              </a:rPr>
              <a:t>3</a:t>
            </a:r>
            <a:r>
              <a:rPr sz="1000">
                <a:solidFill>
                  <a:srgbClr val="E8EEF1"/>
                </a:solidFill>
                <a:latin typeface="Courier New"/>
              </a:rPr>
              <a:t>:</a:t>
            </a:r>
            <a:r>
              <a:rPr sz="1000">
                <a:solidFill>
                  <a:srgbClr val="E8EEF1"/>
                </a:solidFill>
                <a:latin typeface="Courier New"/>
              </a:rPr>
              <a:t>    </a:t>
            </a:r>
            <a:r>
              <a:rPr sz="1000">
                <a:solidFill>
                  <a:srgbClr val="8AA4B0"/>
                </a:solidFill>
                <a:latin typeface="Courier New"/>
              </a:rPr>
              <a:t># SEMPRE un'uscita dal ciclo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E8EEF1"/>
                </a:solidFill>
                <a:latin typeface="Courier New"/>
              </a:rPr>
              <a:t>        </a:t>
            </a:r>
            <a:r>
              <a:rPr sz="1000" b="1">
                <a:solidFill>
                  <a:srgbClr val="F28C4F"/>
                </a:solidFill>
                <a:latin typeface="Courier New"/>
              </a:rPr>
              <a:t>return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E8EEF1"/>
                </a:solidFill>
                <a:latin typeface="Courier New"/>
              </a:rPr>
              <a:t>END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E8EEF1"/>
                </a:solidFill>
                <a:latin typeface="Courier New"/>
              </a:rPr>
              <a:t>    </a:t>
            </a:r>
            <a:r>
              <a:rPr sz="1000" b="1">
                <a:solidFill>
                  <a:srgbClr val="F28C4F"/>
                </a:solidFill>
                <a:latin typeface="Courier New"/>
              </a:rPr>
              <a:t>return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B5D98B"/>
                </a:solidFill>
                <a:latin typeface="Courier New"/>
              </a:rPr>
              <a:t>"</a:t>
            </a:r>
            <a:r>
              <a:rPr sz="1000">
                <a:solidFill>
                  <a:srgbClr val="B5D98B"/>
                </a:solidFill>
                <a:latin typeface="Courier New"/>
              </a:rPr>
              <a:t>genera</a:t>
            </a:r>
            <a:r>
              <a:rPr sz="1000">
                <a:solidFill>
                  <a:srgbClr val="B5D98B"/>
                </a:solidFill>
                <a:latin typeface="Courier New"/>
              </a:rPr>
              <a:t>"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E8EEF1"/>
                </a:solidFill>
                <a:latin typeface="Courier New"/>
              </a:rPr>
              <a:t>builder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E8EEF1"/>
                </a:solidFill>
                <a:latin typeface="Courier New"/>
              </a:rPr>
              <a:t>=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E8EEF1"/>
                </a:solidFill>
                <a:latin typeface="Courier New"/>
              </a:rPr>
              <a:t>StateGraph</a:t>
            </a:r>
            <a:r>
              <a:rPr sz="1000">
                <a:solidFill>
                  <a:srgbClr val="E8EEF1"/>
                </a:solidFill>
                <a:latin typeface="Courier New"/>
              </a:rPr>
              <a:t>(</a:t>
            </a:r>
            <a:r>
              <a:rPr sz="1000">
                <a:solidFill>
                  <a:srgbClr val="E8EEF1"/>
                </a:solidFill>
                <a:latin typeface="Courier New"/>
              </a:rPr>
              <a:t>State</a:t>
            </a:r>
            <a:r>
              <a:rPr sz="10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E8EEF1"/>
                </a:solidFill>
                <a:latin typeface="Courier New"/>
              </a:rPr>
              <a:t>builder</a:t>
            </a:r>
            <a:r>
              <a:rPr sz="1000">
                <a:solidFill>
                  <a:srgbClr val="E8EEF1"/>
                </a:solidFill>
                <a:latin typeface="Courier New"/>
              </a:rPr>
              <a:t>.</a:t>
            </a:r>
            <a:r>
              <a:rPr sz="1000">
                <a:solidFill>
                  <a:srgbClr val="E8EEF1"/>
                </a:solidFill>
                <a:latin typeface="Courier New"/>
              </a:rPr>
              <a:t>add_node</a:t>
            </a:r>
            <a:r>
              <a:rPr sz="1000">
                <a:solidFill>
                  <a:srgbClr val="E8EEF1"/>
                </a:solidFill>
                <a:latin typeface="Courier New"/>
              </a:rPr>
              <a:t>(</a:t>
            </a:r>
            <a:r>
              <a:rPr sz="1000">
                <a:solidFill>
                  <a:srgbClr val="B5D98B"/>
                </a:solidFill>
                <a:latin typeface="Courier New"/>
              </a:rPr>
              <a:t>"</a:t>
            </a:r>
            <a:r>
              <a:rPr sz="1000">
                <a:solidFill>
                  <a:srgbClr val="B5D98B"/>
                </a:solidFill>
                <a:latin typeface="Courier New"/>
              </a:rPr>
              <a:t>genera</a:t>
            </a:r>
            <a:r>
              <a:rPr sz="1000">
                <a:solidFill>
                  <a:srgbClr val="B5D98B"/>
                </a:solidFill>
                <a:latin typeface="Courier New"/>
              </a:rPr>
              <a:t>"</a:t>
            </a:r>
            <a:r>
              <a:rPr sz="1000">
                <a:solidFill>
                  <a:srgbClr val="E8EEF1"/>
                </a:solidFill>
                <a:latin typeface="Courier New"/>
              </a:rPr>
              <a:t>,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E8EEF1"/>
                </a:solidFill>
                <a:latin typeface="Courier New"/>
              </a:rPr>
              <a:t>genera</a:t>
            </a:r>
            <a:r>
              <a:rPr sz="10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E8EEF1"/>
                </a:solidFill>
                <a:latin typeface="Courier New"/>
              </a:rPr>
              <a:t>builder</a:t>
            </a:r>
            <a:r>
              <a:rPr sz="1000">
                <a:solidFill>
                  <a:srgbClr val="E8EEF1"/>
                </a:solidFill>
                <a:latin typeface="Courier New"/>
              </a:rPr>
              <a:t>.</a:t>
            </a:r>
            <a:r>
              <a:rPr sz="1000">
                <a:solidFill>
                  <a:srgbClr val="E8EEF1"/>
                </a:solidFill>
                <a:latin typeface="Courier New"/>
              </a:rPr>
              <a:t>add_node</a:t>
            </a:r>
            <a:r>
              <a:rPr sz="1000">
                <a:solidFill>
                  <a:srgbClr val="E8EEF1"/>
                </a:solidFill>
                <a:latin typeface="Courier New"/>
              </a:rPr>
              <a:t>(</a:t>
            </a:r>
            <a:r>
              <a:rPr sz="1000">
                <a:solidFill>
                  <a:srgbClr val="B5D98B"/>
                </a:solidFill>
                <a:latin typeface="Courier New"/>
              </a:rPr>
              <a:t>"</a:t>
            </a:r>
            <a:r>
              <a:rPr sz="1000">
                <a:solidFill>
                  <a:srgbClr val="B5D98B"/>
                </a:solidFill>
                <a:latin typeface="Courier New"/>
              </a:rPr>
              <a:t>valuta</a:t>
            </a:r>
            <a:r>
              <a:rPr sz="1000">
                <a:solidFill>
                  <a:srgbClr val="B5D98B"/>
                </a:solidFill>
                <a:latin typeface="Courier New"/>
              </a:rPr>
              <a:t>"</a:t>
            </a:r>
            <a:r>
              <a:rPr sz="1000">
                <a:solidFill>
                  <a:srgbClr val="E8EEF1"/>
                </a:solidFill>
                <a:latin typeface="Courier New"/>
              </a:rPr>
              <a:t>,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E8EEF1"/>
                </a:solidFill>
                <a:latin typeface="Courier New"/>
              </a:rPr>
              <a:t>valuta</a:t>
            </a:r>
            <a:r>
              <a:rPr sz="10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E8EEF1"/>
                </a:solidFill>
                <a:latin typeface="Courier New"/>
              </a:rPr>
              <a:t>builder</a:t>
            </a:r>
            <a:r>
              <a:rPr sz="1000">
                <a:solidFill>
                  <a:srgbClr val="E8EEF1"/>
                </a:solidFill>
                <a:latin typeface="Courier New"/>
              </a:rPr>
              <a:t>.</a:t>
            </a:r>
            <a:r>
              <a:rPr sz="1000">
                <a:solidFill>
                  <a:srgbClr val="E8EEF1"/>
                </a:solidFill>
                <a:latin typeface="Courier New"/>
              </a:rPr>
              <a:t>add_edge</a:t>
            </a:r>
            <a:r>
              <a:rPr sz="1000">
                <a:solidFill>
                  <a:srgbClr val="E8EEF1"/>
                </a:solidFill>
                <a:latin typeface="Courier New"/>
              </a:rPr>
              <a:t>(</a:t>
            </a:r>
            <a:r>
              <a:rPr sz="1000">
                <a:solidFill>
                  <a:srgbClr val="E8EEF1"/>
                </a:solidFill>
                <a:latin typeface="Courier New"/>
              </a:rPr>
              <a:t>START</a:t>
            </a:r>
            <a:r>
              <a:rPr sz="1000">
                <a:solidFill>
                  <a:srgbClr val="E8EEF1"/>
                </a:solidFill>
                <a:latin typeface="Courier New"/>
              </a:rPr>
              <a:t>,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B5D98B"/>
                </a:solidFill>
                <a:latin typeface="Courier New"/>
              </a:rPr>
              <a:t>"</a:t>
            </a:r>
            <a:r>
              <a:rPr sz="1000">
                <a:solidFill>
                  <a:srgbClr val="B5D98B"/>
                </a:solidFill>
                <a:latin typeface="Courier New"/>
              </a:rPr>
              <a:t>genera</a:t>
            </a:r>
            <a:r>
              <a:rPr sz="1000">
                <a:solidFill>
                  <a:srgbClr val="B5D98B"/>
                </a:solidFill>
                <a:latin typeface="Courier New"/>
              </a:rPr>
              <a:t>"</a:t>
            </a:r>
            <a:r>
              <a:rPr sz="10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E8EEF1"/>
                </a:solidFill>
                <a:latin typeface="Courier New"/>
              </a:rPr>
              <a:t>builder</a:t>
            </a:r>
            <a:r>
              <a:rPr sz="1000">
                <a:solidFill>
                  <a:srgbClr val="E8EEF1"/>
                </a:solidFill>
                <a:latin typeface="Courier New"/>
              </a:rPr>
              <a:t>.</a:t>
            </a:r>
            <a:r>
              <a:rPr sz="1000">
                <a:solidFill>
                  <a:srgbClr val="E8EEF1"/>
                </a:solidFill>
                <a:latin typeface="Courier New"/>
              </a:rPr>
              <a:t>add_edge</a:t>
            </a:r>
            <a:r>
              <a:rPr sz="1000">
                <a:solidFill>
                  <a:srgbClr val="E8EEF1"/>
                </a:solidFill>
                <a:latin typeface="Courier New"/>
              </a:rPr>
              <a:t>(</a:t>
            </a:r>
            <a:r>
              <a:rPr sz="1000">
                <a:solidFill>
                  <a:srgbClr val="B5D98B"/>
                </a:solidFill>
                <a:latin typeface="Courier New"/>
              </a:rPr>
              <a:t>"</a:t>
            </a:r>
            <a:r>
              <a:rPr sz="1000">
                <a:solidFill>
                  <a:srgbClr val="B5D98B"/>
                </a:solidFill>
                <a:latin typeface="Courier New"/>
              </a:rPr>
              <a:t>genera</a:t>
            </a:r>
            <a:r>
              <a:rPr sz="1000">
                <a:solidFill>
                  <a:srgbClr val="B5D98B"/>
                </a:solidFill>
                <a:latin typeface="Courier New"/>
              </a:rPr>
              <a:t>"</a:t>
            </a:r>
            <a:r>
              <a:rPr sz="1000">
                <a:solidFill>
                  <a:srgbClr val="E8EEF1"/>
                </a:solidFill>
                <a:latin typeface="Courier New"/>
              </a:rPr>
              <a:t>,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B5D98B"/>
                </a:solidFill>
                <a:latin typeface="Courier New"/>
              </a:rPr>
              <a:t>"</a:t>
            </a:r>
            <a:r>
              <a:rPr sz="1000">
                <a:solidFill>
                  <a:srgbClr val="B5D98B"/>
                </a:solidFill>
                <a:latin typeface="Courier New"/>
              </a:rPr>
              <a:t>valuta</a:t>
            </a:r>
            <a:r>
              <a:rPr sz="1000">
                <a:solidFill>
                  <a:srgbClr val="B5D98B"/>
                </a:solidFill>
                <a:latin typeface="Courier New"/>
              </a:rPr>
              <a:t>"</a:t>
            </a:r>
            <a:r>
              <a:rPr sz="10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E8EEF1"/>
                </a:solidFill>
                <a:latin typeface="Courier New"/>
              </a:rPr>
              <a:t>builder</a:t>
            </a:r>
            <a:r>
              <a:rPr sz="1000">
                <a:solidFill>
                  <a:srgbClr val="E8EEF1"/>
                </a:solidFill>
                <a:latin typeface="Courier New"/>
              </a:rPr>
              <a:t>.</a:t>
            </a:r>
            <a:r>
              <a:rPr sz="1000">
                <a:solidFill>
                  <a:srgbClr val="E8EEF1"/>
                </a:solidFill>
                <a:latin typeface="Courier New"/>
              </a:rPr>
              <a:t>add_conditional_edges</a:t>
            </a:r>
            <a:r>
              <a:rPr sz="1000">
                <a:solidFill>
                  <a:srgbClr val="E8EEF1"/>
                </a:solidFill>
                <a:latin typeface="Courier New"/>
              </a:rPr>
              <a:t>(</a:t>
            </a:r>
            <a:r>
              <a:rPr sz="1000">
                <a:solidFill>
                  <a:srgbClr val="B5D98B"/>
                </a:solidFill>
                <a:latin typeface="Courier New"/>
              </a:rPr>
              <a:t>"</a:t>
            </a:r>
            <a:r>
              <a:rPr sz="1000">
                <a:solidFill>
                  <a:srgbClr val="B5D98B"/>
                </a:solidFill>
                <a:latin typeface="Courier New"/>
              </a:rPr>
              <a:t>valuta</a:t>
            </a:r>
            <a:r>
              <a:rPr sz="1000">
                <a:solidFill>
                  <a:srgbClr val="B5D98B"/>
                </a:solidFill>
                <a:latin typeface="Courier New"/>
              </a:rPr>
              <a:t>"</a:t>
            </a:r>
            <a:r>
              <a:rPr sz="1000">
                <a:solidFill>
                  <a:srgbClr val="E8EEF1"/>
                </a:solidFill>
                <a:latin typeface="Courier New"/>
              </a:rPr>
              <a:t>,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E8EEF1"/>
                </a:solidFill>
                <a:latin typeface="Courier New"/>
              </a:rPr>
              <a:t>prossimo</a:t>
            </a:r>
            <a:r>
              <a:rPr sz="1000">
                <a:solidFill>
                  <a:srgbClr val="E8EEF1"/>
                </a:solidFill>
                <a:latin typeface="Courier New"/>
              </a:rPr>
              <a:t>,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E8EEF1"/>
                </a:solidFill>
                <a:latin typeface="Courier New"/>
              </a:rPr>
              <a:t>[</a:t>
            </a:r>
            <a:r>
              <a:rPr sz="1000">
                <a:solidFill>
                  <a:srgbClr val="B5D98B"/>
                </a:solidFill>
                <a:latin typeface="Courier New"/>
              </a:rPr>
              <a:t>"</a:t>
            </a:r>
            <a:r>
              <a:rPr sz="1000">
                <a:solidFill>
                  <a:srgbClr val="B5D98B"/>
                </a:solidFill>
                <a:latin typeface="Courier New"/>
              </a:rPr>
              <a:t>genera</a:t>
            </a:r>
            <a:r>
              <a:rPr sz="1000">
                <a:solidFill>
                  <a:srgbClr val="B5D98B"/>
                </a:solidFill>
                <a:latin typeface="Courier New"/>
              </a:rPr>
              <a:t>"</a:t>
            </a:r>
            <a:r>
              <a:rPr sz="1000">
                <a:solidFill>
                  <a:srgbClr val="E8EEF1"/>
                </a:solidFill>
                <a:latin typeface="Courier New"/>
              </a:rPr>
              <a:t>,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E8EEF1"/>
                </a:solidFill>
                <a:latin typeface="Courier New"/>
              </a:rPr>
              <a:t>END</a:t>
            </a:r>
            <a:r>
              <a:rPr sz="1000">
                <a:solidFill>
                  <a:srgbClr val="E8EEF1"/>
                </a:solidFill>
                <a:latin typeface="Courier New"/>
              </a:rPr>
              <a:t>]</a:t>
            </a:r>
            <a:r>
              <a:rPr sz="10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E8EEF1"/>
                </a:solidFill>
                <a:latin typeface="Courier New"/>
              </a:rPr>
              <a:t>graph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E8EEF1"/>
                </a:solidFill>
                <a:latin typeface="Courier New"/>
              </a:rPr>
              <a:t>=</a:t>
            </a:r>
            <a:r>
              <a:rPr sz="1000">
                <a:solidFill>
                  <a:srgbClr val="E8EEF1"/>
                </a:solidFill>
                <a:latin typeface="Courier New"/>
              </a:rPr>
              <a:t> </a:t>
            </a:r>
            <a:r>
              <a:rPr sz="1000">
                <a:solidFill>
                  <a:srgbClr val="E8EEF1"/>
                </a:solidFill>
                <a:latin typeface="Courier New"/>
              </a:rPr>
              <a:t>builder</a:t>
            </a:r>
            <a:r>
              <a:rPr sz="1000">
                <a:solidFill>
                  <a:srgbClr val="E8EEF1"/>
                </a:solidFill>
                <a:latin typeface="Courier New"/>
              </a:rPr>
              <a:t>.</a:t>
            </a:r>
            <a:r>
              <a:rPr sz="1000">
                <a:solidFill>
                  <a:srgbClr val="E8EEF1"/>
                </a:solidFill>
                <a:latin typeface="Courier New"/>
              </a:rPr>
              <a:t>compile</a:t>
            </a:r>
            <a:r>
              <a:rPr sz="1000">
                <a:solidFill>
                  <a:srgbClr val="E8EEF1"/>
                </a:solidFill>
                <a:latin typeface="Courier New"/>
              </a:rPr>
              <a:t>(</a:t>
            </a:r>
            <a:r>
              <a:rPr sz="1000">
                <a:solidFill>
                  <a:srgbClr val="E8EEF1"/>
                </a:solidFill>
                <a:latin typeface="Courier New"/>
              </a:rPr>
              <a:t>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0" y="4864608"/>
            <a:ext cx="32918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b="0" sz="1000">
                <a:solidFill>
                  <a:srgbClr val="76777B"/>
                </a:solidFill>
                <a:latin typeface="Arial"/>
              </a:rPr>
              <a:t>Esempio: </a:t>
            </a:r>
            <a:r>
              <a:rPr b="1" sz="1000">
                <a:solidFill>
                  <a:srgbClr val="005A77"/>
                </a:solidFill>
                <a:latin typeface="Courier New"/>
              </a:rPr>
              <a:t>17_evaluator_optimizer.py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ESERCITAZIONE 6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50</a:t>
            </a:fld>
          </a:p>
        </p:txBody>
      </p:sp>
      <p:sp>
        <p:nvSpPr>
          <p:cNvPr id="34" name="TextBox 33"/>
          <p:cNvSpPr txBox="1"/>
          <p:nvPr/>
        </p:nvSpPr>
        <p:spPr>
          <a:xfrm>
            <a:off x="457200" y="1005840"/>
            <a:ext cx="16459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600">
                <a:solidFill>
                  <a:srgbClr val="DF6426"/>
                </a:solidFill>
                <a:latin typeface="Arial"/>
              </a:rPr>
              <a:t>★★☆☆☆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1371600"/>
            <a:ext cx="8229600" cy="329184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566928" y="1444752"/>
            <a:ext cx="801014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400">
                <a:solidFill>
                  <a:srgbClr val="DF6426"/>
                </a:solidFill>
                <a:latin typeface="Arial"/>
              </a:rPr>
              <a:t>Smistatore email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1828800"/>
            <a:ext cx="8010144" cy="2788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350">
                <a:solidFill>
                  <a:srgbClr val="003548"/>
                </a:solidFill>
                <a:latin typeface="Arial"/>
              </a:rPr>
              <a:t>Modello Pydantic </a:t>
            </a:r>
            <a:r>
              <a:rPr b="1" sz="1350">
                <a:solidFill>
                  <a:srgbClr val="DF6426"/>
                </a:solidFill>
                <a:latin typeface="Courier New"/>
              </a:rPr>
              <a:t>AnalisiEmail</a:t>
            </a:r>
            <a:r>
              <a:rPr b="0" sz="1350">
                <a:solidFill>
                  <a:srgbClr val="003548"/>
                </a:solidFill>
                <a:latin typeface="Arial"/>
              </a:rPr>
              <a:t>: </a:t>
            </a:r>
            <a:r>
              <a:rPr b="1" sz="1350">
                <a:solidFill>
                  <a:srgbClr val="DF6426"/>
                </a:solidFill>
                <a:latin typeface="Courier New"/>
              </a:rPr>
              <a:t>categoria</a:t>
            </a:r>
            <a:r>
              <a:rPr b="0" sz="1350">
                <a:solidFill>
                  <a:srgbClr val="003548"/>
                </a:solidFill>
                <a:latin typeface="Arial"/>
              </a:rPr>
              <a:t> ∈ {reclamo, informazioni, ordine, spam}, </a:t>
            </a:r>
            <a:r>
              <a:rPr b="1" sz="1350">
                <a:solidFill>
                  <a:srgbClr val="DF6426"/>
                </a:solidFill>
                <a:latin typeface="Courier New"/>
              </a:rPr>
              <a:t>urgenza</a:t>
            </a:r>
            <a:r>
              <a:rPr b="0" sz="1350">
                <a:solidFill>
                  <a:srgbClr val="003548"/>
                </a:solidFill>
                <a:latin typeface="Arial"/>
              </a:rPr>
              <a:t> 1–5, </a:t>
            </a:r>
            <a:r>
              <a:rPr b="1" sz="1350">
                <a:solidFill>
                  <a:srgbClr val="DF6426"/>
                </a:solidFill>
                <a:latin typeface="Courier New"/>
              </a:rPr>
              <a:t>sintesi</a:t>
            </a:r>
            <a:r>
              <a:rPr b="0" sz="1350">
                <a:solidFill>
                  <a:srgbClr val="003548"/>
                </a:solidFill>
                <a:latin typeface="Arial"/>
              </a:rPr>
              <a:t>.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350">
                <a:solidFill>
                  <a:srgbClr val="003548"/>
                </a:solidFill>
                <a:latin typeface="Arial"/>
              </a:rPr>
              <a:t>Nodo </a:t>
            </a:r>
            <a:r>
              <a:rPr b="1" sz="1350">
                <a:solidFill>
                  <a:srgbClr val="DF6426"/>
                </a:solidFill>
                <a:latin typeface="Courier New"/>
              </a:rPr>
              <a:t>analizza</a:t>
            </a:r>
            <a:r>
              <a:rPr b="0" sz="1350">
                <a:solidFill>
                  <a:srgbClr val="003548"/>
                </a:solidFill>
                <a:latin typeface="Arial"/>
              </a:rPr>
              <a:t> con </a:t>
            </a:r>
            <a:r>
              <a:rPr b="1" sz="1350">
                <a:solidFill>
                  <a:srgbClr val="DF6426"/>
                </a:solidFill>
                <a:latin typeface="Courier New"/>
              </a:rPr>
              <a:t>with_structured_output</a:t>
            </a:r>
            <a:r>
              <a:rPr b="0" sz="1350">
                <a:solidFill>
                  <a:srgbClr val="003548"/>
                </a:solidFill>
                <a:latin typeface="Arial"/>
              </a:rPr>
              <a:t>; flag </a:t>
            </a:r>
            <a:r>
              <a:rPr b="1" sz="1350">
                <a:solidFill>
                  <a:srgbClr val="DF6426"/>
                </a:solidFill>
                <a:latin typeface="Courier New"/>
              </a:rPr>
              <a:t>escalation</a:t>
            </a:r>
            <a:r>
              <a:rPr b="0" sz="1350">
                <a:solidFill>
                  <a:srgbClr val="003548"/>
                </a:solidFill>
                <a:latin typeface="Arial"/>
              </a:rPr>
              <a:t> se urgenza ≥ 4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350">
                <a:solidFill>
                  <a:srgbClr val="003548"/>
                </a:solidFill>
                <a:latin typeface="Arial"/>
              </a:rPr>
              <a:t>Routing verso tre nodi di risposta con tono diverso; lo </a:t>
            </a:r>
            <a:r>
              <a:rPr b="1" sz="1350">
                <a:solidFill>
                  <a:srgbClr val="003548"/>
                </a:solidFill>
                <a:latin typeface="Arial"/>
              </a:rPr>
              <a:t>spam</a:t>
            </a:r>
            <a:r>
              <a:rPr b="0" sz="1350">
                <a:solidFill>
                  <a:srgbClr val="003548"/>
                </a:solidFill>
                <a:latin typeface="Arial"/>
              </a:rPr>
              <a:t> va direttamente a </a:t>
            </a:r>
            <a:r>
              <a:rPr b="1" sz="1350">
                <a:solidFill>
                  <a:srgbClr val="DF6426"/>
                </a:solidFill>
                <a:latin typeface="Courier New"/>
              </a:rPr>
              <a:t>END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350">
                <a:solidFill>
                  <a:srgbClr val="003548"/>
                </a:solidFill>
                <a:latin typeface="Arial"/>
              </a:rPr>
              <a:t>Elaborare una lista di 5 email di prova e stampare una tabella riassuntiva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1" sz="1350">
                <a:solidFill>
                  <a:srgbClr val="003548"/>
                </a:solidFill>
                <a:latin typeface="Arial"/>
              </a:rPr>
              <a:t>Bonus</a:t>
            </a:r>
            <a:r>
              <a:rPr b="0" sz="1350">
                <a:solidFill>
                  <a:srgbClr val="003548"/>
                </a:solidFill>
                <a:latin typeface="Arial"/>
              </a:rPr>
              <a:t>: aggiungere un evaluator che controlla il tono della risposta prima di chiudere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RIEPILOGO CONCETTI CORE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51</a:t>
            </a:fld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457200" y="1051560"/>
          <a:ext cx="8229600" cy="3621024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011680"/>
                <a:gridCol w="3383280"/>
                <a:gridCol w="2834640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b="1" sz="1150">
                          <a:solidFill>
                            <a:srgbClr val="FFFFFF"/>
                          </a:solidFill>
                          <a:latin typeface="Arial"/>
                        </a:rPr>
                        <a:t>Concetto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005A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50">
                          <a:solidFill>
                            <a:srgbClr val="FFFFFF"/>
                          </a:solidFill>
                          <a:latin typeface="Arial"/>
                        </a:rPr>
                        <a:t>API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005A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50">
                          <a:solidFill>
                            <a:srgbClr val="FFFFFF"/>
                          </a:solidFill>
                          <a:latin typeface="Arial"/>
                        </a:rPr>
                        <a:t>A cosa serve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005A77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b="0" sz="1150">
                          <a:solidFill>
                            <a:srgbClr val="003548"/>
                          </a:solidFill>
                          <a:latin typeface="Arial"/>
                        </a:rPr>
                        <a:t>State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50">
                          <a:solidFill>
                            <a:srgbClr val="DF6426"/>
                          </a:solidFill>
                          <a:latin typeface="Courier New"/>
                        </a:rPr>
                        <a:t>TypedDict</a:t>
                      </a:r>
                      <a:r>
                        <a:rPr b="0" sz="1150">
                          <a:solidFill>
                            <a:srgbClr val="003548"/>
                          </a:solidFill>
                          <a:latin typeface="Arial"/>
                        </a:rPr>
                        <a:t>, </a:t>
                      </a:r>
                      <a:r>
                        <a:rPr b="1" sz="1150">
                          <a:solidFill>
                            <a:srgbClr val="DF6426"/>
                          </a:solidFill>
                          <a:latin typeface="Courier New"/>
                        </a:rPr>
                        <a:t>MessagesState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150">
                          <a:solidFill>
                            <a:srgbClr val="003548"/>
                          </a:solidFill>
                          <a:latin typeface="Arial"/>
                        </a:rPr>
                        <a:t>memoria condivisa del grafo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b="0" sz="1150">
                          <a:solidFill>
                            <a:srgbClr val="003548"/>
                          </a:solidFill>
                          <a:latin typeface="Arial"/>
                        </a:rPr>
                        <a:t>Nodo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50">
                          <a:solidFill>
                            <a:srgbClr val="DF6426"/>
                          </a:solidFill>
                          <a:latin typeface="Courier New"/>
                        </a:rPr>
                        <a:t>add_node(nome, funzione)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150">
                          <a:solidFill>
                            <a:srgbClr val="003548"/>
                          </a:solidFill>
                          <a:latin typeface="Arial"/>
                        </a:rPr>
                        <a:t>un passo di lavoro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b="0" sz="1150">
                          <a:solidFill>
                            <a:srgbClr val="003548"/>
                          </a:solidFill>
                          <a:latin typeface="Arial"/>
                        </a:rPr>
                        <a:t>Edge / router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50">
                          <a:solidFill>
                            <a:srgbClr val="DF6426"/>
                          </a:solidFill>
                          <a:latin typeface="Courier New"/>
                        </a:rPr>
                        <a:t>add_edge</a:t>
                      </a:r>
                      <a:r>
                        <a:rPr b="0" sz="1150">
                          <a:solidFill>
                            <a:srgbClr val="003548"/>
                          </a:solidFill>
                          <a:latin typeface="Arial"/>
                        </a:rPr>
                        <a:t>, </a:t>
                      </a:r>
                      <a:r>
                        <a:rPr b="1" sz="1150">
                          <a:solidFill>
                            <a:srgbClr val="DF6426"/>
                          </a:solidFill>
                          <a:latin typeface="Courier New"/>
                        </a:rPr>
                        <a:t>add_conditional_edges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150">
                          <a:solidFill>
                            <a:srgbClr val="003548"/>
                          </a:solidFill>
                          <a:latin typeface="Arial"/>
                        </a:rPr>
                        <a:t>ordine e biforcazioni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b="0" sz="1150">
                          <a:solidFill>
                            <a:srgbClr val="003548"/>
                          </a:solidFill>
                          <a:latin typeface="Arial"/>
                        </a:rPr>
                        <a:t>Reducer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50">
                          <a:solidFill>
                            <a:srgbClr val="DF6426"/>
                          </a:solidFill>
                          <a:latin typeface="Courier New"/>
                        </a:rPr>
                        <a:t>Annotated[list, operator.add]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150">
                          <a:solidFill>
                            <a:srgbClr val="003548"/>
                          </a:solidFill>
                          <a:latin typeface="Arial"/>
                        </a:rPr>
                        <a:t>unire update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b="0" sz="1150">
                          <a:solidFill>
                            <a:srgbClr val="003548"/>
                          </a:solidFill>
                          <a:latin typeface="Arial"/>
                        </a:rPr>
                        <a:t>Memoria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50">
                          <a:solidFill>
                            <a:srgbClr val="DF6426"/>
                          </a:solidFill>
                          <a:latin typeface="Courier New"/>
                        </a:rPr>
                        <a:t>checkpointer</a:t>
                      </a:r>
                      <a:r>
                        <a:rPr b="0" sz="1150">
                          <a:solidFill>
                            <a:srgbClr val="003548"/>
                          </a:solidFill>
                          <a:latin typeface="Arial"/>
                        </a:rPr>
                        <a:t> + </a:t>
                      </a:r>
                      <a:r>
                        <a:rPr b="1" sz="1150">
                          <a:solidFill>
                            <a:srgbClr val="DF6426"/>
                          </a:solidFill>
                          <a:latin typeface="Courier New"/>
                        </a:rPr>
                        <a:t>thread_id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150">
                          <a:solidFill>
                            <a:srgbClr val="003548"/>
                          </a:solidFill>
                          <a:latin typeface="Arial"/>
                        </a:rPr>
                        <a:t>conversazioni multi-turno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b="0" sz="1150">
                          <a:solidFill>
                            <a:srgbClr val="003548"/>
                          </a:solidFill>
                          <a:latin typeface="Arial"/>
                        </a:rPr>
                        <a:t>Tool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50">
                          <a:solidFill>
                            <a:srgbClr val="DF6426"/>
                          </a:solidFill>
                          <a:latin typeface="Courier New"/>
                        </a:rPr>
                        <a:t>@tool</a:t>
                      </a:r>
                      <a:r>
                        <a:rPr b="0" sz="1150">
                          <a:solidFill>
                            <a:srgbClr val="003548"/>
                          </a:solidFill>
                          <a:latin typeface="Arial"/>
                        </a:rPr>
                        <a:t>, </a:t>
                      </a:r>
                      <a:r>
                        <a:rPr b="1" sz="1150">
                          <a:solidFill>
                            <a:srgbClr val="DF6426"/>
                          </a:solidFill>
                          <a:latin typeface="Courier New"/>
                        </a:rPr>
                        <a:t>bind_tools</a:t>
                      </a:r>
                      <a:r>
                        <a:rPr b="0" sz="1150">
                          <a:solidFill>
                            <a:srgbClr val="003548"/>
                          </a:solidFill>
                          <a:latin typeface="Arial"/>
                        </a:rPr>
                        <a:t>, </a:t>
                      </a:r>
                      <a:r>
                        <a:rPr b="1" sz="1150">
                          <a:solidFill>
                            <a:srgbClr val="DF6426"/>
                          </a:solidFill>
                          <a:latin typeface="Courier New"/>
                        </a:rPr>
                        <a:t>ToolNode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150">
                          <a:solidFill>
                            <a:srgbClr val="003548"/>
                          </a:solidFill>
                          <a:latin typeface="Arial"/>
                        </a:rPr>
                        <a:t>dare azioni all'LLM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b="0" sz="1150">
                          <a:solidFill>
                            <a:srgbClr val="003548"/>
                          </a:solidFill>
                          <a:latin typeface="Arial"/>
                        </a:rPr>
                        <a:t>Agente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150">
                          <a:solidFill>
                            <a:srgbClr val="003548"/>
                          </a:solidFill>
                          <a:latin typeface="Arial"/>
                        </a:rPr>
                        <a:t>loop ReAct / </a:t>
                      </a:r>
                      <a:r>
                        <a:rPr b="1" sz="1150">
                          <a:solidFill>
                            <a:srgbClr val="DF6426"/>
                          </a:solidFill>
                          <a:latin typeface="Courier New"/>
                        </a:rPr>
                        <a:t>create_agent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150">
                          <a:solidFill>
                            <a:srgbClr val="003548"/>
                          </a:solidFill>
                          <a:latin typeface="Arial"/>
                        </a:rPr>
                        <a:t>autonomia controllata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b="0" sz="1150">
                          <a:solidFill>
                            <a:srgbClr val="003548"/>
                          </a:solidFill>
                          <a:latin typeface="Arial"/>
                        </a:rPr>
                        <a:t>Structured output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50">
                          <a:solidFill>
                            <a:srgbClr val="DF6426"/>
                          </a:solidFill>
                          <a:latin typeface="Courier New"/>
                        </a:rPr>
                        <a:t>with_structured_output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150">
                          <a:solidFill>
                            <a:srgbClr val="003548"/>
                          </a:solidFill>
                          <a:latin typeface="Arial"/>
                        </a:rPr>
                        <a:t>risposte validate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40280"/>
            <a:ext cx="8229600" cy="731520"/>
          </a:xfrm>
        </p:spPr>
        <p:txBody>
          <a:bodyPr/>
          <a:lstStyle/>
          <a:p>
            <a:r>
              <a:t>2. APPROFONDIMENTI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73152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b="0" sz="1600">
                <a:solidFill>
                  <a:srgbClr val="005A77"/>
                </a:solidFill>
                <a:latin typeface="Arial"/>
              </a:rPr>
              <a:t>Per chi ha già basi di orchestrazione di agenti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2.0 MAPPA DEGLI APPROFONDIMENTI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53</a:t>
            </a:fld>
          </a:p>
        </p:txBody>
      </p:sp>
      <p:sp>
        <p:nvSpPr>
          <p:cNvPr id="34" name="Rounded Rectangle 33"/>
          <p:cNvSpPr/>
          <p:nvPr/>
        </p:nvSpPr>
        <p:spPr>
          <a:xfrm>
            <a:off x="457200" y="1097280"/>
            <a:ext cx="1965960" cy="169164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66928" y="1170432"/>
            <a:ext cx="174650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DF6426"/>
                </a:solidFill>
                <a:latin typeface="Arial"/>
              </a:rPr>
              <a:t>Stato avanzato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1554480"/>
            <a:ext cx="1746504" cy="1188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150">
                <a:solidFill>
                  <a:srgbClr val="003548"/>
                </a:solidFill>
                <a:latin typeface="Arial"/>
              </a:rPr>
              <a:t>schemi input/output, Pydantic, runtime context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542032" y="1097280"/>
            <a:ext cx="1965960" cy="1691640"/>
          </a:xfrm>
          <a:prstGeom prst="roundRect">
            <a:avLst>
              <a:gd name="adj" fmla="val 8000"/>
            </a:avLst>
          </a:prstGeom>
          <a:solidFill>
            <a:srgbClr val="FCEEE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2651760" y="1170432"/>
            <a:ext cx="174650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DF6426"/>
                </a:solidFill>
                <a:latin typeface="Arial"/>
              </a:rPr>
              <a:t>Controllo del flusso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51760" y="1554480"/>
            <a:ext cx="1746504" cy="1188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150">
                <a:solidFill>
                  <a:srgbClr val="003548"/>
                </a:solidFill>
                <a:latin typeface="Arial"/>
              </a:rPr>
              <a:t>Command, Send (map-reduce), subgraph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626864" y="1097280"/>
            <a:ext cx="1965960" cy="169164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4736592" y="1170432"/>
            <a:ext cx="174650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DF6426"/>
                </a:solidFill>
                <a:latin typeface="Arial"/>
              </a:rPr>
              <a:t>Persistenza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36592" y="1554480"/>
            <a:ext cx="1746504" cy="1188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150">
                <a:solidFill>
                  <a:srgbClr val="003548"/>
                </a:solidFill>
                <a:latin typeface="Arial"/>
              </a:rPr>
              <a:t>SqliteSaver, time travel, durability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711696" y="1097280"/>
            <a:ext cx="1965960" cy="1691640"/>
          </a:xfrm>
          <a:prstGeom prst="roundRect">
            <a:avLst>
              <a:gd name="adj" fmla="val 8000"/>
            </a:avLst>
          </a:prstGeom>
          <a:solidFill>
            <a:srgbClr val="FCEEE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821424" y="1170432"/>
            <a:ext cx="174650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DF6426"/>
                </a:solidFill>
                <a:latin typeface="Arial"/>
              </a:rPr>
              <a:t>Human-in-the-loop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21424" y="1554480"/>
            <a:ext cx="1746504" cy="1188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150">
                <a:solidFill>
                  <a:srgbClr val="003548"/>
                </a:solidFill>
                <a:latin typeface="Arial"/>
              </a:rPr>
              <a:t>interrupt, approvazioni, modifiche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2926080"/>
            <a:ext cx="1965960" cy="169164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566928" y="2999232"/>
            <a:ext cx="174650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DF6426"/>
                </a:solidFill>
                <a:latin typeface="Arial"/>
              </a:rPr>
              <a:t>Memoria e streaming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3383280"/>
            <a:ext cx="1746504" cy="1188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150">
                <a:solidFill>
                  <a:srgbClr val="003548"/>
                </a:solidFill>
                <a:latin typeface="Arial"/>
              </a:rPr>
              <a:t>Store a lungo termine, stream modes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542032" y="2926080"/>
            <a:ext cx="1965960" cy="1691640"/>
          </a:xfrm>
          <a:prstGeom prst="roundRect">
            <a:avLst>
              <a:gd name="adj" fmla="val 8000"/>
            </a:avLst>
          </a:prstGeom>
          <a:solidFill>
            <a:srgbClr val="FCEEE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2651760" y="2999232"/>
            <a:ext cx="174650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DF6426"/>
                </a:solidFill>
                <a:latin typeface="Arial"/>
              </a:rPr>
              <a:t>Multi-agente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651760" y="3383280"/>
            <a:ext cx="1746504" cy="1188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150">
                <a:solidFill>
                  <a:srgbClr val="003548"/>
                </a:solidFill>
                <a:latin typeface="Arial"/>
              </a:rPr>
              <a:t>supervisor, router, handoff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626864" y="2926080"/>
            <a:ext cx="1965960" cy="169164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4736592" y="2999232"/>
            <a:ext cx="174650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DF6426"/>
                </a:solidFill>
                <a:latin typeface="Arial"/>
              </a:rPr>
              <a:t>Dati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36592" y="3383280"/>
            <a:ext cx="1746504" cy="1188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150">
                <a:solidFill>
                  <a:srgbClr val="003548"/>
                </a:solidFill>
                <a:latin typeface="Arial"/>
              </a:rPr>
              <a:t>RAG agentico su PDF, agenti su SQLite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711696" y="2926080"/>
            <a:ext cx="1965960" cy="1691640"/>
          </a:xfrm>
          <a:prstGeom prst="roundRect">
            <a:avLst>
              <a:gd name="adj" fmla="val 8000"/>
            </a:avLst>
          </a:prstGeom>
          <a:solidFill>
            <a:srgbClr val="FCEEE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6821424" y="2999232"/>
            <a:ext cx="174650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DF6426"/>
                </a:solidFill>
                <a:latin typeface="Arial"/>
              </a:rPr>
              <a:t>Produzione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21424" y="3383280"/>
            <a:ext cx="1746504" cy="1188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150">
                <a:solidFill>
                  <a:srgbClr val="003548"/>
                </a:solidFill>
                <a:latin typeface="Arial"/>
              </a:rPr>
              <a:t>retry, cache, limiti, test, modelli locali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 SCHEMI DI INPUT E OUTPUT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54</a:t>
            </a:fld>
          </a:p>
        </p:txBody>
      </p:sp>
      <p:sp>
        <p:nvSpPr>
          <p:cNvPr id="34" name="Rounded Rectangle 33"/>
          <p:cNvSpPr/>
          <p:nvPr/>
        </p:nvSpPr>
        <p:spPr>
          <a:xfrm>
            <a:off x="457200" y="1051560"/>
            <a:ext cx="8229600" cy="3022600"/>
          </a:xfrm>
          <a:prstGeom prst="roundRect">
            <a:avLst>
              <a:gd name="adj" fmla="val 4000"/>
            </a:avLst>
          </a:prstGeom>
          <a:solidFill>
            <a:srgbClr val="0B2B38"/>
          </a:solidFill>
          <a:ln>
            <a:noFill/>
          </a:ln>
        </p:spPr>
        <p:txBody>
          <a:bodyPr rtlCol="0" anchor="t" wrap="square" lIns="128016" rIns="128016" tIns="91440" bIns="54864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F28C4F"/>
                </a:solidFill>
                <a:latin typeface="Courier New"/>
              </a:rPr>
              <a:t>class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7FCFF0"/>
                </a:solidFill>
                <a:latin typeface="Courier New"/>
              </a:rPr>
              <a:t>InputState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E8EEF1"/>
                </a:solidFill>
                <a:latin typeface="Courier New"/>
              </a:rPr>
              <a:t>TypedDict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  <a:r>
              <a:rPr sz="115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    </a:t>
            </a:r>
            <a:r>
              <a:rPr sz="1150">
                <a:solidFill>
                  <a:srgbClr val="E8EEF1"/>
                </a:solidFill>
                <a:latin typeface="Courier New"/>
              </a:rPr>
              <a:t>domanda</a:t>
            </a:r>
            <a:r>
              <a:rPr sz="1150">
                <a:solidFill>
                  <a:srgbClr val="E8EEF1"/>
                </a:solidFill>
                <a:latin typeface="Courier New"/>
              </a:rPr>
              <a:t>: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7FCFF0"/>
                </a:solidFill>
                <a:latin typeface="Courier New"/>
              </a:rPr>
              <a:t>str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F28C4F"/>
                </a:solidFill>
                <a:latin typeface="Courier New"/>
              </a:rPr>
              <a:t>class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7FCFF0"/>
                </a:solidFill>
                <a:latin typeface="Courier New"/>
              </a:rPr>
              <a:t>OutputState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E8EEF1"/>
                </a:solidFill>
                <a:latin typeface="Courier New"/>
              </a:rPr>
              <a:t>TypedDict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  <a:r>
              <a:rPr sz="115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    </a:t>
            </a:r>
            <a:r>
              <a:rPr sz="1150">
                <a:solidFill>
                  <a:srgbClr val="E8EEF1"/>
                </a:solidFill>
                <a:latin typeface="Courier New"/>
              </a:rPr>
              <a:t>risposta</a:t>
            </a:r>
            <a:r>
              <a:rPr sz="1150">
                <a:solidFill>
                  <a:srgbClr val="E8EEF1"/>
                </a:solidFill>
                <a:latin typeface="Courier New"/>
              </a:rPr>
              <a:t>: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7FCFF0"/>
                </a:solidFill>
                <a:latin typeface="Courier New"/>
              </a:rPr>
              <a:t>str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F28C4F"/>
                </a:solidFill>
                <a:latin typeface="Courier New"/>
              </a:rPr>
              <a:t>class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7FCFF0"/>
                </a:solidFill>
                <a:latin typeface="Courier New"/>
              </a:rPr>
              <a:t>OverallState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E8EEF1"/>
                </a:solidFill>
                <a:latin typeface="Courier New"/>
              </a:rPr>
              <a:t>InputState</a:t>
            </a:r>
            <a:r>
              <a:rPr sz="1150">
                <a:solidFill>
                  <a:srgbClr val="E8EEF1"/>
                </a:solidFill>
                <a:latin typeface="Courier New"/>
              </a:rPr>
              <a:t>,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OutputState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  <a:r>
              <a:rPr sz="115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    </a:t>
            </a:r>
            <a:r>
              <a:rPr sz="1150">
                <a:solidFill>
                  <a:srgbClr val="E8EEF1"/>
                </a:solidFill>
                <a:latin typeface="Courier New"/>
              </a:rPr>
              <a:t>documenti</a:t>
            </a:r>
            <a:r>
              <a:rPr sz="1150">
                <a:solidFill>
                  <a:srgbClr val="E8EEF1"/>
                </a:solidFill>
                <a:latin typeface="Courier New"/>
              </a:rPr>
              <a:t>: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7FCFF0"/>
                </a:solidFill>
                <a:latin typeface="Courier New"/>
              </a:rPr>
              <a:t>list</a:t>
            </a:r>
            <a:r>
              <a:rPr sz="1150">
                <a:solidFill>
                  <a:srgbClr val="E8EEF1"/>
                </a:solidFill>
                <a:latin typeface="Courier New"/>
              </a:rPr>
              <a:t>[</a:t>
            </a:r>
            <a:r>
              <a:rPr sz="1150">
                <a:solidFill>
                  <a:srgbClr val="7FCFF0"/>
                </a:solidFill>
                <a:latin typeface="Courier New"/>
              </a:rPr>
              <a:t>str</a:t>
            </a:r>
            <a:r>
              <a:rPr sz="1150">
                <a:solidFill>
                  <a:srgbClr val="E8EEF1"/>
                </a:solidFill>
                <a:latin typeface="Courier New"/>
              </a:rPr>
              <a:t>]</a:t>
            </a:r>
            <a:r>
              <a:rPr sz="1150">
                <a:solidFill>
                  <a:srgbClr val="E8EEF1"/>
                </a:solidFill>
                <a:latin typeface="Courier New"/>
              </a:rPr>
              <a:t>          </a:t>
            </a:r>
            <a:r>
              <a:rPr sz="1150">
                <a:solidFill>
                  <a:srgbClr val="8AA4B0"/>
                </a:solidFill>
                <a:latin typeface="Courier New"/>
              </a:rPr>
              <a:t># chiave INTERNA: non esce dall'invoke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F28C4F"/>
                </a:solidFill>
                <a:latin typeface="Courier New"/>
              </a:rPr>
              <a:t>def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7FCFF0"/>
                </a:solidFill>
                <a:latin typeface="Courier New"/>
              </a:rPr>
              <a:t>cerca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E8EEF1"/>
                </a:solidFill>
                <a:latin typeface="Courier New"/>
              </a:rPr>
              <a:t>state</a:t>
            </a:r>
            <a:r>
              <a:rPr sz="1150">
                <a:solidFill>
                  <a:srgbClr val="E8EEF1"/>
                </a:solidFill>
                <a:latin typeface="Courier New"/>
              </a:rPr>
              <a:t>: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InputState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-</a:t>
            </a:r>
            <a:r>
              <a:rPr sz="1150">
                <a:solidFill>
                  <a:srgbClr val="E8EEF1"/>
                </a:solidFill>
                <a:latin typeface="Courier New"/>
              </a:rPr>
              <a:t>&gt;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7FCFF0"/>
                </a:solidFill>
                <a:latin typeface="Courier New"/>
              </a:rPr>
              <a:t>dict</a:t>
            </a:r>
            <a:r>
              <a:rPr sz="1150">
                <a:solidFill>
                  <a:srgbClr val="E8EEF1"/>
                </a:solidFill>
                <a:latin typeface="Courier New"/>
              </a:rPr>
              <a:t>:</a:t>
            </a:r>
            <a:r>
              <a:rPr sz="1150">
                <a:solidFill>
                  <a:srgbClr val="E8EEF1"/>
                </a:solidFill>
                <a:latin typeface="Courier New"/>
              </a:rPr>
              <a:t>          </a:t>
            </a:r>
            <a:r>
              <a:rPr sz="1150">
                <a:solidFill>
                  <a:srgbClr val="8AA4B0"/>
                </a:solidFill>
                <a:latin typeface="Courier New"/>
              </a:rPr>
              <a:t># un nodo può leggere solo l'input…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    </a:t>
            </a:r>
            <a:r>
              <a:rPr sz="1150" b="1">
                <a:solidFill>
                  <a:srgbClr val="F28C4F"/>
                </a:solidFill>
                <a:latin typeface="Courier New"/>
              </a:rPr>
              <a:t>return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{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documenti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: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[</a:t>
            </a:r>
            <a:r>
              <a:rPr sz="1150">
                <a:solidFill>
                  <a:srgbClr val="B5D98B"/>
                </a:solidFill>
                <a:latin typeface="Courier New"/>
              </a:rPr>
              <a:t>f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doc su </a:t>
            </a:r>
            <a:r>
              <a:rPr sz="1150">
                <a:solidFill>
                  <a:srgbClr val="B5D98B"/>
                </a:solidFill>
                <a:latin typeface="Courier New"/>
              </a:rPr>
              <a:t>{</a:t>
            </a:r>
            <a:r>
              <a:rPr sz="1150">
                <a:solidFill>
                  <a:srgbClr val="E8EEF1"/>
                </a:solidFill>
                <a:latin typeface="Courier New"/>
              </a:rPr>
              <a:t>state</a:t>
            </a:r>
            <a:r>
              <a:rPr sz="1150">
                <a:solidFill>
                  <a:srgbClr val="E8EEF1"/>
                </a:solidFill>
                <a:latin typeface="Courier New"/>
              </a:rPr>
              <a:t>[</a:t>
            </a:r>
            <a:r>
              <a:rPr sz="1150">
                <a:solidFill>
                  <a:srgbClr val="B5D98B"/>
                </a:solidFill>
                <a:latin typeface="Courier New"/>
              </a:rPr>
              <a:t>'</a:t>
            </a:r>
            <a:r>
              <a:rPr sz="1150">
                <a:solidFill>
                  <a:srgbClr val="B5D98B"/>
                </a:solidFill>
                <a:latin typeface="Courier New"/>
              </a:rPr>
              <a:t>domanda</a:t>
            </a:r>
            <a:r>
              <a:rPr sz="1150">
                <a:solidFill>
                  <a:srgbClr val="B5D98B"/>
                </a:solidFill>
                <a:latin typeface="Courier New"/>
              </a:rPr>
              <a:t>'</a:t>
            </a:r>
            <a:r>
              <a:rPr sz="1150">
                <a:solidFill>
                  <a:srgbClr val="E8EEF1"/>
                </a:solidFill>
                <a:latin typeface="Courier New"/>
              </a:rPr>
              <a:t>]</a:t>
            </a:r>
            <a:r>
              <a:rPr sz="1150">
                <a:solidFill>
                  <a:srgbClr val="B5D98B"/>
                </a:solidFill>
                <a:latin typeface="Courier New"/>
              </a:rPr>
              <a:t>}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]</a:t>
            </a:r>
            <a:r>
              <a:rPr sz="1150">
                <a:solidFill>
                  <a:srgbClr val="E8EEF1"/>
                </a:solidFill>
                <a:latin typeface="Courier New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F28C4F"/>
                </a:solidFill>
                <a:latin typeface="Courier New"/>
              </a:rPr>
              <a:t>def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7FCFF0"/>
                </a:solidFill>
                <a:latin typeface="Courier New"/>
              </a:rPr>
              <a:t>rispondi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E8EEF1"/>
                </a:solidFill>
                <a:latin typeface="Courier New"/>
              </a:rPr>
              <a:t>state</a:t>
            </a:r>
            <a:r>
              <a:rPr sz="1150">
                <a:solidFill>
                  <a:srgbClr val="E8EEF1"/>
                </a:solidFill>
                <a:latin typeface="Courier New"/>
              </a:rPr>
              <a:t>: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OverallState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-</a:t>
            </a:r>
            <a:r>
              <a:rPr sz="1150">
                <a:solidFill>
                  <a:srgbClr val="E8EEF1"/>
                </a:solidFill>
                <a:latin typeface="Courier New"/>
              </a:rPr>
              <a:t>&gt;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7FCFF0"/>
                </a:solidFill>
                <a:latin typeface="Courier New"/>
              </a:rPr>
              <a:t>dict</a:t>
            </a:r>
            <a:r>
              <a:rPr sz="1150">
                <a:solidFill>
                  <a:srgbClr val="E8EEF1"/>
                </a:solidFill>
                <a:latin typeface="Courier New"/>
              </a:rPr>
              <a:t>:</a:t>
            </a:r>
            <a:r>
              <a:rPr sz="1150">
                <a:solidFill>
                  <a:srgbClr val="E8EEF1"/>
                </a:solidFill>
                <a:latin typeface="Courier New"/>
              </a:rPr>
              <a:t>      </a:t>
            </a:r>
            <a:r>
              <a:rPr sz="1150">
                <a:solidFill>
                  <a:srgbClr val="8AA4B0"/>
                </a:solidFill>
                <a:latin typeface="Courier New"/>
              </a:rPr>
              <a:t># …e un altro tutto lo state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    </a:t>
            </a:r>
            <a:r>
              <a:rPr sz="1150" b="1">
                <a:solidFill>
                  <a:srgbClr val="F28C4F"/>
                </a:solidFill>
                <a:latin typeface="Courier New"/>
              </a:rPr>
              <a:t>return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{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risposta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: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B5D98B"/>
                </a:solidFill>
                <a:latin typeface="Courier New"/>
              </a:rPr>
              <a:t>f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Trovati </a:t>
            </a:r>
            <a:r>
              <a:rPr sz="1150">
                <a:solidFill>
                  <a:srgbClr val="B5D98B"/>
                </a:solidFill>
                <a:latin typeface="Courier New"/>
              </a:rPr>
              <a:t>{</a:t>
            </a:r>
            <a:r>
              <a:rPr sz="1150">
                <a:solidFill>
                  <a:srgbClr val="7FCFF0"/>
                </a:solidFill>
                <a:latin typeface="Courier New"/>
              </a:rPr>
              <a:t>len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E8EEF1"/>
                </a:solidFill>
                <a:latin typeface="Courier New"/>
              </a:rPr>
              <a:t>state</a:t>
            </a:r>
            <a:r>
              <a:rPr sz="1150">
                <a:solidFill>
                  <a:srgbClr val="E8EEF1"/>
                </a:solidFill>
                <a:latin typeface="Courier New"/>
              </a:rPr>
              <a:t>[</a:t>
            </a:r>
            <a:r>
              <a:rPr sz="1150">
                <a:solidFill>
                  <a:srgbClr val="B5D98B"/>
                </a:solidFill>
                <a:latin typeface="Courier New"/>
              </a:rPr>
              <a:t>'</a:t>
            </a:r>
            <a:r>
              <a:rPr sz="1150">
                <a:solidFill>
                  <a:srgbClr val="B5D98B"/>
                </a:solidFill>
                <a:latin typeface="Courier New"/>
              </a:rPr>
              <a:t>documenti</a:t>
            </a:r>
            <a:r>
              <a:rPr sz="1150">
                <a:solidFill>
                  <a:srgbClr val="B5D98B"/>
                </a:solidFill>
                <a:latin typeface="Courier New"/>
              </a:rPr>
              <a:t>'</a:t>
            </a:r>
            <a:r>
              <a:rPr sz="1150">
                <a:solidFill>
                  <a:srgbClr val="E8EEF1"/>
                </a:solidFill>
                <a:latin typeface="Courier New"/>
              </a:rPr>
              <a:t>]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  <a:r>
              <a:rPr sz="1150">
                <a:solidFill>
                  <a:srgbClr val="B5D98B"/>
                </a:solidFill>
                <a:latin typeface="Courier New"/>
              </a:rPr>
              <a:t>}</a:t>
            </a:r>
            <a:r>
              <a:rPr sz="1150">
                <a:solidFill>
                  <a:srgbClr val="B5D98B"/>
                </a:solidFill>
                <a:latin typeface="Courier New"/>
              </a:rPr>
              <a:t> documenti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builder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=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StateGraph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E8EEF1"/>
                </a:solidFill>
                <a:latin typeface="Courier New"/>
              </a:rPr>
              <a:t>OverallState</a:t>
            </a:r>
            <a:r>
              <a:rPr sz="1150">
                <a:solidFill>
                  <a:srgbClr val="E8EEF1"/>
                </a:solidFill>
                <a:latin typeface="Courier New"/>
              </a:rPr>
              <a:t>,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input_schema</a:t>
            </a:r>
            <a:r>
              <a:rPr sz="1150">
                <a:solidFill>
                  <a:srgbClr val="E8EEF1"/>
                </a:solidFill>
                <a:latin typeface="Courier New"/>
              </a:rPr>
              <a:t>=</a:t>
            </a:r>
            <a:r>
              <a:rPr sz="1150">
                <a:solidFill>
                  <a:srgbClr val="E8EEF1"/>
                </a:solidFill>
                <a:latin typeface="Courier New"/>
              </a:rPr>
              <a:t>InputState</a:t>
            </a:r>
            <a:r>
              <a:rPr sz="1150">
                <a:solidFill>
                  <a:srgbClr val="E8EEF1"/>
                </a:solidFill>
                <a:latin typeface="Courier New"/>
              </a:rPr>
              <a:t>,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output_schema</a:t>
            </a:r>
            <a:r>
              <a:rPr sz="1150">
                <a:solidFill>
                  <a:srgbClr val="E8EEF1"/>
                </a:solidFill>
                <a:latin typeface="Courier New"/>
              </a:rPr>
              <a:t>=</a:t>
            </a:r>
            <a:r>
              <a:rPr sz="1150">
                <a:solidFill>
                  <a:srgbClr val="E8EEF1"/>
                </a:solidFill>
                <a:latin typeface="Courier New"/>
              </a:rPr>
              <a:t>OutputState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builder</a:t>
            </a:r>
            <a:r>
              <a:rPr sz="1150">
                <a:solidFill>
                  <a:srgbClr val="E8EEF1"/>
                </a:solidFill>
                <a:latin typeface="Courier New"/>
              </a:rPr>
              <a:t>.</a:t>
            </a:r>
            <a:r>
              <a:rPr sz="1150">
                <a:solidFill>
                  <a:srgbClr val="E8EEF1"/>
                </a:solidFill>
                <a:latin typeface="Courier New"/>
              </a:rPr>
              <a:t>add_sequence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E8EEF1"/>
                </a:solidFill>
                <a:latin typeface="Courier New"/>
              </a:rPr>
              <a:t>[</a:t>
            </a:r>
            <a:r>
              <a:rPr sz="1150">
                <a:solidFill>
                  <a:srgbClr val="E8EEF1"/>
                </a:solidFill>
                <a:latin typeface="Courier New"/>
              </a:rPr>
              <a:t>cerca</a:t>
            </a:r>
            <a:r>
              <a:rPr sz="1150">
                <a:solidFill>
                  <a:srgbClr val="E8EEF1"/>
                </a:solidFill>
                <a:latin typeface="Courier New"/>
              </a:rPr>
              <a:t>,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rispondi</a:t>
            </a:r>
            <a:r>
              <a:rPr sz="1150">
                <a:solidFill>
                  <a:srgbClr val="E8EEF1"/>
                </a:solidFill>
                <a:latin typeface="Courier New"/>
              </a:rPr>
              <a:t>]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builder</a:t>
            </a:r>
            <a:r>
              <a:rPr sz="1150">
                <a:solidFill>
                  <a:srgbClr val="E8EEF1"/>
                </a:solidFill>
                <a:latin typeface="Courier New"/>
              </a:rPr>
              <a:t>.</a:t>
            </a:r>
            <a:r>
              <a:rPr sz="1150">
                <a:solidFill>
                  <a:srgbClr val="E8EEF1"/>
                </a:solidFill>
                <a:latin typeface="Courier New"/>
              </a:rPr>
              <a:t>add_edge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E8EEF1"/>
                </a:solidFill>
                <a:latin typeface="Courier New"/>
              </a:rPr>
              <a:t>START</a:t>
            </a:r>
            <a:r>
              <a:rPr sz="1150">
                <a:solidFill>
                  <a:srgbClr val="E8EEF1"/>
                </a:solidFill>
                <a:latin typeface="Courier New"/>
              </a:rPr>
              <a:t>,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cerca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builder</a:t>
            </a:r>
            <a:r>
              <a:rPr sz="1150">
                <a:solidFill>
                  <a:srgbClr val="E8EEF1"/>
                </a:solidFill>
                <a:latin typeface="Courier New"/>
              </a:rPr>
              <a:t>.</a:t>
            </a:r>
            <a:r>
              <a:rPr sz="1150">
                <a:solidFill>
                  <a:srgbClr val="E8EEF1"/>
                </a:solidFill>
                <a:latin typeface="Courier New"/>
              </a:rPr>
              <a:t>add_edge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rispondi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,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END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graph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=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builder</a:t>
            </a:r>
            <a:r>
              <a:rPr sz="1150">
                <a:solidFill>
                  <a:srgbClr val="E8EEF1"/>
                </a:solidFill>
                <a:latin typeface="Courier New"/>
              </a:rPr>
              <a:t>.</a:t>
            </a:r>
            <a:r>
              <a:rPr sz="1150">
                <a:solidFill>
                  <a:srgbClr val="E8EEF1"/>
                </a:solidFill>
                <a:latin typeface="Courier New"/>
              </a:rPr>
              <a:t>compile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7FCFF0"/>
                </a:solidFill>
                <a:latin typeface="Courier New"/>
              </a:rPr>
              <a:t>print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E8EEF1"/>
                </a:solidFill>
                <a:latin typeface="Courier New"/>
              </a:rPr>
              <a:t>graph</a:t>
            </a:r>
            <a:r>
              <a:rPr sz="1150">
                <a:solidFill>
                  <a:srgbClr val="E8EEF1"/>
                </a:solidFill>
                <a:latin typeface="Courier New"/>
              </a:rPr>
              <a:t>.</a:t>
            </a:r>
            <a:r>
              <a:rPr sz="1150">
                <a:solidFill>
                  <a:srgbClr val="E8EEF1"/>
                </a:solidFill>
                <a:latin typeface="Courier New"/>
              </a:rPr>
              <a:t>invoke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E8EEF1"/>
                </a:solidFill>
                <a:latin typeface="Courier New"/>
              </a:rPr>
              <a:t>{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domanda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: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ferie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}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  <a:r>
              <a:rPr sz="1150">
                <a:solidFill>
                  <a:srgbClr val="E8EEF1"/>
                </a:solidFill>
                <a:latin typeface="Courier New"/>
              </a:rPr>
              <a:t>      </a:t>
            </a:r>
            <a:r>
              <a:rPr sz="1150">
                <a:solidFill>
                  <a:srgbClr val="8AA4B0"/>
                </a:solidFill>
                <a:latin typeface="Courier New"/>
              </a:rPr>
              <a:t># {'risposta': 'Trovati 1 documenti'}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0" y="4864608"/>
            <a:ext cx="32918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b="0" sz="1000">
                <a:solidFill>
                  <a:srgbClr val="76777B"/>
                </a:solidFill>
                <a:latin typeface="Arial"/>
              </a:rPr>
              <a:t>Esempio: </a:t>
            </a:r>
            <a:r>
              <a:rPr b="1" sz="1000">
                <a:solidFill>
                  <a:srgbClr val="005A77"/>
                </a:solidFill>
                <a:latin typeface="Courier New"/>
              </a:rPr>
              <a:t>18_schemi_stato.py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2.2 STATE CON PYDANTIC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55</a:t>
            </a:fld>
          </a:p>
        </p:txBody>
      </p:sp>
      <p:sp>
        <p:nvSpPr>
          <p:cNvPr id="34" name="Rounded Rectangle 33"/>
          <p:cNvSpPr/>
          <p:nvPr/>
        </p:nvSpPr>
        <p:spPr>
          <a:xfrm>
            <a:off x="457200" y="1051560"/>
            <a:ext cx="8229600" cy="3142488"/>
          </a:xfrm>
          <a:prstGeom prst="roundRect">
            <a:avLst>
              <a:gd name="adj" fmla="val 4000"/>
            </a:avLst>
          </a:prstGeom>
          <a:solidFill>
            <a:srgbClr val="0B2B38"/>
          </a:solidFill>
          <a:ln>
            <a:noFill/>
          </a:ln>
        </p:spPr>
        <p:txBody>
          <a:bodyPr rtlCol="0" anchor="t" wrap="square" lIns="128016" rIns="128016" tIns="91440" bIns="54864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28C4F"/>
                </a:solidFill>
                <a:latin typeface="Courier New"/>
              </a:rPr>
              <a:t>from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pydantic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 b="1">
                <a:solidFill>
                  <a:srgbClr val="F28C4F"/>
                </a:solidFill>
                <a:latin typeface="Courier New"/>
              </a:rPr>
              <a:t>import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BaseModel</a:t>
            </a:r>
            <a:r>
              <a:rPr sz="1200">
                <a:solidFill>
                  <a:srgbClr val="E8EEF1"/>
                </a:solidFill>
                <a:latin typeface="Courier New"/>
              </a:rPr>
              <a:t>,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Field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28C4F"/>
                </a:solidFill>
                <a:latin typeface="Courier New"/>
              </a:rPr>
              <a:t>class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7FCFF0"/>
                </a:solidFill>
                <a:latin typeface="Courier New"/>
              </a:rPr>
              <a:t>Ordine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BaseModel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  <a:r>
              <a:rPr sz="120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    </a:t>
            </a:r>
            <a:r>
              <a:rPr sz="1200">
                <a:solidFill>
                  <a:srgbClr val="E8EEF1"/>
                </a:solidFill>
                <a:latin typeface="Courier New"/>
              </a:rPr>
              <a:t>cliente</a:t>
            </a:r>
            <a:r>
              <a:rPr sz="1200">
                <a:solidFill>
                  <a:srgbClr val="E8EEF1"/>
                </a:solidFill>
                <a:latin typeface="Courier New"/>
              </a:rPr>
              <a:t>: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7FCFF0"/>
                </a:solidFill>
                <a:latin typeface="Courier New"/>
              </a:rPr>
              <a:t>str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    </a:t>
            </a:r>
            <a:r>
              <a:rPr sz="1200">
                <a:solidFill>
                  <a:srgbClr val="E8EEF1"/>
                </a:solidFill>
                <a:latin typeface="Courier New"/>
              </a:rPr>
              <a:t>quantita</a:t>
            </a:r>
            <a:r>
              <a:rPr sz="1200">
                <a:solidFill>
                  <a:srgbClr val="E8EEF1"/>
                </a:solidFill>
                <a:latin typeface="Courier New"/>
              </a:rPr>
              <a:t>: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7FCFF0"/>
                </a:solidFill>
                <a:latin typeface="Courier New"/>
              </a:rPr>
              <a:t>int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=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Field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gt</a:t>
            </a:r>
            <a:r>
              <a:rPr sz="1200">
                <a:solidFill>
                  <a:srgbClr val="E8EEF1"/>
                </a:solidFill>
                <a:latin typeface="Courier New"/>
              </a:rPr>
              <a:t>=</a:t>
            </a:r>
            <a:r>
              <a:rPr sz="1200">
                <a:solidFill>
                  <a:srgbClr val="F5C96A"/>
                </a:solidFill>
                <a:latin typeface="Courier New"/>
              </a:rPr>
              <a:t>0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  <a:r>
              <a:rPr sz="1200">
                <a:solidFill>
                  <a:srgbClr val="E8EEF1"/>
                </a:solidFill>
                <a:latin typeface="Courier New"/>
              </a:rPr>
              <a:t>          </a:t>
            </a:r>
            <a:r>
              <a:rPr sz="1200">
                <a:solidFill>
                  <a:srgbClr val="8AA4B0"/>
                </a:solidFill>
                <a:latin typeface="Courier New"/>
              </a:rPr>
              <a:t># validato all'ingresso del grafo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    </a:t>
            </a:r>
            <a:r>
              <a:rPr sz="1200">
                <a:solidFill>
                  <a:srgbClr val="E8EEF1"/>
                </a:solidFill>
                <a:latin typeface="Courier New"/>
              </a:rPr>
              <a:t>note</a:t>
            </a:r>
            <a:r>
              <a:rPr sz="1200">
                <a:solidFill>
                  <a:srgbClr val="E8EEF1"/>
                </a:solidFill>
                <a:latin typeface="Courier New"/>
              </a:rPr>
              <a:t>: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7FCFF0"/>
                </a:solidFill>
                <a:latin typeface="Courier New"/>
              </a:rPr>
              <a:t>str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=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                       </a:t>
            </a:r>
            <a:r>
              <a:rPr sz="1200">
                <a:solidFill>
                  <a:srgbClr val="8AA4B0"/>
                </a:solidFill>
                <a:latin typeface="Courier New"/>
              </a:rPr>
              <a:t># valore di default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28C4F"/>
                </a:solidFill>
                <a:latin typeface="Courier New"/>
              </a:rPr>
              <a:t>def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7FCFF0"/>
                </a:solidFill>
                <a:latin typeface="Courier New"/>
              </a:rPr>
              <a:t>prepara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state</a:t>
            </a:r>
            <a:r>
              <a:rPr sz="1200">
                <a:solidFill>
                  <a:srgbClr val="E8EEF1"/>
                </a:solidFill>
                <a:latin typeface="Courier New"/>
              </a:rPr>
              <a:t>: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Ordine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-</a:t>
            </a:r>
            <a:r>
              <a:rPr sz="1200">
                <a:solidFill>
                  <a:srgbClr val="E8EEF1"/>
                </a:solidFill>
                <a:latin typeface="Courier New"/>
              </a:rPr>
              <a:t>&gt;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7FCFF0"/>
                </a:solidFill>
                <a:latin typeface="Courier New"/>
              </a:rPr>
              <a:t>dict</a:t>
            </a:r>
            <a:r>
              <a:rPr sz="1200">
                <a:solidFill>
                  <a:srgbClr val="E8EEF1"/>
                </a:solidFill>
                <a:latin typeface="Courier New"/>
              </a:rPr>
              <a:t>:</a:t>
            </a:r>
            <a:r>
              <a:rPr sz="1200">
                <a:solidFill>
                  <a:srgbClr val="E8EEF1"/>
                </a:solidFill>
                <a:latin typeface="Courier New"/>
              </a:rPr>
              <a:t>      </a:t>
            </a:r>
            <a:r>
              <a:rPr sz="1200">
                <a:solidFill>
                  <a:srgbClr val="8AA4B0"/>
                </a:solidFill>
                <a:latin typeface="Courier New"/>
              </a:rPr>
              <a:t># accesso per attributo: state.quantita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    </a:t>
            </a:r>
            <a:r>
              <a:rPr sz="1200" b="1">
                <a:solidFill>
                  <a:srgbClr val="F28C4F"/>
                </a:solidFill>
                <a:latin typeface="Courier New"/>
              </a:rPr>
              <a:t>return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{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note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: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B5D98B"/>
                </a:solidFill>
                <a:latin typeface="Courier New"/>
              </a:rPr>
              <a:t>f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{</a:t>
            </a:r>
            <a:r>
              <a:rPr sz="1200">
                <a:solidFill>
                  <a:srgbClr val="E8EEF1"/>
                </a:solidFill>
                <a:latin typeface="Courier New"/>
              </a:rPr>
              <a:t>state</a:t>
            </a:r>
            <a:r>
              <a:rPr sz="1200">
                <a:solidFill>
                  <a:srgbClr val="E8EEF1"/>
                </a:solidFill>
                <a:latin typeface="Courier New"/>
              </a:rPr>
              <a:t>.</a:t>
            </a:r>
            <a:r>
              <a:rPr sz="1200">
                <a:solidFill>
                  <a:srgbClr val="E8EEF1"/>
                </a:solidFill>
                <a:latin typeface="Courier New"/>
              </a:rPr>
              <a:t>quantita</a:t>
            </a:r>
            <a:r>
              <a:rPr sz="1200">
                <a:solidFill>
                  <a:srgbClr val="B5D98B"/>
                </a:solidFill>
                <a:latin typeface="Courier New"/>
              </a:rPr>
              <a:t>}</a:t>
            </a:r>
            <a:r>
              <a:rPr sz="1200">
                <a:solidFill>
                  <a:srgbClr val="B5D98B"/>
                </a:solidFill>
                <a:latin typeface="Courier New"/>
              </a:rPr>
              <a:t> pezzi per </a:t>
            </a:r>
            <a:r>
              <a:rPr sz="1200">
                <a:solidFill>
                  <a:srgbClr val="B5D98B"/>
                </a:solidFill>
                <a:latin typeface="Courier New"/>
              </a:rPr>
              <a:t>{</a:t>
            </a:r>
            <a:r>
              <a:rPr sz="1200">
                <a:solidFill>
                  <a:srgbClr val="E8EEF1"/>
                </a:solidFill>
                <a:latin typeface="Courier New"/>
              </a:rPr>
              <a:t>state</a:t>
            </a:r>
            <a:r>
              <a:rPr sz="1200">
                <a:solidFill>
                  <a:srgbClr val="E8EEF1"/>
                </a:solidFill>
                <a:latin typeface="Courier New"/>
              </a:rPr>
              <a:t>.</a:t>
            </a:r>
            <a:r>
              <a:rPr sz="1200">
                <a:solidFill>
                  <a:srgbClr val="E8EEF1"/>
                </a:solidFill>
                <a:latin typeface="Courier New"/>
              </a:rPr>
              <a:t>cliente</a:t>
            </a:r>
            <a:r>
              <a:rPr sz="1200">
                <a:solidFill>
                  <a:srgbClr val="B5D98B"/>
                </a:solidFill>
                <a:latin typeface="Courier New"/>
              </a:rPr>
              <a:t>}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g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=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StateGraph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Ordine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g</a:t>
            </a:r>
            <a:r>
              <a:rPr sz="1200">
                <a:solidFill>
                  <a:srgbClr val="E8EEF1"/>
                </a:solidFill>
                <a:latin typeface="Courier New"/>
              </a:rPr>
              <a:t>.</a:t>
            </a:r>
            <a:r>
              <a:rPr sz="1200">
                <a:solidFill>
                  <a:srgbClr val="E8EEF1"/>
                </a:solidFill>
                <a:latin typeface="Courier New"/>
              </a:rPr>
              <a:t>add_node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prepara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,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prepara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g</a:t>
            </a:r>
            <a:r>
              <a:rPr sz="1200">
                <a:solidFill>
                  <a:srgbClr val="E8EEF1"/>
                </a:solidFill>
                <a:latin typeface="Courier New"/>
              </a:rPr>
              <a:t>.</a:t>
            </a:r>
            <a:r>
              <a:rPr sz="1200">
                <a:solidFill>
                  <a:srgbClr val="E8EEF1"/>
                </a:solidFill>
                <a:latin typeface="Courier New"/>
              </a:rPr>
              <a:t>add_edge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START</a:t>
            </a:r>
            <a:r>
              <a:rPr sz="1200">
                <a:solidFill>
                  <a:srgbClr val="E8EEF1"/>
                </a:solidFill>
                <a:latin typeface="Courier New"/>
              </a:rPr>
              <a:t>,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prepara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grafo_ordini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=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g</a:t>
            </a:r>
            <a:r>
              <a:rPr sz="1200">
                <a:solidFill>
                  <a:srgbClr val="E8EEF1"/>
                </a:solidFill>
                <a:latin typeface="Courier New"/>
              </a:rPr>
              <a:t>.</a:t>
            </a:r>
            <a:r>
              <a:rPr sz="1200">
                <a:solidFill>
                  <a:srgbClr val="E8EEF1"/>
                </a:solidFill>
                <a:latin typeface="Courier New"/>
              </a:rPr>
              <a:t>compile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FCFF0"/>
                </a:solidFill>
                <a:latin typeface="Courier New"/>
              </a:rPr>
              <a:t>print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grafo_ordini</a:t>
            </a:r>
            <a:r>
              <a:rPr sz="1200">
                <a:solidFill>
                  <a:srgbClr val="E8EEF1"/>
                </a:solidFill>
                <a:latin typeface="Courier New"/>
              </a:rPr>
              <a:t>.</a:t>
            </a:r>
            <a:r>
              <a:rPr sz="1200">
                <a:solidFill>
                  <a:srgbClr val="E8EEF1"/>
                </a:solidFill>
                <a:latin typeface="Courier New"/>
              </a:rPr>
              <a:t>invoke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{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cliente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: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Rossi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,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quantita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: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F5C96A"/>
                </a:solidFill>
                <a:latin typeface="Courier New"/>
              </a:rPr>
              <a:t>3</a:t>
            </a:r>
            <a:r>
              <a:rPr sz="1200">
                <a:solidFill>
                  <a:srgbClr val="E8EEF1"/>
                </a:solidFill>
                <a:latin typeface="Courier New"/>
              </a:rPr>
              <a:t>}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8AA4B0"/>
                </a:solidFill>
                <a:latin typeface="Courier New"/>
              </a:rPr>
              <a:t># grafo_ordini.invoke({"cliente": "Rossi", "quantita": 0})  → ValidationError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0" y="4864608"/>
            <a:ext cx="32918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b="0" sz="1000">
                <a:solidFill>
                  <a:srgbClr val="76777B"/>
                </a:solidFill>
                <a:latin typeface="Arial"/>
              </a:rPr>
              <a:t>Esempio: </a:t>
            </a:r>
            <a:r>
              <a:rPr b="1" sz="1000">
                <a:solidFill>
                  <a:srgbClr val="005A77"/>
                </a:solidFill>
                <a:latin typeface="Courier New"/>
              </a:rPr>
              <a:t>18_schemi_stato.py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2.3 RUNTIME CONTEXT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56</a:t>
            </a:fld>
          </a:p>
        </p:txBody>
      </p:sp>
      <p:sp>
        <p:nvSpPr>
          <p:cNvPr id="34" name="Rounded Rectangle 33"/>
          <p:cNvSpPr/>
          <p:nvPr/>
        </p:nvSpPr>
        <p:spPr>
          <a:xfrm>
            <a:off x="457200" y="1051560"/>
            <a:ext cx="8229600" cy="3194938"/>
          </a:xfrm>
          <a:prstGeom prst="roundRect">
            <a:avLst>
              <a:gd name="adj" fmla="val 4000"/>
            </a:avLst>
          </a:prstGeom>
          <a:solidFill>
            <a:srgbClr val="0B2B38"/>
          </a:solidFill>
          <a:ln>
            <a:noFill/>
          </a:ln>
        </p:spPr>
        <p:txBody>
          <a:bodyPr rtlCol="0" anchor="t" wrap="square" lIns="128016" rIns="128016" tIns="91440" bIns="54864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F28C4F"/>
                </a:solidFill>
                <a:latin typeface="Courier New"/>
              </a:rPr>
              <a:t>from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dataclasses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 b="1">
                <a:solidFill>
                  <a:srgbClr val="F28C4F"/>
                </a:solidFill>
                <a:latin typeface="Courier New"/>
              </a:rPr>
              <a:t>import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dataclass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F28C4F"/>
                </a:solidFill>
                <a:latin typeface="Courier New"/>
              </a:rPr>
              <a:t>from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langgraph</a:t>
            </a:r>
            <a:r>
              <a:rPr sz="1150">
                <a:solidFill>
                  <a:srgbClr val="E8EEF1"/>
                </a:solidFill>
                <a:latin typeface="Courier New"/>
              </a:rPr>
              <a:t>.</a:t>
            </a:r>
            <a:r>
              <a:rPr sz="1150">
                <a:solidFill>
                  <a:srgbClr val="E8EEF1"/>
                </a:solidFill>
                <a:latin typeface="Courier New"/>
              </a:rPr>
              <a:t>runtime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 b="1">
                <a:solidFill>
                  <a:srgbClr val="F28C4F"/>
                </a:solidFill>
                <a:latin typeface="Courier New"/>
              </a:rPr>
              <a:t>import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Runtime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F5C96A"/>
                </a:solidFill>
                <a:latin typeface="Courier New"/>
              </a:rPr>
              <a:t>@dataclass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F28C4F"/>
                </a:solidFill>
                <a:latin typeface="Courier New"/>
              </a:rPr>
              <a:t>class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7FCFF0"/>
                </a:solidFill>
                <a:latin typeface="Courier New"/>
              </a:rPr>
              <a:t>Contesto</a:t>
            </a:r>
            <a:r>
              <a:rPr sz="1150">
                <a:solidFill>
                  <a:srgbClr val="E8EEF1"/>
                </a:solidFill>
                <a:latin typeface="Courier New"/>
              </a:rPr>
              <a:t>:</a:t>
            </a:r>
            <a:r>
              <a:rPr sz="1150">
                <a:solidFill>
                  <a:srgbClr val="E8EEF1"/>
                </a:solidFill>
                <a:latin typeface="Courier New"/>
              </a:rPr>
              <a:t>          </a:t>
            </a:r>
            <a:r>
              <a:rPr sz="1150">
                <a:solidFill>
                  <a:srgbClr val="8AA4B0"/>
                </a:solidFill>
                <a:latin typeface="Courier New"/>
              </a:rPr>
              <a:t># "configurazione" della singola esecuzione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    </a:t>
            </a:r>
            <a:r>
              <a:rPr sz="1150">
                <a:solidFill>
                  <a:srgbClr val="E8EEF1"/>
                </a:solidFill>
                <a:latin typeface="Courier New"/>
              </a:rPr>
              <a:t>utente_id</a:t>
            </a:r>
            <a:r>
              <a:rPr sz="1150">
                <a:solidFill>
                  <a:srgbClr val="E8EEF1"/>
                </a:solidFill>
                <a:latin typeface="Courier New"/>
              </a:rPr>
              <a:t>: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7FCFF0"/>
                </a:solidFill>
                <a:latin typeface="Courier New"/>
              </a:rPr>
              <a:t>str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    </a:t>
            </a:r>
            <a:r>
              <a:rPr sz="1150">
                <a:solidFill>
                  <a:srgbClr val="E8EEF1"/>
                </a:solidFill>
                <a:latin typeface="Courier New"/>
              </a:rPr>
              <a:t>lingua</a:t>
            </a:r>
            <a:r>
              <a:rPr sz="1150">
                <a:solidFill>
                  <a:srgbClr val="E8EEF1"/>
                </a:solidFill>
                <a:latin typeface="Courier New"/>
              </a:rPr>
              <a:t>: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7FCFF0"/>
                </a:solidFill>
                <a:latin typeface="Courier New"/>
              </a:rPr>
              <a:t>str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=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it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F28C4F"/>
                </a:solidFill>
                <a:latin typeface="Courier New"/>
              </a:rPr>
              <a:t>class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7FCFF0"/>
                </a:solidFill>
                <a:latin typeface="Courier New"/>
              </a:rPr>
              <a:t>S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E8EEF1"/>
                </a:solidFill>
                <a:latin typeface="Courier New"/>
              </a:rPr>
              <a:t>TypedDict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  <a:r>
              <a:rPr sz="115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    </a:t>
            </a:r>
            <a:r>
              <a:rPr sz="1150">
                <a:solidFill>
                  <a:srgbClr val="E8EEF1"/>
                </a:solidFill>
                <a:latin typeface="Courier New"/>
              </a:rPr>
              <a:t>testo</a:t>
            </a:r>
            <a:r>
              <a:rPr sz="1150">
                <a:solidFill>
                  <a:srgbClr val="E8EEF1"/>
                </a:solidFill>
                <a:latin typeface="Courier New"/>
              </a:rPr>
              <a:t>: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7FCFF0"/>
                </a:solidFill>
                <a:latin typeface="Courier New"/>
              </a:rPr>
              <a:t>str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F28C4F"/>
                </a:solidFill>
                <a:latin typeface="Courier New"/>
              </a:rPr>
              <a:t>def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7FCFF0"/>
                </a:solidFill>
                <a:latin typeface="Courier New"/>
              </a:rPr>
              <a:t>saluta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E8EEF1"/>
                </a:solidFill>
                <a:latin typeface="Courier New"/>
              </a:rPr>
              <a:t>state</a:t>
            </a:r>
            <a:r>
              <a:rPr sz="1150">
                <a:solidFill>
                  <a:srgbClr val="E8EEF1"/>
                </a:solidFill>
                <a:latin typeface="Courier New"/>
              </a:rPr>
              <a:t>: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S</a:t>
            </a:r>
            <a:r>
              <a:rPr sz="1150">
                <a:solidFill>
                  <a:srgbClr val="E8EEF1"/>
                </a:solidFill>
                <a:latin typeface="Courier New"/>
              </a:rPr>
              <a:t>,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runtime</a:t>
            </a:r>
            <a:r>
              <a:rPr sz="1150">
                <a:solidFill>
                  <a:srgbClr val="E8EEF1"/>
                </a:solidFill>
                <a:latin typeface="Courier New"/>
              </a:rPr>
              <a:t>: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Runtime</a:t>
            </a:r>
            <a:r>
              <a:rPr sz="1150">
                <a:solidFill>
                  <a:srgbClr val="E8EEF1"/>
                </a:solidFill>
                <a:latin typeface="Courier New"/>
              </a:rPr>
              <a:t>[</a:t>
            </a:r>
            <a:r>
              <a:rPr sz="1150">
                <a:solidFill>
                  <a:srgbClr val="E8EEF1"/>
                </a:solidFill>
                <a:latin typeface="Courier New"/>
              </a:rPr>
              <a:t>Contesto</a:t>
            </a:r>
            <a:r>
              <a:rPr sz="1150">
                <a:solidFill>
                  <a:srgbClr val="E8EEF1"/>
                </a:solidFill>
                <a:latin typeface="Courier New"/>
              </a:rPr>
              <a:t>]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-</a:t>
            </a:r>
            <a:r>
              <a:rPr sz="1150">
                <a:solidFill>
                  <a:srgbClr val="E8EEF1"/>
                </a:solidFill>
                <a:latin typeface="Courier New"/>
              </a:rPr>
              <a:t>&gt;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7FCFF0"/>
                </a:solidFill>
                <a:latin typeface="Courier New"/>
              </a:rPr>
              <a:t>dict</a:t>
            </a:r>
            <a:r>
              <a:rPr sz="115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    </a:t>
            </a:r>
            <a:r>
              <a:rPr sz="1150">
                <a:solidFill>
                  <a:srgbClr val="E8EEF1"/>
                </a:solidFill>
                <a:latin typeface="Courier New"/>
              </a:rPr>
              <a:t>ctx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=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runtime</a:t>
            </a:r>
            <a:r>
              <a:rPr sz="1150">
                <a:solidFill>
                  <a:srgbClr val="E8EEF1"/>
                </a:solidFill>
                <a:latin typeface="Courier New"/>
              </a:rPr>
              <a:t>.</a:t>
            </a:r>
            <a:r>
              <a:rPr sz="1150">
                <a:solidFill>
                  <a:srgbClr val="E8EEF1"/>
                </a:solidFill>
                <a:latin typeface="Courier New"/>
              </a:rPr>
              <a:t>context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    </a:t>
            </a:r>
            <a:r>
              <a:rPr sz="1150">
                <a:solidFill>
                  <a:srgbClr val="E8EEF1"/>
                </a:solidFill>
                <a:latin typeface="Courier New"/>
              </a:rPr>
              <a:t>saluto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=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Ciao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 b="1">
                <a:solidFill>
                  <a:srgbClr val="F28C4F"/>
                </a:solidFill>
                <a:latin typeface="Courier New"/>
              </a:rPr>
              <a:t>if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ctx</a:t>
            </a:r>
            <a:r>
              <a:rPr sz="1150">
                <a:solidFill>
                  <a:srgbClr val="E8EEF1"/>
                </a:solidFill>
                <a:latin typeface="Courier New"/>
              </a:rPr>
              <a:t>.</a:t>
            </a:r>
            <a:r>
              <a:rPr sz="1150">
                <a:solidFill>
                  <a:srgbClr val="E8EEF1"/>
                </a:solidFill>
                <a:latin typeface="Courier New"/>
              </a:rPr>
              <a:t>lingua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==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it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 b="1">
                <a:solidFill>
                  <a:srgbClr val="F28C4F"/>
                </a:solidFill>
                <a:latin typeface="Courier New"/>
              </a:rPr>
              <a:t>else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Hello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    </a:t>
            </a:r>
            <a:r>
              <a:rPr sz="1150" b="1">
                <a:solidFill>
                  <a:srgbClr val="F28C4F"/>
                </a:solidFill>
                <a:latin typeface="Courier New"/>
              </a:rPr>
              <a:t>return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{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testo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: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B5D98B"/>
                </a:solidFill>
                <a:latin typeface="Courier New"/>
              </a:rPr>
              <a:t>f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{</a:t>
            </a:r>
            <a:r>
              <a:rPr sz="1150">
                <a:solidFill>
                  <a:srgbClr val="E8EEF1"/>
                </a:solidFill>
                <a:latin typeface="Courier New"/>
              </a:rPr>
              <a:t>saluto</a:t>
            </a:r>
            <a:r>
              <a:rPr sz="1150">
                <a:solidFill>
                  <a:srgbClr val="B5D98B"/>
                </a:solidFill>
                <a:latin typeface="Courier New"/>
              </a:rPr>
              <a:t>}</a:t>
            </a:r>
            <a:r>
              <a:rPr sz="1150">
                <a:solidFill>
                  <a:srgbClr val="B5D98B"/>
                </a:solidFill>
                <a:latin typeface="Courier New"/>
              </a:rPr>
              <a:t> </a:t>
            </a:r>
            <a:r>
              <a:rPr sz="1150">
                <a:solidFill>
                  <a:srgbClr val="B5D98B"/>
                </a:solidFill>
                <a:latin typeface="Courier New"/>
              </a:rPr>
              <a:t>{</a:t>
            </a:r>
            <a:r>
              <a:rPr sz="1150">
                <a:solidFill>
                  <a:srgbClr val="E8EEF1"/>
                </a:solidFill>
                <a:latin typeface="Courier New"/>
              </a:rPr>
              <a:t>ctx</a:t>
            </a:r>
            <a:r>
              <a:rPr sz="1150">
                <a:solidFill>
                  <a:srgbClr val="E8EEF1"/>
                </a:solidFill>
                <a:latin typeface="Courier New"/>
              </a:rPr>
              <a:t>.</a:t>
            </a:r>
            <a:r>
              <a:rPr sz="1150">
                <a:solidFill>
                  <a:srgbClr val="E8EEF1"/>
                </a:solidFill>
                <a:latin typeface="Courier New"/>
              </a:rPr>
              <a:t>utente_id</a:t>
            </a:r>
            <a:r>
              <a:rPr sz="1150">
                <a:solidFill>
                  <a:srgbClr val="B5D98B"/>
                </a:solidFill>
                <a:latin typeface="Courier New"/>
              </a:rPr>
              <a:t>}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g2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=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StateGraph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E8EEF1"/>
                </a:solidFill>
                <a:latin typeface="Courier New"/>
              </a:rPr>
              <a:t>S</a:t>
            </a:r>
            <a:r>
              <a:rPr sz="1150">
                <a:solidFill>
                  <a:srgbClr val="E8EEF1"/>
                </a:solidFill>
                <a:latin typeface="Courier New"/>
              </a:rPr>
              <a:t>,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context_schema</a:t>
            </a:r>
            <a:r>
              <a:rPr sz="1150">
                <a:solidFill>
                  <a:srgbClr val="E8EEF1"/>
                </a:solidFill>
                <a:latin typeface="Courier New"/>
              </a:rPr>
              <a:t>=</a:t>
            </a:r>
            <a:r>
              <a:rPr sz="1150">
                <a:solidFill>
                  <a:srgbClr val="E8EEF1"/>
                </a:solidFill>
                <a:latin typeface="Courier New"/>
              </a:rPr>
              <a:t>Contesto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g2</a:t>
            </a:r>
            <a:r>
              <a:rPr sz="1150">
                <a:solidFill>
                  <a:srgbClr val="E8EEF1"/>
                </a:solidFill>
                <a:latin typeface="Courier New"/>
              </a:rPr>
              <a:t>.</a:t>
            </a:r>
            <a:r>
              <a:rPr sz="1150">
                <a:solidFill>
                  <a:srgbClr val="E8EEF1"/>
                </a:solidFill>
                <a:latin typeface="Courier New"/>
              </a:rPr>
              <a:t>add_node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saluta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,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saluta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g2</a:t>
            </a:r>
            <a:r>
              <a:rPr sz="1150">
                <a:solidFill>
                  <a:srgbClr val="E8EEF1"/>
                </a:solidFill>
                <a:latin typeface="Courier New"/>
              </a:rPr>
              <a:t>.</a:t>
            </a:r>
            <a:r>
              <a:rPr sz="1150">
                <a:solidFill>
                  <a:srgbClr val="E8EEF1"/>
                </a:solidFill>
                <a:latin typeface="Courier New"/>
              </a:rPr>
              <a:t>add_edge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E8EEF1"/>
                </a:solidFill>
                <a:latin typeface="Courier New"/>
              </a:rPr>
              <a:t>START</a:t>
            </a:r>
            <a:r>
              <a:rPr sz="1150">
                <a:solidFill>
                  <a:srgbClr val="E8EEF1"/>
                </a:solidFill>
                <a:latin typeface="Courier New"/>
              </a:rPr>
              <a:t>,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saluta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grafo_ctx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=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g2</a:t>
            </a:r>
            <a:r>
              <a:rPr sz="1150">
                <a:solidFill>
                  <a:srgbClr val="E8EEF1"/>
                </a:solidFill>
                <a:latin typeface="Courier New"/>
              </a:rPr>
              <a:t>.</a:t>
            </a:r>
            <a:r>
              <a:rPr sz="1150">
                <a:solidFill>
                  <a:srgbClr val="E8EEF1"/>
                </a:solidFill>
                <a:latin typeface="Courier New"/>
              </a:rPr>
              <a:t>compile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7FCFF0"/>
                </a:solidFill>
                <a:latin typeface="Courier New"/>
              </a:rPr>
              <a:t>print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E8EEF1"/>
                </a:solidFill>
                <a:latin typeface="Courier New"/>
              </a:rPr>
              <a:t>grafo_ctx</a:t>
            </a:r>
            <a:r>
              <a:rPr sz="1150">
                <a:solidFill>
                  <a:srgbClr val="E8EEF1"/>
                </a:solidFill>
                <a:latin typeface="Courier New"/>
              </a:rPr>
              <a:t>.</a:t>
            </a:r>
            <a:r>
              <a:rPr sz="1150">
                <a:solidFill>
                  <a:srgbClr val="E8EEF1"/>
                </a:solidFill>
                <a:latin typeface="Courier New"/>
              </a:rPr>
              <a:t>invoke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E8EEF1"/>
                </a:solidFill>
                <a:latin typeface="Courier New"/>
              </a:rPr>
              <a:t>{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testo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: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}</a:t>
            </a:r>
            <a:r>
              <a:rPr sz="1150">
                <a:solidFill>
                  <a:srgbClr val="E8EEF1"/>
                </a:solidFill>
                <a:latin typeface="Courier New"/>
              </a:rPr>
              <a:t>,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context</a:t>
            </a:r>
            <a:r>
              <a:rPr sz="1150">
                <a:solidFill>
                  <a:srgbClr val="E8EEF1"/>
                </a:solidFill>
                <a:latin typeface="Courier New"/>
              </a:rPr>
              <a:t>=</a:t>
            </a:r>
            <a:r>
              <a:rPr sz="1150">
                <a:solidFill>
                  <a:srgbClr val="E8EEF1"/>
                </a:solidFill>
                <a:latin typeface="Courier New"/>
              </a:rPr>
              <a:t>Contesto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E8EEF1"/>
                </a:solidFill>
                <a:latin typeface="Courier New"/>
              </a:rPr>
              <a:t>utente_id</a:t>
            </a:r>
            <a:r>
              <a:rPr sz="1150">
                <a:solidFill>
                  <a:srgbClr val="E8EEF1"/>
                </a:solidFill>
                <a:latin typeface="Courier New"/>
              </a:rPr>
              <a:t>=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u42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,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lingua</a:t>
            </a:r>
            <a:r>
              <a:rPr sz="1150">
                <a:solidFill>
                  <a:srgbClr val="E8EEF1"/>
                </a:solidFill>
                <a:latin typeface="Courier New"/>
              </a:rPr>
              <a:t>=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en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0" y="4864608"/>
            <a:ext cx="32918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b="0" sz="1000">
                <a:solidFill>
                  <a:srgbClr val="76777B"/>
                </a:solidFill>
                <a:latin typeface="Arial"/>
              </a:rPr>
              <a:t>Esempio: </a:t>
            </a:r>
            <a:r>
              <a:rPr b="1" sz="1000">
                <a:solidFill>
                  <a:srgbClr val="005A77"/>
                </a:solidFill>
                <a:latin typeface="Courier New"/>
              </a:rPr>
              <a:t>18_schemi_stato.py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2.4 COMMAND: AGGIORNA E INSTRADA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57</a:t>
            </a:fld>
          </a:p>
        </p:txBody>
      </p:sp>
      <p:sp>
        <p:nvSpPr>
          <p:cNvPr id="34" name="Rounded Rectangle 33"/>
          <p:cNvSpPr/>
          <p:nvPr/>
        </p:nvSpPr>
        <p:spPr>
          <a:xfrm>
            <a:off x="457200" y="1051560"/>
            <a:ext cx="8229600" cy="3711955"/>
          </a:xfrm>
          <a:prstGeom prst="roundRect">
            <a:avLst>
              <a:gd name="adj" fmla="val 4000"/>
            </a:avLst>
          </a:prstGeom>
          <a:solidFill>
            <a:srgbClr val="0B2B38"/>
          </a:solidFill>
          <a:ln>
            <a:noFill/>
          </a:ln>
        </p:spPr>
        <p:txBody>
          <a:bodyPr rtlCol="0" anchor="t" wrap="square" lIns="128016" rIns="128016" tIns="91440" bIns="54864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F28C4F"/>
                </a:solidFill>
                <a:latin typeface="Courier New"/>
              </a:rPr>
              <a:t>from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langgraph</a:t>
            </a:r>
            <a:r>
              <a:rPr sz="1150">
                <a:solidFill>
                  <a:srgbClr val="E8EEF1"/>
                </a:solidFill>
                <a:latin typeface="Courier New"/>
              </a:rPr>
              <a:t>.</a:t>
            </a:r>
            <a:r>
              <a:rPr sz="1150">
                <a:solidFill>
                  <a:srgbClr val="E8EEF1"/>
                </a:solidFill>
                <a:latin typeface="Courier New"/>
              </a:rPr>
              <a:t>types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 b="1">
                <a:solidFill>
                  <a:srgbClr val="F28C4F"/>
                </a:solidFill>
                <a:latin typeface="Courier New"/>
              </a:rPr>
              <a:t>import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Command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F28C4F"/>
                </a:solidFill>
                <a:latin typeface="Courier New"/>
              </a:rPr>
              <a:t>def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7FCFF0"/>
                </a:solidFill>
                <a:latin typeface="Courier New"/>
              </a:rPr>
              <a:t>triage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E8EEF1"/>
                </a:solidFill>
                <a:latin typeface="Courier New"/>
              </a:rPr>
              <a:t>state</a:t>
            </a:r>
            <a:r>
              <a:rPr sz="1150">
                <a:solidFill>
                  <a:srgbClr val="E8EEF1"/>
                </a:solidFill>
                <a:latin typeface="Courier New"/>
              </a:rPr>
              <a:t>: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State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-</a:t>
            </a:r>
            <a:r>
              <a:rPr sz="1150">
                <a:solidFill>
                  <a:srgbClr val="E8EEF1"/>
                </a:solidFill>
                <a:latin typeface="Courier New"/>
              </a:rPr>
              <a:t>&gt;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Command</a:t>
            </a:r>
            <a:r>
              <a:rPr sz="1150">
                <a:solidFill>
                  <a:srgbClr val="E8EEF1"/>
                </a:solidFill>
                <a:latin typeface="Courier New"/>
              </a:rPr>
              <a:t>[</a:t>
            </a:r>
            <a:r>
              <a:rPr sz="1150">
                <a:solidFill>
                  <a:srgbClr val="E8EEF1"/>
                </a:solidFill>
                <a:latin typeface="Courier New"/>
              </a:rPr>
              <a:t>Literal</a:t>
            </a:r>
            <a:r>
              <a:rPr sz="1150">
                <a:solidFill>
                  <a:srgbClr val="E8EEF1"/>
                </a:solidFill>
                <a:latin typeface="Courier New"/>
              </a:rPr>
              <a:t>[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urgente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,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standard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]</a:t>
            </a:r>
            <a:r>
              <a:rPr sz="1150">
                <a:solidFill>
                  <a:srgbClr val="E8EEF1"/>
                </a:solidFill>
                <a:latin typeface="Courier New"/>
              </a:rPr>
              <a:t>]</a:t>
            </a:r>
            <a:r>
              <a:rPr sz="115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    </a:t>
            </a:r>
            <a:r>
              <a:rPr sz="1150">
                <a:solidFill>
                  <a:srgbClr val="E8EEF1"/>
                </a:solidFill>
                <a:latin typeface="Courier New"/>
              </a:rPr>
              <a:t>urgente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=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urgente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F28C4F"/>
                </a:solidFill>
                <a:latin typeface="Courier New"/>
              </a:rPr>
              <a:t>in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state</a:t>
            </a:r>
            <a:r>
              <a:rPr sz="1150">
                <a:solidFill>
                  <a:srgbClr val="E8EEF1"/>
                </a:solidFill>
                <a:latin typeface="Courier New"/>
              </a:rPr>
              <a:t>[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richiesta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]</a:t>
            </a:r>
            <a:r>
              <a:rPr sz="1150">
                <a:solidFill>
                  <a:srgbClr val="E8EEF1"/>
                </a:solidFill>
                <a:latin typeface="Courier New"/>
              </a:rPr>
              <a:t>.</a:t>
            </a:r>
            <a:r>
              <a:rPr sz="1150">
                <a:solidFill>
                  <a:srgbClr val="E8EEF1"/>
                </a:solidFill>
                <a:latin typeface="Courier New"/>
              </a:rPr>
              <a:t>lower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    </a:t>
            </a:r>
            <a:r>
              <a:rPr sz="1150" b="1">
                <a:solidFill>
                  <a:srgbClr val="F28C4F"/>
                </a:solidFill>
                <a:latin typeface="Courier New"/>
              </a:rPr>
              <a:t>return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Command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        </a:t>
            </a:r>
            <a:r>
              <a:rPr sz="1150">
                <a:solidFill>
                  <a:srgbClr val="E8EEF1"/>
                </a:solidFill>
                <a:latin typeface="Courier New"/>
              </a:rPr>
              <a:t>update</a:t>
            </a:r>
            <a:r>
              <a:rPr sz="1150">
                <a:solidFill>
                  <a:srgbClr val="E8EEF1"/>
                </a:solidFill>
                <a:latin typeface="Courier New"/>
              </a:rPr>
              <a:t>=</a:t>
            </a:r>
            <a:r>
              <a:rPr sz="1150">
                <a:solidFill>
                  <a:srgbClr val="E8EEF1"/>
                </a:solidFill>
                <a:latin typeface="Courier New"/>
              </a:rPr>
              <a:t>{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priorita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: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alta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 b="1">
                <a:solidFill>
                  <a:srgbClr val="F28C4F"/>
                </a:solidFill>
                <a:latin typeface="Courier New"/>
              </a:rPr>
              <a:t>if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urgente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 b="1">
                <a:solidFill>
                  <a:srgbClr val="F28C4F"/>
                </a:solidFill>
                <a:latin typeface="Courier New"/>
              </a:rPr>
              <a:t>else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normale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}</a:t>
            </a:r>
            <a:r>
              <a:rPr sz="1150">
                <a:solidFill>
                  <a:srgbClr val="E8EEF1"/>
                </a:solidFill>
                <a:latin typeface="Courier New"/>
              </a:rPr>
              <a:t>,</a:t>
            </a:r>
            <a:r>
              <a:rPr sz="1150">
                <a:solidFill>
                  <a:srgbClr val="E8EEF1"/>
                </a:solidFill>
                <a:latin typeface="Courier New"/>
              </a:rPr>
              <a:t>   </a:t>
            </a:r>
            <a:r>
              <a:rPr sz="1150">
                <a:solidFill>
                  <a:srgbClr val="8AA4B0"/>
                </a:solidFill>
                <a:latin typeface="Courier New"/>
              </a:rPr>
              <a:t># aggiorna lo state…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        </a:t>
            </a:r>
            <a:r>
              <a:rPr sz="1150">
                <a:solidFill>
                  <a:srgbClr val="E8EEF1"/>
                </a:solidFill>
                <a:latin typeface="Courier New"/>
              </a:rPr>
              <a:t>goto</a:t>
            </a:r>
            <a:r>
              <a:rPr sz="1150">
                <a:solidFill>
                  <a:srgbClr val="E8EEF1"/>
                </a:solidFill>
                <a:latin typeface="Courier New"/>
              </a:rPr>
              <a:t>=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urgente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 b="1">
                <a:solidFill>
                  <a:srgbClr val="F28C4F"/>
                </a:solidFill>
                <a:latin typeface="Courier New"/>
              </a:rPr>
              <a:t>if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urgente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 b="1">
                <a:solidFill>
                  <a:srgbClr val="F28C4F"/>
                </a:solidFill>
                <a:latin typeface="Courier New"/>
              </a:rPr>
              <a:t>else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standard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,</a:t>
            </a:r>
            <a:r>
              <a:rPr sz="1150">
                <a:solidFill>
                  <a:srgbClr val="E8EEF1"/>
                </a:solidFill>
                <a:latin typeface="Courier New"/>
              </a:rPr>
              <a:t>               </a:t>
            </a:r>
            <a:r>
              <a:rPr sz="1150">
                <a:solidFill>
                  <a:srgbClr val="8AA4B0"/>
                </a:solidFill>
                <a:latin typeface="Courier New"/>
              </a:rPr>
              <a:t># …e instrada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    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F28C4F"/>
                </a:solidFill>
                <a:latin typeface="Courier New"/>
              </a:rPr>
              <a:t>def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7FCFF0"/>
                </a:solidFill>
                <a:latin typeface="Courier New"/>
              </a:rPr>
              <a:t>urgente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E8EEF1"/>
                </a:solidFill>
                <a:latin typeface="Courier New"/>
              </a:rPr>
              <a:t>state</a:t>
            </a:r>
            <a:r>
              <a:rPr sz="1150">
                <a:solidFill>
                  <a:srgbClr val="E8EEF1"/>
                </a:solidFill>
                <a:latin typeface="Courier New"/>
              </a:rPr>
              <a:t>: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State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-</a:t>
            </a:r>
            <a:r>
              <a:rPr sz="1150">
                <a:solidFill>
                  <a:srgbClr val="E8EEF1"/>
                </a:solidFill>
                <a:latin typeface="Courier New"/>
              </a:rPr>
              <a:t>&gt;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7FCFF0"/>
                </a:solidFill>
                <a:latin typeface="Courier New"/>
              </a:rPr>
              <a:t>dict</a:t>
            </a:r>
            <a:r>
              <a:rPr sz="115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    </a:t>
            </a:r>
            <a:r>
              <a:rPr sz="1150" b="1">
                <a:solidFill>
                  <a:srgbClr val="F28C4F"/>
                </a:solidFill>
                <a:latin typeface="Courier New"/>
              </a:rPr>
              <a:t>return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{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esito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: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Escalation al responsabile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F28C4F"/>
                </a:solidFill>
                <a:latin typeface="Courier New"/>
              </a:rPr>
              <a:t>def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7FCFF0"/>
                </a:solidFill>
                <a:latin typeface="Courier New"/>
              </a:rPr>
              <a:t>standard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E8EEF1"/>
                </a:solidFill>
                <a:latin typeface="Courier New"/>
              </a:rPr>
              <a:t>state</a:t>
            </a:r>
            <a:r>
              <a:rPr sz="1150">
                <a:solidFill>
                  <a:srgbClr val="E8EEF1"/>
                </a:solidFill>
                <a:latin typeface="Courier New"/>
              </a:rPr>
              <a:t>: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State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-</a:t>
            </a:r>
            <a:r>
              <a:rPr sz="1150">
                <a:solidFill>
                  <a:srgbClr val="E8EEF1"/>
                </a:solidFill>
                <a:latin typeface="Courier New"/>
              </a:rPr>
              <a:t>&gt;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7FCFF0"/>
                </a:solidFill>
                <a:latin typeface="Courier New"/>
              </a:rPr>
              <a:t>dict</a:t>
            </a:r>
            <a:r>
              <a:rPr sz="115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    </a:t>
            </a:r>
            <a:r>
              <a:rPr sz="1150" b="1">
                <a:solidFill>
                  <a:srgbClr val="F28C4F"/>
                </a:solidFill>
                <a:latin typeface="Courier New"/>
              </a:rPr>
              <a:t>return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{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esito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: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Messo in coda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builder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=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StateGraph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E8EEF1"/>
                </a:solidFill>
                <a:latin typeface="Courier New"/>
              </a:rPr>
              <a:t>State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builder</a:t>
            </a:r>
            <a:r>
              <a:rPr sz="1150">
                <a:solidFill>
                  <a:srgbClr val="E8EEF1"/>
                </a:solidFill>
                <a:latin typeface="Courier New"/>
              </a:rPr>
              <a:t>.</a:t>
            </a:r>
            <a:r>
              <a:rPr sz="1150">
                <a:solidFill>
                  <a:srgbClr val="E8EEF1"/>
                </a:solidFill>
                <a:latin typeface="Courier New"/>
              </a:rPr>
              <a:t>add_node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triage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,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triage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  <a:r>
              <a:rPr sz="1150">
                <a:solidFill>
                  <a:srgbClr val="E8EEF1"/>
                </a:solidFill>
                <a:latin typeface="Courier New"/>
              </a:rPr>
              <a:t>       </a:t>
            </a:r>
            <a:r>
              <a:rPr sz="1150">
                <a:solidFill>
                  <a:srgbClr val="8AA4B0"/>
                </a:solidFill>
                <a:latin typeface="Courier New"/>
              </a:rPr>
              <a:t># niente add_conditional_edges: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builder</a:t>
            </a:r>
            <a:r>
              <a:rPr sz="1150">
                <a:solidFill>
                  <a:srgbClr val="E8EEF1"/>
                </a:solidFill>
                <a:latin typeface="Courier New"/>
              </a:rPr>
              <a:t>.</a:t>
            </a:r>
            <a:r>
              <a:rPr sz="1150">
                <a:solidFill>
                  <a:srgbClr val="E8EEF1"/>
                </a:solidFill>
                <a:latin typeface="Courier New"/>
              </a:rPr>
              <a:t>add_node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urgente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,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urgente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  <a:r>
              <a:rPr sz="1150">
                <a:solidFill>
                  <a:srgbClr val="E8EEF1"/>
                </a:solidFill>
                <a:latin typeface="Courier New"/>
              </a:rPr>
              <a:t>     </a:t>
            </a:r>
            <a:r>
              <a:rPr sz="1150">
                <a:solidFill>
                  <a:srgbClr val="8AA4B0"/>
                </a:solidFill>
                <a:latin typeface="Courier New"/>
              </a:rPr>
              <a:t># le destinazioni sono nel type hint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builder</a:t>
            </a:r>
            <a:r>
              <a:rPr sz="1150">
                <a:solidFill>
                  <a:srgbClr val="E8EEF1"/>
                </a:solidFill>
                <a:latin typeface="Courier New"/>
              </a:rPr>
              <a:t>.</a:t>
            </a:r>
            <a:r>
              <a:rPr sz="1150">
                <a:solidFill>
                  <a:srgbClr val="E8EEF1"/>
                </a:solidFill>
                <a:latin typeface="Courier New"/>
              </a:rPr>
              <a:t>add_node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standard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,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standard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builder</a:t>
            </a:r>
            <a:r>
              <a:rPr sz="1150">
                <a:solidFill>
                  <a:srgbClr val="E8EEF1"/>
                </a:solidFill>
                <a:latin typeface="Courier New"/>
              </a:rPr>
              <a:t>.</a:t>
            </a:r>
            <a:r>
              <a:rPr sz="1150">
                <a:solidFill>
                  <a:srgbClr val="E8EEF1"/>
                </a:solidFill>
                <a:latin typeface="Courier New"/>
              </a:rPr>
              <a:t>add_edge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E8EEF1"/>
                </a:solidFill>
                <a:latin typeface="Courier New"/>
              </a:rPr>
              <a:t>START</a:t>
            </a:r>
            <a:r>
              <a:rPr sz="1150">
                <a:solidFill>
                  <a:srgbClr val="E8EEF1"/>
                </a:solidFill>
                <a:latin typeface="Courier New"/>
              </a:rPr>
              <a:t>,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triage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builder</a:t>
            </a:r>
            <a:r>
              <a:rPr sz="1150">
                <a:solidFill>
                  <a:srgbClr val="E8EEF1"/>
                </a:solidFill>
                <a:latin typeface="Courier New"/>
              </a:rPr>
              <a:t>.</a:t>
            </a:r>
            <a:r>
              <a:rPr sz="1150">
                <a:solidFill>
                  <a:srgbClr val="E8EEF1"/>
                </a:solidFill>
                <a:latin typeface="Courier New"/>
              </a:rPr>
              <a:t>add_edge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urgente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,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END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builder</a:t>
            </a:r>
            <a:r>
              <a:rPr sz="1150">
                <a:solidFill>
                  <a:srgbClr val="E8EEF1"/>
                </a:solidFill>
                <a:latin typeface="Courier New"/>
              </a:rPr>
              <a:t>.</a:t>
            </a:r>
            <a:r>
              <a:rPr sz="1150">
                <a:solidFill>
                  <a:srgbClr val="E8EEF1"/>
                </a:solidFill>
                <a:latin typeface="Courier New"/>
              </a:rPr>
              <a:t>add_edge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standard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,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END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graph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=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builder</a:t>
            </a:r>
            <a:r>
              <a:rPr sz="1150">
                <a:solidFill>
                  <a:srgbClr val="E8EEF1"/>
                </a:solidFill>
                <a:latin typeface="Courier New"/>
              </a:rPr>
              <a:t>.</a:t>
            </a:r>
            <a:r>
              <a:rPr sz="1150">
                <a:solidFill>
                  <a:srgbClr val="E8EEF1"/>
                </a:solidFill>
                <a:latin typeface="Courier New"/>
              </a:rPr>
              <a:t>compile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7FCFF0"/>
                </a:solidFill>
                <a:latin typeface="Courier New"/>
              </a:rPr>
              <a:t>print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E8EEF1"/>
                </a:solidFill>
                <a:latin typeface="Courier New"/>
              </a:rPr>
              <a:t>graph</a:t>
            </a:r>
            <a:r>
              <a:rPr sz="1150">
                <a:solidFill>
                  <a:srgbClr val="E8EEF1"/>
                </a:solidFill>
                <a:latin typeface="Courier New"/>
              </a:rPr>
              <a:t>.</a:t>
            </a:r>
            <a:r>
              <a:rPr sz="1150">
                <a:solidFill>
                  <a:srgbClr val="E8EEF1"/>
                </a:solidFill>
                <a:latin typeface="Courier New"/>
              </a:rPr>
              <a:t>invoke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E8EEF1"/>
                </a:solidFill>
                <a:latin typeface="Courier New"/>
              </a:rPr>
              <a:t>{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richiesta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: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URGENTE: server giù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}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0" y="4864608"/>
            <a:ext cx="32918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b="0" sz="1000">
                <a:solidFill>
                  <a:srgbClr val="76777B"/>
                </a:solidFill>
                <a:latin typeface="Arial"/>
              </a:rPr>
              <a:t>Esempio: </a:t>
            </a:r>
            <a:r>
              <a:rPr b="1" sz="1000">
                <a:solidFill>
                  <a:srgbClr val="005A77"/>
                </a:solidFill>
                <a:latin typeface="Courier New"/>
              </a:rPr>
              <a:t>19_command.py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 SEND: MAP-REDUCE DINAMICO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58</a:t>
            </a:fld>
          </a:p>
        </p:txBody>
      </p:sp>
      <p:sp>
        <p:nvSpPr>
          <p:cNvPr id="34" name="TextBox 33"/>
          <p:cNvSpPr txBox="1"/>
          <p:nvPr/>
        </p:nvSpPr>
        <p:spPr>
          <a:xfrm>
            <a:off x="457200" y="1051560"/>
            <a:ext cx="4023360" cy="3566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300">
                <a:solidFill>
                  <a:srgbClr val="003548"/>
                </a:solidFill>
                <a:latin typeface="Arial"/>
              </a:rPr>
              <a:t>Con gli edges normali il numero di rami è </a:t>
            </a:r>
            <a:r>
              <a:rPr b="1" sz="1300">
                <a:solidFill>
                  <a:srgbClr val="003548"/>
                </a:solidFill>
                <a:latin typeface="Arial"/>
              </a:rPr>
              <a:t>fisso</a:t>
            </a:r>
            <a:r>
              <a:rPr b="0" sz="1300">
                <a:solidFill>
                  <a:srgbClr val="003548"/>
                </a:solidFill>
                <a:latin typeface="Arial"/>
              </a:rPr>
              <a:t>. Con </a:t>
            </a:r>
            <a:r>
              <a:rPr b="1" sz="1300">
                <a:solidFill>
                  <a:srgbClr val="DF6426"/>
                </a:solidFill>
                <a:latin typeface="Courier New"/>
              </a:rPr>
              <a:t>Send</a:t>
            </a:r>
            <a:r>
              <a:rPr b="0" sz="1300">
                <a:solidFill>
                  <a:srgbClr val="003548"/>
                </a:solidFill>
                <a:latin typeface="Arial"/>
              </a:rPr>
              <a:t> si crea </a:t>
            </a:r>
            <a:r>
              <a:rPr b="1" sz="1300">
                <a:solidFill>
                  <a:srgbClr val="003548"/>
                </a:solidFill>
                <a:latin typeface="Arial"/>
              </a:rPr>
              <a:t>un ramo per ogni elemento</a:t>
            </a:r>
            <a:r>
              <a:rPr b="0" sz="1300">
                <a:solidFill>
                  <a:srgbClr val="003548"/>
                </a:solidFill>
                <a:latin typeface="Arial"/>
              </a:rPr>
              <a:t> di una lista decisa a runtime.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1" sz="1300">
                <a:solidFill>
                  <a:srgbClr val="DF6426"/>
                </a:solidFill>
                <a:latin typeface="Courier New"/>
              </a:rPr>
              <a:t>Send("nodo", stato_privato)</a:t>
            </a:r>
            <a:r>
              <a:rPr b="0" sz="1300">
                <a:solidFill>
                  <a:srgbClr val="003548"/>
                </a:solidFill>
                <a:latin typeface="Arial"/>
              </a:rPr>
              <a:t> – ogni worker riceve il </a:t>
            </a:r>
            <a:r>
              <a:rPr b="1" sz="1300">
                <a:solidFill>
                  <a:srgbClr val="003548"/>
                </a:solidFill>
                <a:latin typeface="Arial"/>
              </a:rPr>
              <a:t>suo</a:t>
            </a:r>
            <a:r>
              <a:rPr b="0" sz="1300">
                <a:solidFill>
                  <a:srgbClr val="003548"/>
                </a:solidFill>
                <a:latin typeface="Arial"/>
              </a:rPr>
              <a:t> input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300">
                <a:solidFill>
                  <a:srgbClr val="003548"/>
                </a:solidFill>
                <a:latin typeface="Arial"/>
              </a:rPr>
              <a:t>I worker girano in </a:t>
            </a:r>
            <a:r>
              <a:rPr b="1" sz="1300">
                <a:solidFill>
                  <a:srgbClr val="003548"/>
                </a:solidFill>
                <a:latin typeface="Arial"/>
              </a:rPr>
              <a:t>parallelo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300">
                <a:solidFill>
                  <a:srgbClr val="003548"/>
                </a:solidFill>
                <a:latin typeface="Arial"/>
              </a:rPr>
              <a:t>I risultati si raccolgono con un reducer (</a:t>
            </a:r>
            <a:r>
              <a:rPr b="1" sz="1300">
                <a:solidFill>
                  <a:srgbClr val="DF6426"/>
                </a:solidFill>
                <a:latin typeface="Courier New"/>
              </a:rPr>
              <a:t>operator.add</a:t>
            </a:r>
            <a:r>
              <a:rPr b="0" sz="1300">
                <a:solidFill>
                  <a:srgbClr val="003548"/>
                </a:solidFill>
                <a:latin typeface="Arial"/>
              </a:rPr>
              <a:t>)</a:t>
            </a:r>
          </a:p>
          <a:p>
            <a:pPr algn="l">
              <a:spcAft>
                <a:spcPts val="400"/>
              </a:spcAft>
            </a:pPr>
            <a:r>
              <a:rPr b="0" sz="1300">
                <a:solidFill>
                  <a:srgbClr val="003548"/>
                </a:solidFill>
                <a:latin typeface="Arial"/>
              </a:rPr>
              <a:t>Esempi: analizzare N documenti, valutare N articoli di un reso, cercare su N medici.</a:t>
            </a:r>
          </a:p>
        </p:txBody>
      </p:sp>
      <p:sp>
        <p:nvSpPr>
          <p:cNvPr id="35" name="Diamond 34"/>
          <p:cNvSpPr/>
          <p:nvPr/>
        </p:nvSpPr>
        <p:spPr>
          <a:xfrm>
            <a:off x="5303520" y="1188720"/>
            <a:ext cx="2651760" cy="502920"/>
          </a:xfrm>
          <a:prstGeom prst="diamond">
            <a:avLst/>
          </a:prstGeom>
          <a:solidFill>
            <a:srgbClr val="F6B26B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1" sz="1050">
                <a:solidFill>
                  <a:srgbClr val="003548"/>
                </a:solidFill>
                <a:latin typeface="Arial"/>
              </a:rPr>
              <a:t>distribuisci (lista di N)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54880" y="2377440"/>
            <a:ext cx="1097280" cy="502920"/>
          </a:xfrm>
          <a:prstGeom prst="roundRect">
            <a:avLst>
              <a:gd name="adj" fmla="val 30000"/>
            </a:avLst>
          </a:prstGeom>
          <a:solidFill>
            <a:srgbClr val="DF6426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analizza #1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035040" y="2377440"/>
            <a:ext cx="1097280" cy="502920"/>
          </a:xfrm>
          <a:prstGeom prst="roundRect">
            <a:avLst>
              <a:gd name="adj" fmla="val 30000"/>
            </a:avLst>
          </a:prstGeom>
          <a:solidFill>
            <a:srgbClr val="DF6426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analizza #2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0" y="2377440"/>
            <a:ext cx="1097280" cy="502920"/>
          </a:xfrm>
          <a:prstGeom prst="roundRect">
            <a:avLst>
              <a:gd name="adj" fmla="val 30000"/>
            </a:avLst>
          </a:prstGeom>
          <a:solidFill>
            <a:srgbClr val="DF6426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analizza #3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715000" y="3611880"/>
            <a:ext cx="1828800" cy="548640"/>
          </a:xfrm>
          <a:prstGeom prst="roundRect">
            <a:avLst>
              <a:gd name="adj" fmla="val 30000"/>
            </a:avLst>
          </a:prstGeom>
          <a:solidFill>
            <a:srgbClr val="005A77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report (reduce)</a:t>
            </a:r>
          </a:p>
        </p:txBody>
      </p:sp>
      <p:cxnSp>
        <p:nvCxnSpPr>
          <p:cNvPr id="40" name="Connector 39"/>
          <p:cNvCxnSpPr/>
          <p:nvPr/>
        </p:nvCxnSpPr>
        <p:spPr>
          <a:xfrm flipH="1">
            <a:off x="5303520" y="1691640"/>
            <a:ext cx="1325880" cy="685800"/>
          </a:xfrm>
          <a:prstGeom prst="line">
            <a:avLst/>
          </a:prstGeom>
          <a:ln w="22225">
            <a:solidFill>
              <a:srgbClr val="003548"/>
            </a:solidFill>
            <a:prstDash val="dash"/>
            <a:tailEnd type="triangle" w="med" len="med"/>
          </a:ln>
        </p:spPr>
      </p:cxnSp>
      <p:cxnSp>
        <p:nvCxnSpPr>
          <p:cNvPr id="41" name="Connector 40"/>
          <p:cNvCxnSpPr/>
          <p:nvPr/>
        </p:nvCxnSpPr>
        <p:spPr>
          <a:xfrm>
            <a:off x="5303520" y="2880360"/>
            <a:ext cx="1325880" cy="731520"/>
          </a:xfrm>
          <a:prstGeom prst="line">
            <a:avLst/>
          </a:prstGeom>
          <a:ln w="22225">
            <a:solidFill>
              <a:srgbClr val="003548"/>
            </a:solidFill>
            <a:tailEnd type="triangle" w="med" len="med"/>
          </a:ln>
        </p:spPr>
      </p:cxnSp>
      <p:cxnSp>
        <p:nvCxnSpPr>
          <p:cNvPr id="42" name="Connector 41"/>
          <p:cNvCxnSpPr/>
          <p:nvPr/>
        </p:nvCxnSpPr>
        <p:spPr>
          <a:xfrm flipH="1">
            <a:off x="6583680" y="1691640"/>
            <a:ext cx="45720" cy="685800"/>
          </a:xfrm>
          <a:prstGeom prst="line">
            <a:avLst/>
          </a:prstGeom>
          <a:ln w="22225">
            <a:solidFill>
              <a:srgbClr val="003548"/>
            </a:solidFill>
            <a:prstDash val="dash"/>
            <a:tailEnd type="triangle" w="med" len="med"/>
          </a:ln>
        </p:spPr>
      </p:cxnSp>
      <p:cxnSp>
        <p:nvCxnSpPr>
          <p:cNvPr id="43" name="Connector 42"/>
          <p:cNvCxnSpPr/>
          <p:nvPr/>
        </p:nvCxnSpPr>
        <p:spPr>
          <a:xfrm>
            <a:off x="6583680" y="2880360"/>
            <a:ext cx="45720" cy="731520"/>
          </a:xfrm>
          <a:prstGeom prst="line">
            <a:avLst/>
          </a:prstGeom>
          <a:ln w="22225">
            <a:solidFill>
              <a:srgbClr val="003548"/>
            </a:solidFill>
            <a:tailEnd type="triangle" w="med" len="med"/>
          </a:ln>
        </p:spPr>
      </p:cxnSp>
      <p:cxnSp>
        <p:nvCxnSpPr>
          <p:cNvPr id="44" name="Connector 43"/>
          <p:cNvCxnSpPr/>
          <p:nvPr/>
        </p:nvCxnSpPr>
        <p:spPr>
          <a:xfrm>
            <a:off x="6629400" y="1691640"/>
            <a:ext cx="1234440" cy="685800"/>
          </a:xfrm>
          <a:prstGeom prst="line">
            <a:avLst/>
          </a:prstGeom>
          <a:ln w="22225">
            <a:solidFill>
              <a:srgbClr val="003548"/>
            </a:solidFill>
            <a:prstDash val="dash"/>
            <a:tailEnd type="triangle" w="med" len="med"/>
          </a:ln>
        </p:spPr>
      </p:cxnSp>
      <p:cxnSp>
        <p:nvCxnSpPr>
          <p:cNvPr id="45" name="Connector 44"/>
          <p:cNvCxnSpPr/>
          <p:nvPr/>
        </p:nvCxnSpPr>
        <p:spPr>
          <a:xfrm flipH="1">
            <a:off x="6629400" y="2880360"/>
            <a:ext cx="1234440" cy="731520"/>
          </a:xfrm>
          <a:prstGeom prst="line">
            <a:avLst/>
          </a:prstGeom>
          <a:ln w="22225">
            <a:solidFill>
              <a:srgbClr val="003548"/>
            </a:solidFill>
            <a:tailEnd type="triangle" w="med" len="med"/>
          </a:ln>
        </p:spPr>
      </p:cxnSp>
      <p:sp>
        <p:nvSpPr>
          <p:cNvPr id="46" name="TextBox 45"/>
          <p:cNvSpPr txBox="1"/>
          <p:nvPr/>
        </p:nvSpPr>
        <p:spPr>
          <a:xfrm>
            <a:off x="4754880" y="4297680"/>
            <a:ext cx="3657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b="1" sz="1050">
                <a:solidFill>
                  <a:srgbClr val="DF6426"/>
                </a:solidFill>
                <a:latin typeface="Arial"/>
              </a:rPr>
              <a:t>Send("analizza", {"testo": r}) × N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 SEND – CODICE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59</a:t>
            </a:fld>
          </a:p>
        </p:txBody>
      </p:sp>
      <p:sp>
        <p:nvSpPr>
          <p:cNvPr id="34" name="Rounded Rectangle 33"/>
          <p:cNvSpPr/>
          <p:nvPr/>
        </p:nvSpPr>
        <p:spPr>
          <a:xfrm>
            <a:off x="457200" y="1051560"/>
            <a:ext cx="8229600" cy="3721608"/>
          </a:xfrm>
          <a:prstGeom prst="roundRect">
            <a:avLst>
              <a:gd name="adj" fmla="val 4000"/>
            </a:avLst>
          </a:prstGeom>
          <a:solidFill>
            <a:srgbClr val="0B2B38"/>
          </a:solidFill>
          <a:ln>
            <a:noFill/>
          </a:ln>
        </p:spPr>
        <p:txBody>
          <a:bodyPr rtlCol="0" anchor="t" wrap="square" lIns="128016" rIns="128016" tIns="91440" bIns="54864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28C4F"/>
                </a:solidFill>
                <a:latin typeface="Courier New"/>
              </a:rPr>
              <a:t>from</a:t>
            </a:r>
            <a:r>
              <a:rPr sz="1050">
                <a:solidFill>
                  <a:srgbClr val="E8EEF1"/>
                </a:solidFill>
                <a:latin typeface="Courier New"/>
              </a:rPr>
              <a:t> </a:t>
            </a:r>
            <a:r>
              <a:rPr sz="1050">
                <a:solidFill>
                  <a:srgbClr val="E8EEF1"/>
                </a:solidFill>
                <a:latin typeface="Courier New"/>
              </a:rPr>
              <a:t>langgraph</a:t>
            </a:r>
            <a:r>
              <a:rPr sz="1050">
                <a:solidFill>
                  <a:srgbClr val="E8EEF1"/>
                </a:solidFill>
                <a:latin typeface="Courier New"/>
              </a:rPr>
              <a:t>.</a:t>
            </a:r>
            <a:r>
              <a:rPr sz="1050">
                <a:solidFill>
                  <a:srgbClr val="E8EEF1"/>
                </a:solidFill>
                <a:latin typeface="Courier New"/>
              </a:rPr>
              <a:t>types</a:t>
            </a:r>
            <a:r>
              <a:rPr sz="1050">
                <a:solidFill>
                  <a:srgbClr val="E8EEF1"/>
                </a:solidFill>
                <a:latin typeface="Courier New"/>
              </a:rPr>
              <a:t> </a:t>
            </a:r>
            <a:r>
              <a:rPr sz="1050" b="1">
                <a:solidFill>
                  <a:srgbClr val="F28C4F"/>
                </a:solidFill>
                <a:latin typeface="Courier New"/>
              </a:rPr>
              <a:t>import</a:t>
            </a:r>
            <a:r>
              <a:rPr sz="1050">
                <a:solidFill>
                  <a:srgbClr val="E8EEF1"/>
                </a:solidFill>
                <a:latin typeface="Courier New"/>
              </a:rPr>
              <a:t> </a:t>
            </a:r>
            <a:r>
              <a:rPr sz="1050">
                <a:solidFill>
                  <a:srgbClr val="E8EEF1"/>
                </a:solidFill>
                <a:latin typeface="Courier New"/>
              </a:rPr>
              <a:t>Send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28C4F"/>
                </a:solidFill>
                <a:latin typeface="Courier New"/>
              </a:rPr>
              <a:t>class</a:t>
            </a:r>
            <a:r>
              <a:rPr sz="1050">
                <a:solidFill>
                  <a:srgbClr val="E8EEF1"/>
                </a:solidFill>
                <a:latin typeface="Courier New"/>
              </a:rPr>
              <a:t> </a:t>
            </a:r>
            <a:r>
              <a:rPr sz="1050">
                <a:solidFill>
                  <a:srgbClr val="7FCFF0"/>
                </a:solidFill>
                <a:latin typeface="Courier New"/>
              </a:rPr>
              <a:t>State</a:t>
            </a:r>
            <a:r>
              <a:rPr sz="1050">
                <a:solidFill>
                  <a:srgbClr val="E8EEF1"/>
                </a:solidFill>
                <a:latin typeface="Courier New"/>
              </a:rPr>
              <a:t>(</a:t>
            </a:r>
            <a:r>
              <a:rPr sz="1050">
                <a:solidFill>
                  <a:srgbClr val="E8EEF1"/>
                </a:solidFill>
                <a:latin typeface="Courier New"/>
              </a:rPr>
              <a:t>TypedDict</a:t>
            </a:r>
            <a:r>
              <a:rPr sz="1050">
                <a:solidFill>
                  <a:srgbClr val="E8EEF1"/>
                </a:solidFill>
                <a:latin typeface="Courier New"/>
              </a:rPr>
              <a:t>)</a:t>
            </a:r>
            <a:r>
              <a:rPr sz="105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E8EEF1"/>
                </a:solidFill>
                <a:latin typeface="Courier New"/>
              </a:rPr>
              <a:t>    </a:t>
            </a:r>
            <a:r>
              <a:rPr sz="1050">
                <a:solidFill>
                  <a:srgbClr val="E8EEF1"/>
                </a:solidFill>
                <a:latin typeface="Courier New"/>
              </a:rPr>
              <a:t>recensioni</a:t>
            </a:r>
            <a:r>
              <a:rPr sz="1050">
                <a:solidFill>
                  <a:srgbClr val="E8EEF1"/>
                </a:solidFill>
                <a:latin typeface="Courier New"/>
              </a:rPr>
              <a:t>:</a:t>
            </a:r>
            <a:r>
              <a:rPr sz="1050">
                <a:solidFill>
                  <a:srgbClr val="E8EEF1"/>
                </a:solidFill>
                <a:latin typeface="Courier New"/>
              </a:rPr>
              <a:t> </a:t>
            </a:r>
            <a:r>
              <a:rPr sz="1050">
                <a:solidFill>
                  <a:srgbClr val="7FCFF0"/>
                </a:solidFill>
                <a:latin typeface="Courier New"/>
              </a:rPr>
              <a:t>list</a:t>
            </a:r>
            <a:r>
              <a:rPr sz="1050">
                <a:solidFill>
                  <a:srgbClr val="E8EEF1"/>
                </a:solidFill>
                <a:latin typeface="Courier New"/>
              </a:rPr>
              <a:t>[</a:t>
            </a:r>
            <a:r>
              <a:rPr sz="1050">
                <a:solidFill>
                  <a:srgbClr val="7FCFF0"/>
                </a:solidFill>
                <a:latin typeface="Courier New"/>
              </a:rPr>
              <a:t>str</a:t>
            </a:r>
            <a:r>
              <a:rPr sz="1050">
                <a:solidFill>
                  <a:srgbClr val="E8EEF1"/>
                </a:solidFill>
                <a:latin typeface="Courier New"/>
              </a:rPr>
              <a:t>]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E8EEF1"/>
                </a:solidFill>
                <a:latin typeface="Courier New"/>
              </a:rPr>
              <a:t>    </a:t>
            </a:r>
            <a:r>
              <a:rPr sz="1050">
                <a:solidFill>
                  <a:srgbClr val="E8EEF1"/>
                </a:solidFill>
                <a:latin typeface="Courier New"/>
              </a:rPr>
              <a:t>giudizi</a:t>
            </a:r>
            <a:r>
              <a:rPr sz="1050">
                <a:solidFill>
                  <a:srgbClr val="E8EEF1"/>
                </a:solidFill>
                <a:latin typeface="Courier New"/>
              </a:rPr>
              <a:t>:</a:t>
            </a:r>
            <a:r>
              <a:rPr sz="1050">
                <a:solidFill>
                  <a:srgbClr val="E8EEF1"/>
                </a:solidFill>
                <a:latin typeface="Courier New"/>
              </a:rPr>
              <a:t> </a:t>
            </a:r>
            <a:r>
              <a:rPr sz="1050">
                <a:solidFill>
                  <a:srgbClr val="E8EEF1"/>
                </a:solidFill>
                <a:latin typeface="Courier New"/>
              </a:rPr>
              <a:t>Annotated</a:t>
            </a:r>
            <a:r>
              <a:rPr sz="1050">
                <a:solidFill>
                  <a:srgbClr val="E8EEF1"/>
                </a:solidFill>
                <a:latin typeface="Courier New"/>
              </a:rPr>
              <a:t>[</a:t>
            </a:r>
            <a:r>
              <a:rPr sz="1050">
                <a:solidFill>
                  <a:srgbClr val="7FCFF0"/>
                </a:solidFill>
                <a:latin typeface="Courier New"/>
              </a:rPr>
              <a:t>list</a:t>
            </a:r>
            <a:r>
              <a:rPr sz="1050">
                <a:solidFill>
                  <a:srgbClr val="E8EEF1"/>
                </a:solidFill>
                <a:latin typeface="Courier New"/>
              </a:rPr>
              <a:t>[</a:t>
            </a:r>
            <a:r>
              <a:rPr sz="1050">
                <a:solidFill>
                  <a:srgbClr val="7FCFF0"/>
                </a:solidFill>
                <a:latin typeface="Courier New"/>
              </a:rPr>
              <a:t>str</a:t>
            </a:r>
            <a:r>
              <a:rPr sz="1050">
                <a:solidFill>
                  <a:srgbClr val="E8EEF1"/>
                </a:solidFill>
                <a:latin typeface="Courier New"/>
              </a:rPr>
              <a:t>]</a:t>
            </a:r>
            <a:r>
              <a:rPr sz="1050">
                <a:solidFill>
                  <a:srgbClr val="E8EEF1"/>
                </a:solidFill>
                <a:latin typeface="Courier New"/>
              </a:rPr>
              <a:t>,</a:t>
            </a:r>
            <a:r>
              <a:rPr sz="1050">
                <a:solidFill>
                  <a:srgbClr val="E8EEF1"/>
                </a:solidFill>
                <a:latin typeface="Courier New"/>
              </a:rPr>
              <a:t> </a:t>
            </a:r>
            <a:r>
              <a:rPr sz="1050">
                <a:solidFill>
                  <a:srgbClr val="E8EEF1"/>
                </a:solidFill>
                <a:latin typeface="Courier New"/>
              </a:rPr>
              <a:t>operator</a:t>
            </a:r>
            <a:r>
              <a:rPr sz="1050">
                <a:solidFill>
                  <a:srgbClr val="E8EEF1"/>
                </a:solidFill>
                <a:latin typeface="Courier New"/>
              </a:rPr>
              <a:t>.</a:t>
            </a:r>
            <a:r>
              <a:rPr sz="1050">
                <a:solidFill>
                  <a:srgbClr val="E8EEF1"/>
                </a:solidFill>
                <a:latin typeface="Courier New"/>
              </a:rPr>
              <a:t>add</a:t>
            </a:r>
            <a:r>
              <a:rPr sz="1050">
                <a:solidFill>
                  <a:srgbClr val="E8EEF1"/>
                </a:solidFill>
                <a:latin typeface="Courier New"/>
              </a:rPr>
              <a:t>]</a:t>
            </a:r>
            <a:r>
              <a:rPr sz="1050">
                <a:solidFill>
                  <a:srgbClr val="E8EEF1"/>
                </a:solidFill>
                <a:latin typeface="Courier New"/>
              </a:rPr>
              <a:t>     </a:t>
            </a:r>
            <a:r>
              <a:rPr sz="1050">
                <a:solidFill>
                  <a:srgbClr val="8AA4B0"/>
                </a:solidFill>
                <a:latin typeface="Courier New"/>
              </a:rPr>
              <a:t># raccoglie i risultati dei worker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E8EEF1"/>
                </a:solidFill>
                <a:latin typeface="Courier New"/>
              </a:rPr>
              <a:t>    </a:t>
            </a:r>
            <a:r>
              <a:rPr sz="1050">
                <a:solidFill>
                  <a:srgbClr val="E8EEF1"/>
                </a:solidFill>
                <a:latin typeface="Courier New"/>
              </a:rPr>
              <a:t>report</a:t>
            </a:r>
            <a:r>
              <a:rPr sz="1050">
                <a:solidFill>
                  <a:srgbClr val="E8EEF1"/>
                </a:solidFill>
                <a:latin typeface="Courier New"/>
              </a:rPr>
              <a:t>:</a:t>
            </a:r>
            <a:r>
              <a:rPr sz="1050">
                <a:solidFill>
                  <a:srgbClr val="E8EEF1"/>
                </a:solidFill>
                <a:latin typeface="Courier New"/>
              </a:rPr>
              <a:t> </a:t>
            </a:r>
            <a:r>
              <a:rPr sz="1050">
                <a:solidFill>
                  <a:srgbClr val="7FCFF0"/>
                </a:solidFill>
                <a:latin typeface="Courier New"/>
              </a:rPr>
              <a:t>str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28C4F"/>
                </a:solidFill>
                <a:latin typeface="Courier New"/>
              </a:rPr>
              <a:t>class</a:t>
            </a:r>
            <a:r>
              <a:rPr sz="1050">
                <a:solidFill>
                  <a:srgbClr val="E8EEF1"/>
                </a:solidFill>
                <a:latin typeface="Courier New"/>
              </a:rPr>
              <a:t> </a:t>
            </a:r>
            <a:r>
              <a:rPr sz="1050">
                <a:solidFill>
                  <a:srgbClr val="7FCFF0"/>
                </a:solidFill>
                <a:latin typeface="Courier New"/>
              </a:rPr>
              <a:t>RecensioneState</a:t>
            </a:r>
            <a:r>
              <a:rPr sz="1050">
                <a:solidFill>
                  <a:srgbClr val="E8EEF1"/>
                </a:solidFill>
                <a:latin typeface="Courier New"/>
              </a:rPr>
              <a:t>(</a:t>
            </a:r>
            <a:r>
              <a:rPr sz="1050">
                <a:solidFill>
                  <a:srgbClr val="E8EEF1"/>
                </a:solidFill>
                <a:latin typeface="Courier New"/>
              </a:rPr>
              <a:t>TypedDict</a:t>
            </a:r>
            <a:r>
              <a:rPr sz="1050">
                <a:solidFill>
                  <a:srgbClr val="E8EEF1"/>
                </a:solidFill>
                <a:latin typeface="Courier New"/>
              </a:rPr>
              <a:t>)</a:t>
            </a:r>
            <a:r>
              <a:rPr sz="1050">
                <a:solidFill>
                  <a:srgbClr val="E8EEF1"/>
                </a:solidFill>
                <a:latin typeface="Courier New"/>
              </a:rPr>
              <a:t>:</a:t>
            </a:r>
            <a:r>
              <a:rPr sz="1050">
                <a:solidFill>
                  <a:srgbClr val="E8EEF1"/>
                </a:solidFill>
                <a:latin typeface="Courier New"/>
              </a:rPr>
              <a:t>                    </a:t>
            </a:r>
            <a:r>
              <a:rPr sz="1050">
                <a:solidFill>
                  <a:srgbClr val="8AA4B0"/>
                </a:solidFill>
                <a:latin typeface="Courier New"/>
              </a:rPr>
              <a:t># state "privato" del worker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E8EEF1"/>
                </a:solidFill>
                <a:latin typeface="Courier New"/>
              </a:rPr>
              <a:t>    </a:t>
            </a:r>
            <a:r>
              <a:rPr sz="1050">
                <a:solidFill>
                  <a:srgbClr val="E8EEF1"/>
                </a:solidFill>
                <a:latin typeface="Courier New"/>
              </a:rPr>
              <a:t>testo</a:t>
            </a:r>
            <a:r>
              <a:rPr sz="1050">
                <a:solidFill>
                  <a:srgbClr val="E8EEF1"/>
                </a:solidFill>
                <a:latin typeface="Courier New"/>
              </a:rPr>
              <a:t>:</a:t>
            </a:r>
            <a:r>
              <a:rPr sz="1050">
                <a:solidFill>
                  <a:srgbClr val="E8EEF1"/>
                </a:solidFill>
                <a:latin typeface="Courier New"/>
              </a:rPr>
              <a:t> </a:t>
            </a:r>
            <a:r>
              <a:rPr sz="1050">
                <a:solidFill>
                  <a:srgbClr val="7FCFF0"/>
                </a:solidFill>
                <a:latin typeface="Courier New"/>
              </a:rPr>
              <a:t>str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28C4F"/>
                </a:solidFill>
                <a:latin typeface="Courier New"/>
              </a:rPr>
              <a:t>def</a:t>
            </a:r>
            <a:r>
              <a:rPr sz="1050">
                <a:solidFill>
                  <a:srgbClr val="E8EEF1"/>
                </a:solidFill>
                <a:latin typeface="Courier New"/>
              </a:rPr>
              <a:t> </a:t>
            </a:r>
            <a:r>
              <a:rPr sz="1050">
                <a:solidFill>
                  <a:srgbClr val="7FCFF0"/>
                </a:solidFill>
                <a:latin typeface="Courier New"/>
              </a:rPr>
              <a:t>distribuisci</a:t>
            </a:r>
            <a:r>
              <a:rPr sz="1050">
                <a:solidFill>
                  <a:srgbClr val="E8EEF1"/>
                </a:solidFill>
                <a:latin typeface="Courier New"/>
              </a:rPr>
              <a:t>(</a:t>
            </a:r>
            <a:r>
              <a:rPr sz="1050">
                <a:solidFill>
                  <a:srgbClr val="E8EEF1"/>
                </a:solidFill>
                <a:latin typeface="Courier New"/>
              </a:rPr>
              <a:t>state</a:t>
            </a:r>
            <a:r>
              <a:rPr sz="1050">
                <a:solidFill>
                  <a:srgbClr val="E8EEF1"/>
                </a:solidFill>
                <a:latin typeface="Courier New"/>
              </a:rPr>
              <a:t>:</a:t>
            </a:r>
            <a:r>
              <a:rPr sz="1050">
                <a:solidFill>
                  <a:srgbClr val="E8EEF1"/>
                </a:solidFill>
                <a:latin typeface="Courier New"/>
              </a:rPr>
              <a:t> </a:t>
            </a:r>
            <a:r>
              <a:rPr sz="1050">
                <a:solidFill>
                  <a:srgbClr val="E8EEF1"/>
                </a:solidFill>
                <a:latin typeface="Courier New"/>
              </a:rPr>
              <a:t>State</a:t>
            </a:r>
            <a:r>
              <a:rPr sz="1050">
                <a:solidFill>
                  <a:srgbClr val="E8EEF1"/>
                </a:solidFill>
                <a:latin typeface="Courier New"/>
              </a:rPr>
              <a:t>)</a:t>
            </a:r>
            <a:r>
              <a:rPr sz="1050">
                <a:solidFill>
                  <a:srgbClr val="E8EEF1"/>
                </a:solidFill>
                <a:latin typeface="Courier New"/>
              </a:rPr>
              <a:t> </a:t>
            </a:r>
            <a:r>
              <a:rPr sz="1050">
                <a:solidFill>
                  <a:srgbClr val="E8EEF1"/>
                </a:solidFill>
                <a:latin typeface="Courier New"/>
              </a:rPr>
              <a:t>-</a:t>
            </a:r>
            <a:r>
              <a:rPr sz="1050">
                <a:solidFill>
                  <a:srgbClr val="E8EEF1"/>
                </a:solidFill>
                <a:latin typeface="Courier New"/>
              </a:rPr>
              <a:t>&gt;</a:t>
            </a:r>
            <a:r>
              <a:rPr sz="1050">
                <a:solidFill>
                  <a:srgbClr val="E8EEF1"/>
                </a:solidFill>
                <a:latin typeface="Courier New"/>
              </a:rPr>
              <a:t> </a:t>
            </a:r>
            <a:r>
              <a:rPr sz="1050">
                <a:solidFill>
                  <a:srgbClr val="7FCFF0"/>
                </a:solidFill>
                <a:latin typeface="Courier New"/>
              </a:rPr>
              <a:t>list</a:t>
            </a:r>
            <a:r>
              <a:rPr sz="1050">
                <a:solidFill>
                  <a:srgbClr val="E8EEF1"/>
                </a:solidFill>
                <a:latin typeface="Courier New"/>
              </a:rPr>
              <a:t>[</a:t>
            </a:r>
            <a:r>
              <a:rPr sz="1050">
                <a:solidFill>
                  <a:srgbClr val="E8EEF1"/>
                </a:solidFill>
                <a:latin typeface="Courier New"/>
              </a:rPr>
              <a:t>Send</a:t>
            </a:r>
            <a:r>
              <a:rPr sz="1050">
                <a:solidFill>
                  <a:srgbClr val="E8EEF1"/>
                </a:solidFill>
                <a:latin typeface="Courier New"/>
              </a:rPr>
              <a:t>]</a:t>
            </a:r>
            <a:r>
              <a:rPr sz="1050">
                <a:solidFill>
                  <a:srgbClr val="E8EEF1"/>
                </a:solidFill>
                <a:latin typeface="Courier New"/>
              </a:rPr>
              <a:t>:</a:t>
            </a:r>
            <a:r>
              <a:rPr sz="1050">
                <a:solidFill>
                  <a:srgbClr val="E8EEF1"/>
                </a:solidFill>
                <a:latin typeface="Courier New"/>
              </a:rPr>
              <a:t>        </a:t>
            </a:r>
            <a:r>
              <a:rPr sz="1050">
                <a:solidFill>
                  <a:srgbClr val="8AA4B0"/>
                </a:solidFill>
                <a:latin typeface="Courier New"/>
              </a:rPr>
              <a:t># MAP: N invii dinamici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E8EEF1"/>
                </a:solidFill>
                <a:latin typeface="Courier New"/>
              </a:rPr>
              <a:t>    </a:t>
            </a:r>
            <a:r>
              <a:rPr sz="1050" b="1">
                <a:solidFill>
                  <a:srgbClr val="F28C4F"/>
                </a:solidFill>
                <a:latin typeface="Courier New"/>
              </a:rPr>
              <a:t>return</a:t>
            </a:r>
            <a:r>
              <a:rPr sz="1050">
                <a:solidFill>
                  <a:srgbClr val="E8EEF1"/>
                </a:solidFill>
                <a:latin typeface="Courier New"/>
              </a:rPr>
              <a:t> </a:t>
            </a:r>
            <a:r>
              <a:rPr sz="1050">
                <a:solidFill>
                  <a:srgbClr val="E8EEF1"/>
                </a:solidFill>
                <a:latin typeface="Courier New"/>
              </a:rPr>
              <a:t>[</a:t>
            </a:r>
            <a:r>
              <a:rPr sz="1050">
                <a:solidFill>
                  <a:srgbClr val="E8EEF1"/>
                </a:solidFill>
                <a:latin typeface="Courier New"/>
              </a:rPr>
              <a:t>Send</a:t>
            </a:r>
            <a:r>
              <a:rPr sz="1050">
                <a:solidFill>
                  <a:srgbClr val="E8EEF1"/>
                </a:solidFill>
                <a:latin typeface="Courier New"/>
              </a:rPr>
              <a:t>(</a:t>
            </a:r>
            <a:r>
              <a:rPr sz="1050">
                <a:solidFill>
                  <a:srgbClr val="B5D98B"/>
                </a:solidFill>
                <a:latin typeface="Courier New"/>
              </a:rPr>
              <a:t>"</a:t>
            </a:r>
            <a:r>
              <a:rPr sz="1050">
                <a:solidFill>
                  <a:srgbClr val="B5D98B"/>
                </a:solidFill>
                <a:latin typeface="Courier New"/>
              </a:rPr>
              <a:t>analizza</a:t>
            </a:r>
            <a:r>
              <a:rPr sz="1050">
                <a:solidFill>
                  <a:srgbClr val="B5D98B"/>
                </a:solidFill>
                <a:latin typeface="Courier New"/>
              </a:rPr>
              <a:t>"</a:t>
            </a:r>
            <a:r>
              <a:rPr sz="1050">
                <a:solidFill>
                  <a:srgbClr val="E8EEF1"/>
                </a:solidFill>
                <a:latin typeface="Courier New"/>
              </a:rPr>
              <a:t>,</a:t>
            </a:r>
            <a:r>
              <a:rPr sz="1050">
                <a:solidFill>
                  <a:srgbClr val="E8EEF1"/>
                </a:solidFill>
                <a:latin typeface="Courier New"/>
              </a:rPr>
              <a:t> </a:t>
            </a:r>
            <a:r>
              <a:rPr sz="1050">
                <a:solidFill>
                  <a:srgbClr val="E8EEF1"/>
                </a:solidFill>
                <a:latin typeface="Courier New"/>
              </a:rPr>
              <a:t>{</a:t>
            </a:r>
            <a:r>
              <a:rPr sz="1050">
                <a:solidFill>
                  <a:srgbClr val="B5D98B"/>
                </a:solidFill>
                <a:latin typeface="Courier New"/>
              </a:rPr>
              <a:t>"</a:t>
            </a:r>
            <a:r>
              <a:rPr sz="1050">
                <a:solidFill>
                  <a:srgbClr val="B5D98B"/>
                </a:solidFill>
                <a:latin typeface="Courier New"/>
              </a:rPr>
              <a:t>testo</a:t>
            </a:r>
            <a:r>
              <a:rPr sz="1050">
                <a:solidFill>
                  <a:srgbClr val="B5D98B"/>
                </a:solidFill>
                <a:latin typeface="Courier New"/>
              </a:rPr>
              <a:t>"</a:t>
            </a:r>
            <a:r>
              <a:rPr sz="1050">
                <a:solidFill>
                  <a:srgbClr val="E8EEF1"/>
                </a:solidFill>
                <a:latin typeface="Courier New"/>
              </a:rPr>
              <a:t>:</a:t>
            </a:r>
            <a:r>
              <a:rPr sz="1050">
                <a:solidFill>
                  <a:srgbClr val="E8EEF1"/>
                </a:solidFill>
                <a:latin typeface="Courier New"/>
              </a:rPr>
              <a:t> </a:t>
            </a:r>
            <a:r>
              <a:rPr sz="1050">
                <a:solidFill>
                  <a:srgbClr val="E8EEF1"/>
                </a:solidFill>
                <a:latin typeface="Courier New"/>
              </a:rPr>
              <a:t>r</a:t>
            </a:r>
            <a:r>
              <a:rPr sz="1050">
                <a:solidFill>
                  <a:srgbClr val="E8EEF1"/>
                </a:solidFill>
                <a:latin typeface="Courier New"/>
              </a:rPr>
              <a:t>}</a:t>
            </a:r>
            <a:r>
              <a:rPr sz="1050">
                <a:solidFill>
                  <a:srgbClr val="E8EEF1"/>
                </a:solidFill>
                <a:latin typeface="Courier New"/>
              </a:rPr>
              <a:t>)</a:t>
            </a:r>
            <a:r>
              <a:rPr sz="1050">
                <a:solidFill>
                  <a:srgbClr val="E8EEF1"/>
                </a:solidFill>
                <a:latin typeface="Courier New"/>
              </a:rPr>
              <a:t> </a:t>
            </a:r>
            <a:r>
              <a:rPr sz="1050" b="1">
                <a:solidFill>
                  <a:srgbClr val="F28C4F"/>
                </a:solidFill>
                <a:latin typeface="Courier New"/>
              </a:rPr>
              <a:t>for</a:t>
            </a:r>
            <a:r>
              <a:rPr sz="1050">
                <a:solidFill>
                  <a:srgbClr val="E8EEF1"/>
                </a:solidFill>
                <a:latin typeface="Courier New"/>
              </a:rPr>
              <a:t> </a:t>
            </a:r>
            <a:r>
              <a:rPr sz="1050">
                <a:solidFill>
                  <a:srgbClr val="E8EEF1"/>
                </a:solidFill>
                <a:latin typeface="Courier New"/>
              </a:rPr>
              <a:t>r</a:t>
            </a:r>
            <a:r>
              <a:rPr sz="1050">
                <a:solidFill>
                  <a:srgbClr val="E8EEF1"/>
                </a:solidFill>
                <a:latin typeface="Courier New"/>
              </a:rPr>
              <a:t> </a:t>
            </a:r>
            <a:r>
              <a:rPr sz="1050">
                <a:solidFill>
                  <a:srgbClr val="F28C4F"/>
                </a:solidFill>
                <a:latin typeface="Courier New"/>
              </a:rPr>
              <a:t>in</a:t>
            </a:r>
            <a:r>
              <a:rPr sz="1050">
                <a:solidFill>
                  <a:srgbClr val="E8EEF1"/>
                </a:solidFill>
                <a:latin typeface="Courier New"/>
              </a:rPr>
              <a:t> </a:t>
            </a:r>
            <a:r>
              <a:rPr sz="1050">
                <a:solidFill>
                  <a:srgbClr val="E8EEF1"/>
                </a:solidFill>
                <a:latin typeface="Courier New"/>
              </a:rPr>
              <a:t>state</a:t>
            </a:r>
            <a:r>
              <a:rPr sz="1050">
                <a:solidFill>
                  <a:srgbClr val="E8EEF1"/>
                </a:solidFill>
                <a:latin typeface="Courier New"/>
              </a:rPr>
              <a:t>[</a:t>
            </a:r>
            <a:r>
              <a:rPr sz="1050">
                <a:solidFill>
                  <a:srgbClr val="B5D98B"/>
                </a:solidFill>
                <a:latin typeface="Courier New"/>
              </a:rPr>
              <a:t>"</a:t>
            </a:r>
            <a:r>
              <a:rPr sz="1050">
                <a:solidFill>
                  <a:srgbClr val="B5D98B"/>
                </a:solidFill>
                <a:latin typeface="Courier New"/>
              </a:rPr>
              <a:t>recensioni</a:t>
            </a:r>
            <a:r>
              <a:rPr sz="1050">
                <a:solidFill>
                  <a:srgbClr val="B5D98B"/>
                </a:solidFill>
                <a:latin typeface="Courier New"/>
              </a:rPr>
              <a:t>"</a:t>
            </a:r>
            <a:r>
              <a:rPr sz="1050">
                <a:solidFill>
                  <a:srgbClr val="E8EEF1"/>
                </a:solidFill>
                <a:latin typeface="Courier New"/>
              </a:rPr>
              <a:t>]</a:t>
            </a:r>
            <a:r>
              <a:rPr sz="1050">
                <a:solidFill>
                  <a:srgbClr val="E8EEF1"/>
                </a:solidFill>
                <a:latin typeface="Courier New"/>
              </a:rPr>
              <a:t>]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28C4F"/>
                </a:solidFill>
                <a:latin typeface="Courier New"/>
              </a:rPr>
              <a:t>def</a:t>
            </a:r>
            <a:r>
              <a:rPr sz="1050">
                <a:solidFill>
                  <a:srgbClr val="E8EEF1"/>
                </a:solidFill>
                <a:latin typeface="Courier New"/>
              </a:rPr>
              <a:t> </a:t>
            </a:r>
            <a:r>
              <a:rPr sz="1050">
                <a:solidFill>
                  <a:srgbClr val="7FCFF0"/>
                </a:solidFill>
                <a:latin typeface="Courier New"/>
              </a:rPr>
              <a:t>analizza</a:t>
            </a:r>
            <a:r>
              <a:rPr sz="1050">
                <a:solidFill>
                  <a:srgbClr val="E8EEF1"/>
                </a:solidFill>
                <a:latin typeface="Courier New"/>
              </a:rPr>
              <a:t>(</a:t>
            </a:r>
            <a:r>
              <a:rPr sz="1050">
                <a:solidFill>
                  <a:srgbClr val="E8EEF1"/>
                </a:solidFill>
                <a:latin typeface="Courier New"/>
              </a:rPr>
              <a:t>state</a:t>
            </a:r>
            <a:r>
              <a:rPr sz="1050">
                <a:solidFill>
                  <a:srgbClr val="E8EEF1"/>
                </a:solidFill>
                <a:latin typeface="Courier New"/>
              </a:rPr>
              <a:t>:</a:t>
            </a:r>
            <a:r>
              <a:rPr sz="1050">
                <a:solidFill>
                  <a:srgbClr val="E8EEF1"/>
                </a:solidFill>
                <a:latin typeface="Courier New"/>
              </a:rPr>
              <a:t> </a:t>
            </a:r>
            <a:r>
              <a:rPr sz="1050">
                <a:solidFill>
                  <a:srgbClr val="E8EEF1"/>
                </a:solidFill>
                <a:latin typeface="Courier New"/>
              </a:rPr>
              <a:t>RecensioneState</a:t>
            </a:r>
            <a:r>
              <a:rPr sz="1050">
                <a:solidFill>
                  <a:srgbClr val="E8EEF1"/>
                </a:solidFill>
                <a:latin typeface="Courier New"/>
              </a:rPr>
              <a:t>)</a:t>
            </a:r>
            <a:r>
              <a:rPr sz="1050">
                <a:solidFill>
                  <a:srgbClr val="E8EEF1"/>
                </a:solidFill>
                <a:latin typeface="Courier New"/>
              </a:rPr>
              <a:t> </a:t>
            </a:r>
            <a:r>
              <a:rPr sz="1050">
                <a:solidFill>
                  <a:srgbClr val="E8EEF1"/>
                </a:solidFill>
                <a:latin typeface="Courier New"/>
              </a:rPr>
              <a:t>-</a:t>
            </a:r>
            <a:r>
              <a:rPr sz="1050">
                <a:solidFill>
                  <a:srgbClr val="E8EEF1"/>
                </a:solidFill>
                <a:latin typeface="Courier New"/>
              </a:rPr>
              <a:t>&gt;</a:t>
            </a:r>
            <a:r>
              <a:rPr sz="1050">
                <a:solidFill>
                  <a:srgbClr val="E8EEF1"/>
                </a:solidFill>
                <a:latin typeface="Courier New"/>
              </a:rPr>
              <a:t> </a:t>
            </a:r>
            <a:r>
              <a:rPr sz="1050">
                <a:solidFill>
                  <a:srgbClr val="7FCFF0"/>
                </a:solidFill>
                <a:latin typeface="Courier New"/>
              </a:rPr>
              <a:t>dict</a:t>
            </a:r>
            <a:r>
              <a:rPr sz="105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E8EEF1"/>
                </a:solidFill>
                <a:latin typeface="Courier New"/>
              </a:rPr>
              <a:t>    </a:t>
            </a:r>
            <a:r>
              <a:rPr sz="1050">
                <a:solidFill>
                  <a:srgbClr val="E8EEF1"/>
                </a:solidFill>
                <a:latin typeface="Courier New"/>
              </a:rPr>
              <a:t>s</a:t>
            </a:r>
            <a:r>
              <a:rPr sz="1050">
                <a:solidFill>
                  <a:srgbClr val="E8EEF1"/>
                </a:solidFill>
                <a:latin typeface="Courier New"/>
              </a:rPr>
              <a:t> </a:t>
            </a:r>
            <a:r>
              <a:rPr sz="1050">
                <a:solidFill>
                  <a:srgbClr val="E8EEF1"/>
                </a:solidFill>
                <a:latin typeface="Courier New"/>
              </a:rPr>
              <a:t>=</a:t>
            </a:r>
            <a:r>
              <a:rPr sz="1050">
                <a:solidFill>
                  <a:srgbClr val="E8EEF1"/>
                </a:solidFill>
                <a:latin typeface="Courier New"/>
              </a:rPr>
              <a:t> </a:t>
            </a:r>
            <a:r>
              <a:rPr sz="1050">
                <a:solidFill>
                  <a:srgbClr val="E8EEF1"/>
                </a:solidFill>
                <a:latin typeface="Courier New"/>
              </a:rPr>
              <a:t>llm</a:t>
            </a:r>
            <a:r>
              <a:rPr sz="1050">
                <a:solidFill>
                  <a:srgbClr val="E8EEF1"/>
                </a:solidFill>
                <a:latin typeface="Courier New"/>
              </a:rPr>
              <a:t>.</a:t>
            </a:r>
            <a:r>
              <a:rPr sz="1050">
                <a:solidFill>
                  <a:srgbClr val="E8EEF1"/>
                </a:solidFill>
                <a:latin typeface="Courier New"/>
              </a:rPr>
              <a:t>invoke</a:t>
            </a:r>
            <a:r>
              <a:rPr sz="1050">
                <a:solidFill>
                  <a:srgbClr val="E8EEF1"/>
                </a:solidFill>
                <a:latin typeface="Courier New"/>
              </a:rPr>
              <a:t>(</a:t>
            </a:r>
            <a:r>
              <a:rPr sz="1050">
                <a:solidFill>
                  <a:srgbClr val="B5D98B"/>
                </a:solidFill>
                <a:latin typeface="Courier New"/>
              </a:rPr>
              <a:t>f</a:t>
            </a:r>
            <a:r>
              <a:rPr sz="1050">
                <a:solidFill>
                  <a:srgbClr val="B5D98B"/>
                </a:solidFill>
                <a:latin typeface="Courier New"/>
              </a:rPr>
              <a:t>"</a:t>
            </a:r>
            <a:r>
              <a:rPr sz="1050">
                <a:solidFill>
                  <a:srgbClr val="B5D98B"/>
                </a:solidFill>
                <a:latin typeface="Courier New"/>
              </a:rPr>
              <a:t>Rispondi solo POSITIVA o NEGATIVA: </a:t>
            </a:r>
            <a:r>
              <a:rPr sz="1050">
                <a:solidFill>
                  <a:srgbClr val="B5D98B"/>
                </a:solidFill>
                <a:latin typeface="Courier New"/>
              </a:rPr>
              <a:t>{</a:t>
            </a:r>
            <a:r>
              <a:rPr sz="1050">
                <a:solidFill>
                  <a:srgbClr val="E8EEF1"/>
                </a:solidFill>
                <a:latin typeface="Courier New"/>
              </a:rPr>
              <a:t>state</a:t>
            </a:r>
            <a:r>
              <a:rPr sz="1050">
                <a:solidFill>
                  <a:srgbClr val="E8EEF1"/>
                </a:solidFill>
                <a:latin typeface="Courier New"/>
              </a:rPr>
              <a:t>[</a:t>
            </a:r>
            <a:r>
              <a:rPr sz="1050">
                <a:solidFill>
                  <a:srgbClr val="B5D98B"/>
                </a:solidFill>
                <a:latin typeface="Courier New"/>
              </a:rPr>
              <a:t>'</a:t>
            </a:r>
            <a:r>
              <a:rPr sz="1050">
                <a:solidFill>
                  <a:srgbClr val="B5D98B"/>
                </a:solidFill>
                <a:latin typeface="Courier New"/>
              </a:rPr>
              <a:t>testo</a:t>
            </a:r>
            <a:r>
              <a:rPr sz="1050">
                <a:solidFill>
                  <a:srgbClr val="B5D98B"/>
                </a:solidFill>
                <a:latin typeface="Courier New"/>
              </a:rPr>
              <a:t>'</a:t>
            </a:r>
            <a:r>
              <a:rPr sz="1050">
                <a:solidFill>
                  <a:srgbClr val="E8EEF1"/>
                </a:solidFill>
                <a:latin typeface="Courier New"/>
              </a:rPr>
              <a:t>]</a:t>
            </a:r>
            <a:r>
              <a:rPr sz="1050">
                <a:solidFill>
                  <a:srgbClr val="B5D98B"/>
                </a:solidFill>
                <a:latin typeface="Courier New"/>
              </a:rPr>
              <a:t>}</a:t>
            </a:r>
            <a:r>
              <a:rPr sz="1050">
                <a:solidFill>
                  <a:srgbClr val="B5D98B"/>
                </a:solidFill>
                <a:latin typeface="Courier New"/>
              </a:rPr>
              <a:t>"</a:t>
            </a:r>
            <a:r>
              <a:rPr sz="1050">
                <a:solidFill>
                  <a:srgbClr val="E8EEF1"/>
                </a:solidFill>
                <a:latin typeface="Courier New"/>
              </a:rPr>
              <a:t>)</a:t>
            </a:r>
            <a:r>
              <a:rPr sz="1050">
                <a:solidFill>
                  <a:srgbClr val="E8EEF1"/>
                </a:solidFill>
                <a:latin typeface="Courier New"/>
              </a:rPr>
              <a:t>.</a:t>
            </a:r>
            <a:r>
              <a:rPr sz="1050">
                <a:solidFill>
                  <a:srgbClr val="E8EEF1"/>
                </a:solidFill>
                <a:latin typeface="Courier New"/>
              </a:rPr>
              <a:t>content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E8EEF1"/>
                </a:solidFill>
                <a:latin typeface="Courier New"/>
              </a:rPr>
              <a:t>    </a:t>
            </a:r>
            <a:r>
              <a:rPr sz="1050" b="1">
                <a:solidFill>
                  <a:srgbClr val="F28C4F"/>
                </a:solidFill>
                <a:latin typeface="Courier New"/>
              </a:rPr>
              <a:t>return</a:t>
            </a:r>
            <a:r>
              <a:rPr sz="1050">
                <a:solidFill>
                  <a:srgbClr val="E8EEF1"/>
                </a:solidFill>
                <a:latin typeface="Courier New"/>
              </a:rPr>
              <a:t> </a:t>
            </a:r>
            <a:r>
              <a:rPr sz="1050">
                <a:solidFill>
                  <a:srgbClr val="E8EEF1"/>
                </a:solidFill>
                <a:latin typeface="Courier New"/>
              </a:rPr>
              <a:t>{</a:t>
            </a:r>
            <a:r>
              <a:rPr sz="1050">
                <a:solidFill>
                  <a:srgbClr val="B5D98B"/>
                </a:solidFill>
                <a:latin typeface="Courier New"/>
              </a:rPr>
              <a:t>"</a:t>
            </a:r>
            <a:r>
              <a:rPr sz="1050">
                <a:solidFill>
                  <a:srgbClr val="B5D98B"/>
                </a:solidFill>
                <a:latin typeface="Courier New"/>
              </a:rPr>
              <a:t>giudizi</a:t>
            </a:r>
            <a:r>
              <a:rPr sz="1050">
                <a:solidFill>
                  <a:srgbClr val="B5D98B"/>
                </a:solidFill>
                <a:latin typeface="Courier New"/>
              </a:rPr>
              <a:t>"</a:t>
            </a:r>
            <a:r>
              <a:rPr sz="1050">
                <a:solidFill>
                  <a:srgbClr val="E8EEF1"/>
                </a:solidFill>
                <a:latin typeface="Courier New"/>
              </a:rPr>
              <a:t>:</a:t>
            </a:r>
            <a:r>
              <a:rPr sz="1050">
                <a:solidFill>
                  <a:srgbClr val="E8EEF1"/>
                </a:solidFill>
                <a:latin typeface="Courier New"/>
              </a:rPr>
              <a:t> </a:t>
            </a:r>
            <a:r>
              <a:rPr sz="1050">
                <a:solidFill>
                  <a:srgbClr val="E8EEF1"/>
                </a:solidFill>
                <a:latin typeface="Courier New"/>
              </a:rPr>
              <a:t>[</a:t>
            </a:r>
            <a:r>
              <a:rPr sz="1050">
                <a:solidFill>
                  <a:srgbClr val="B5D98B"/>
                </a:solidFill>
                <a:latin typeface="Courier New"/>
              </a:rPr>
              <a:t>f</a:t>
            </a:r>
            <a:r>
              <a:rPr sz="1050">
                <a:solidFill>
                  <a:srgbClr val="B5D98B"/>
                </a:solidFill>
                <a:latin typeface="Courier New"/>
              </a:rPr>
              <a:t>"</a:t>
            </a:r>
            <a:r>
              <a:rPr sz="1050">
                <a:solidFill>
                  <a:srgbClr val="B5D98B"/>
                </a:solidFill>
                <a:latin typeface="Courier New"/>
              </a:rPr>
              <a:t>{</a:t>
            </a:r>
            <a:r>
              <a:rPr sz="1050">
                <a:solidFill>
                  <a:srgbClr val="E8EEF1"/>
                </a:solidFill>
                <a:latin typeface="Courier New"/>
              </a:rPr>
              <a:t>s</a:t>
            </a:r>
            <a:r>
              <a:rPr sz="1050">
                <a:solidFill>
                  <a:srgbClr val="E8EEF1"/>
                </a:solidFill>
                <a:latin typeface="Courier New"/>
              </a:rPr>
              <a:t>.</a:t>
            </a:r>
            <a:r>
              <a:rPr sz="1050">
                <a:solidFill>
                  <a:srgbClr val="E8EEF1"/>
                </a:solidFill>
                <a:latin typeface="Courier New"/>
              </a:rPr>
              <a:t>strip</a:t>
            </a:r>
            <a:r>
              <a:rPr sz="1050">
                <a:solidFill>
                  <a:srgbClr val="E8EEF1"/>
                </a:solidFill>
                <a:latin typeface="Courier New"/>
              </a:rPr>
              <a:t>(</a:t>
            </a:r>
            <a:r>
              <a:rPr sz="1050">
                <a:solidFill>
                  <a:srgbClr val="E8EEF1"/>
                </a:solidFill>
                <a:latin typeface="Courier New"/>
              </a:rPr>
              <a:t>)</a:t>
            </a:r>
            <a:r>
              <a:rPr sz="1050">
                <a:solidFill>
                  <a:srgbClr val="B5D98B"/>
                </a:solidFill>
                <a:latin typeface="Courier New"/>
              </a:rPr>
              <a:t>}</a:t>
            </a:r>
            <a:r>
              <a:rPr sz="1050">
                <a:solidFill>
                  <a:srgbClr val="B5D98B"/>
                </a:solidFill>
                <a:latin typeface="Courier New"/>
              </a:rPr>
              <a:t> | </a:t>
            </a:r>
            <a:r>
              <a:rPr sz="1050">
                <a:solidFill>
                  <a:srgbClr val="B5D98B"/>
                </a:solidFill>
                <a:latin typeface="Courier New"/>
              </a:rPr>
              <a:t>{</a:t>
            </a:r>
            <a:r>
              <a:rPr sz="1050">
                <a:solidFill>
                  <a:srgbClr val="E8EEF1"/>
                </a:solidFill>
                <a:latin typeface="Courier New"/>
              </a:rPr>
              <a:t>state</a:t>
            </a:r>
            <a:r>
              <a:rPr sz="1050">
                <a:solidFill>
                  <a:srgbClr val="E8EEF1"/>
                </a:solidFill>
                <a:latin typeface="Courier New"/>
              </a:rPr>
              <a:t>[</a:t>
            </a:r>
            <a:r>
              <a:rPr sz="1050">
                <a:solidFill>
                  <a:srgbClr val="B5D98B"/>
                </a:solidFill>
                <a:latin typeface="Courier New"/>
              </a:rPr>
              <a:t>'</a:t>
            </a:r>
            <a:r>
              <a:rPr sz="1050">
                <a:solidFill>
                  <a:srgbClr val="B5D98B"/>
                </a:solidFill>
                <a:latin typeface="Courier New"/>
              </a:rPr>
              <a:t>testo</a:t>
            </a:r>
            <a:r>
              <a:rPr sz="1050">
                <a:solidFill>
                  <a:srgbClr val="B5D98B"/>
                </a:solidFill>
                <a:latin typeface="Courier New"/>
              </a:rPr>
              <a:t>'</a:t>
            </a:r>
            <a:r>
              <a:rPr sz="1050">
                <a:solidFill>
                  <a:srgbClr val="E8EEF1"/>
                </a:solidFill>
                <a:latin typeface="Courier New"/>
              </a:rPr>
              <a:t>]</a:t>
            </a:r>
            <a:r>
              <a:rPr sz="1050">
                <a:solidFill>
                  <a:srgbClr val="E8EEF1"/>
                </a:solidFill>
                <a:latin typeface="Courier New"/>
              </a:rPr>
              <a:t>[</a:t>
            </a:r>
            <a:r>
              <a:rPr sz="1050">
                <a:solidFill>
                  <a:srgbClr val="E8EEF1"/>
                </a:solidFill>
                <a:latin typeface="Courier New"/>
              </a:rPr>
              <a:t>:</a:t>
            </a:r>
            <a:r>
              <a:rPr sz="1050">
                <a:solidFill>
                  <a:srgbClr val="F5C96A"/>
                </a:solidFill>
                <a:latin typeface="Courier New"/>
              </a:rPr>
              <a:t>30</a:t>
            </a:r>
            <a:r>
              <a:rPr sz="1050">
                <a:solidFill>
                  <a:srgbClr val="E8EEF1"/>
                </a:solidFill>
                <a:latin typeface="Courier New"/>
              </a:rPr>
              <a:t>]</a:t>
            </a:r>
            <a:r>
              <a:rPr sz="1050">
                <a:solidFill>
                  <a:srgbClr val="B5D98B"/>
                </a:solidFill>
                <a:latin typeface="Courier New"/>
              </a:rPr>
              <a:t>}</a:t>
            </a:r>
            <a:r>
              <a:rPr sz="1050">
                <a:solidFill>
                  <a:srgbClr val="B5D98B"/>
                </a:solidFill>
                <a:latin typeface="Courier New"/>
              </a:rPr>
              <a:t>"</a:t>
            </a:r>
            <a:r>
              <a:rPr sz="1050">
                <a:solidFill>
                  <a:srgbClr val="E8EEF1"/>
                </a:solidFill>
                <a:latin typeface="Courier New"/>
              </a:rPr>
              <a:t>]</a:t>
            </a:r>
            <a:r>
              <a:rPr sz="1050">
                <a:solidFill>
                  <a:srgbClr val="E8EEF1"/>
                </a:solidFill>
                <a:latin typeface="Courier New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28C4F"/>
                </a:solidFill>
                <a:latin typeface="Courier New"/>
              </a:rPr>
              <a:t>def</a:t>
            </a:r>
            <a:r>
              <a:rPr sz="1050">
                <a:solidFill>
                  <a:srgbClr val="E8EEF1"/>
                </a:solidFill>
                <a:latin typeface="Courier New"/>
              </a:rPr>
              <a:t> </a:t>
            </a:r>
            <a:r>
              <a:rPr sz="1050">
                <a:solidFill>
                  <a:srgbClr val="7FCFF0"/>
                </a:solidFill>
                <a:latin typeface="Courier New"/>
              </a:rPr>
              <a:t>report</a:t>
            </a:r>
            <a:r>
              <a:rPr sz="1050">
                <a:solidFill>
                  <a:srgbClr val="E8EEF1"/>
                </a:solidFill>
                <a:latin typeface="Courier New"/>
              </a:rPr>
              <a:t>(</a:t>
            </a:r>
            <a:r>
              <a:rPr sz="1050">
                <a:solidFill>
                  <a:srgbClr val="E8EEF1"/>
                </a:solidFill>
                <a:latin typeface="Courier New"/>
              </a:rPr>
              <a:t>state</a:t>
            </a:r>
            <a:r>
              <a:rPr sz="1050">
                <a:solidFill>
                  <a:srgbClr val="E8EEF1"/>
                </a:solidFill>
                <a:latin typeface="Courier New"/>
              </a:rPr>
              <a:t>:</a:t>
            </a:r>
            <a:r>
              <a:rPr sz="1050">
                <a:solidFill>
                  <a:srgbClr val="E8EEF1"/>
                </a:solidFill>
                <a:latin typeface="Courier New"/>
              </a:rPr>
              <a:t> </a:t>
            </a:r>
            <a:r>
              <a:rPr sz="1050">
                <a:solidFill>
                  <a:srgbClr val="E8EEF1"/>
                </a:solidFill>
                <a:latin typeface="Courier New"/>
              </a:rPr>
              <a:t>State</a:t>
            </a:r>
            <a:r>
              <a:rPr sz="1050">
                <a:solidFill>
                  <a:srgbClr val="E8EEF1"/>
                </a:solidFill>
                <a:latin typeface="Courier New"/>
              </a:rPr>
              <a:t>)</a:t>
            </a:r>
            <a:r>
              <a:rPr sz="1050">
                <a:solidFill>
                  <a:srgbClr val="E8EEF1"/>
                </a:solidFill>
                <a:latin typeface="Courier New"/>
              </a:rPr>
              <a:t> </a:t>
            </a:r>
            <a:r>
              <a:rPr sz="1050">
                <a:solidFill>
                  <a:srgbClr val="E8EEF1"/>
                </a:solidFill>
                <a:latin typeface="Courier New"/>
              </a:rPr>
              <a:t>-</a:t>
            </a:r>
            <a:r>
              <a:rPr sz="1050">
                <a:solidFill>
                  <a:srgbClr val="E8EEF1"/>
                </a:solidFill>
                <a:latin typeface="Courier New"/>
              </a:rPr>
              <a:t>&gt;</a:t>
            </a:r>
            <a:r>
              <a:rPr sz="1050">
                <a:solidFill>
                  <a:srgbClr val="E8EEF1"/>
                </a:solidFill>
                <a:latin typeface="Courier New"/>
              </a:rPr>
              <a:t> </a:t>
            </a:r>
            <a:r>
              <a:rPr sz="1050">
                <a:solidFill>
                  <a:srgbClr val="7FCFF0"/>
                </a:solidFill>
                <a:latin typeface="Courier New"/>
              </a:rPr>
              <a:t>dict</a:t>
            </a:r>
            <a:r>
              <a:rPr sz="1050">
                <a:solidFill>
                  <a:srgbClr val="E8EEF1"/>
                </a:solidFill>
                <a:latin typeface="Courier New"/>
              </a:rPr>
              <a:t>:</a:t>
            </a:r>
            <a:r>
              <a:rPr sz="1050">
                <a:solidFill>
                  <a:srgbClr val="E8EEF1"/>
                </a:solidFill>
                <a:latin typeface="Courier New"/>
              </a:rPr>
              <a:t>                    </a:t>
            </a:r>
            <a:r>
              <a:rPr sz="1050">
                <a:solidFill>
                  <a:srgbClr val="8AA4B0"/>
                </a:solidFill>
                <a:latin typeface="Courier New"/>
              </a:rPr>
              <a:t># REDUCE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E8EEF1"/>
                </a:solidFill>
                <a:latin typeface="Courier New"/>
              </a:rPr>
              <a:t>    </a:t>
            </a:r>
            <a:r>
              <a:rPr sz="1050">
                <a:solidFill>
                  <a:srgbClr val="E8EEF1"/>
                </a:solidFill>
                <a:latin typeface="Courier New"/>
              </a:rPr>
              <a:t>pos</a:t>
            </a:r>
            <a:r>
              <a:rPr sz="1050">
                <a:solidFill>
                  <a:srgbClr val="E8EEF1"/>
                </a:solidFill>
                <a:latin typeface="Courier New"/>
              </a:rPr>
              <a:t> </a:t>
            </a:r>
            <a:r>
              <a:rPr sz="1050">
                <a:solidFill>
                  <a:srgbClr val="E8EEF1"/>
                </a:solidFill>
                <a:latin typeface="Courier New"/>
              </a:rPr>
              <a:t>=</a:t>
            </a:r>
            <a:r>
              <a:rPr sz="1050">
                <a:solidFill>
                  <a:srgbClr val="E8EEF1"/>
                </a:solidFill>
                <a:latin typeface="Courier New"/>
              </a:rPr>
              <a:t> </a:t>
            </a:r>
            <a:r>
              <a:rPr sz="1050">
                <a:solidFill>
                  <a:srgbClr val="7FCFF0"/>
                </a:solidFill>
                <a:latin typeface="Courier New"/>
              </a:rPr>
              <a:t>sum</a:t>
            </a:r>
            <a:r>
              <a:rPr sz="1050">
                <a:solidFill>
                  <a:srgbClr val="E8EEF1"/>
                </a:solidFill>
                <a:latin typeface="Courier New"/>
              </a:rPr>
              <a:t>(</a:t>
            </a:r>
            <a:r>
              <a:rPr sz="1050">
                <a:solidFill>
                  <a:srgbClr val="B5D98B"/>
                </a:solidFill>
                <a:latin typeface="Courier New"/>
              </a:rPr>
              <a:t>"</a:t>
            </a:r>
            <a:r>
              <a:rPr sz="1050">
                <a:solidFill>
                  <a:srgbClr val="B5D98B"/>
                </a:solidFill>
                <a:latin typeface="Courier New"/>
              </a:rPr>
              <a:t>POSITIVA</a:t>
            </a:r>
            <a:r>
              <a:rPr sz="1050">
                <a:solidFill>
                  <a:srgbClr val="B5D98B"/>
                </a:solidFill>
                <a:latin typeface="Courier New"/>
              </a:rPr>
              <a:t>"</a:t>
            </a:r>
            <a:r>
              <a:rPr sz="1050">
                <a:solidFill>
                  <a:srgbClr val="E8EEF1"/>
                </a:solidFill>
                <a:latin typeface="Courier New"/>
              </a:rPr>
              <a:t> </a:t>
            </a:r>
            <a:r>
              <a:rPr sz="1050">
                <a:solidFill>
                  <a:srgbClr val="F28C4F"/>
                </a:solidFill>
                <a:latin typeface="Courier New"/>
              </a:rPr>
              <a:t>in</a:t>
            </a:r>
            <a:r>
              <a:rPr sz="1050">
                <a:solidFill>
                  <a:srgbClr val="E8EEF1"/>
                </a:solidFill>
                <a:latin typeface="Courier New"/>
              </a:rPr>
              <a:t> </a:t>
            </a:r>
            <a:r>
              <a:rPr sz="1050">
                <a:solidFill>
                  <a:srgbClr val="E8EEF1"/>
                </a:solidFill>
                <a:latin typeface="Courier New"/>
              </a:rPr>
              <a:t>g</a:t>
            </a:r>
            <a:r>
              <a:rPr sz="1050">
                <a:solidFill>
                  <a:srgbClr val="E8EEF1"/>
                </a:solidFill>
                <a:latin typeface="Courier New"/>
              </a:rPr>
              <a:t>.</a:t>
            </a:r>
            <a:r>
              <a:rPr sz="1050">
                <a:solidFill>
                  <a:srgbClr val="E8EEF1"/>
                </a:solidFill>
                <a:latin typeface="Courier New"/>
              </a:rPr>
              <a:t>upper</a:t>
            </a:r>
            <a:r>
              <a:rPr sz="1050">
                <a:solidFill>
                  <a:srgbClr val="E8EEF1"/>
                </a:solidFill>
                <a:latin typeface="Courier New"/>
              </a:rPr>
              <a:t>(</a:t>
            </a:r>
            <a:r>
              <a:rPr sz="1050">
                <a:solidFill>
                  <a:srgbClr val="E8EEF1"/>
                </a:solidFill>
                <a:latin typeface="Courier New"/>
              </a:rPr>
              <a:t>)</a:t>
            </a:r>
            <a:r>
              <a:rPr sz="1050">
                <a:solidFill>
                  <a:srgbClr val="E8EEF1"/>
                </a:solidFill>
                <a:latin typeface="Courier New"/>
              </a:rPr>
              <a:t> </a:t>
            </a:r>
            <a:r>
              <a:rPr sz="1050" b="1">
                <a:solidFill>
                  <a:srgbClr val="F28C4F"/>
                </a:solidFill>
                <a:latin typeface="Courier New"/>
              </a:rPr>
              <a:t>for</a:t>
            </a:r>
            <a:r>
              <a:rPr sz="1050">
                <a:solidFill>
                  <a:srgbClr val="E8EEF1"/>
                </a:solidFill>
                <a:latin typeface="Courier New"/>
              </a:rPr>
              <a:t> </a:t>
            </a:r>
            <a:r>
              <a:rPr sz="1050">
                <a:solidFill>
                  <a:srgbClr val="E8EEF1"/>
                </a:solidFill>
                <a:latin typeface="Courier New"/>
              </a:rPr>
              <a:t>g</a:t>
            </a:r>
            <a:r>
              <a:rPr sz="1050">
                <a:solidFill>
                  <a:srgbClr val="E8EEF1"/>
                </a:solidFill>
                <a:latin typeface="Courier New"/>
              </a:rPr>
              <a:t> </a:t>
            </a:r>
            <a:r>
              <a:rPr sz="1050">
                <a:solidFill>
                  <a:srgbClr val="F28C4F"/>
                </a:solidFill>
                <a:latin typeface="Courier New"/>
              </a:rPr>
              <a:t>in</a:t>
            </a:r>
            <a:r>
              <a:rPr sz="1050">
                <a:solidFill>
                  <a:srgbClr val="E8EEF1"/>
                </a:solidFill>
                <a:latin typeface="Courier New"/>
              </a:rPr>
              <a:t> </a:t>
            </a:r>
            <a:r>
              <a:rPr sz="1050">
                <a:solidFill>
                  <a:srgbClr val="E8EEF1"/>
                </a:solidFill>
                <a:latin typeface="Courier New"/>
              </a:rPr>
              <a:t>state</a:t>
            </a:r>
            <a:r>
              <a:rPr sz="1050">
                <a:solidFill>
                  <a:srgbClr val="E8EEF1"/>
                </a:solidFill>
                <a:latin typeface="Courier New"/>
              </a:rPr>
              <a:t>[</a:t>
            </a:r>
            <a:r>
              <a:rPr sz="1050">
                <a:solidFill>
                  <a:srgbClr val="B5D98B"/>
                </a:solidFill>
                <a:latin typeface="Courier New"/>
              </a:rPr>
              <a:t>"</a:t>
            </a:r>
            <a:r>
              <a:rPr sz="1050">
                <a:solidFill>
                  <a:srgbClr val="B5D98B"/>
                </a:solidFill>
                <a:latin typeface="Courier New"/>
              </a:rPr>
              <a:t>giudizi</a:t>
            </a:r>
            <a:r>
              <a:rPr sz="1050">
                <a:solidFill>
                  <a:srgbClr val="B5D98B"/>
                </a:solidFill>
                <a:latin typeface="Courier New"/>
              </a:rPr>
              <a:t>"</a:t>
            </a:r>
            <a:r>
              <a:rPr sz="1050">
                <a:solidFill>
                  <a:srgbClr val="E8EEF1"/>
                </a:solidFill>
                <a:latin typeface="Courier New"/>
              </a:rPr>
              <a:t>]</a:t>
            </a:r>
            <a:r>
              <a:rPr sz="105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E8EEF1"/>
                </a:solidFill>
                <a:latin typeface="Courier New"/>
              </a:rPr>
              <a:t>    </a:t>
            </a:r>
            <a:r>
              <a:rPr sz="1050" b="1">
                <a:solidFill>
                  <a:srgbClr val="F28C4F"/>
                </a:solidFill>
                <a:latin typeface="Courier New"/>
              </a:rPr>
              <a:t>return</a:t>
            </a:r>
            <a:r>
              <a:rPr sz="1050">
                <a:solidFill>
                  <a:srgbClr val="E8EEF1"/>
                </a:solidFill>
                <a:latin typeface="Courier New"/>
              </a:rPr>
              <a:t> </a:t>
            </a:r>
            <a:r>
              <a:rPr sz="1050">
                <a:solidFill>
                  <a:srgbClr val="E8EEF1"/>
                </a:solidFill>
                <a:latin typeface="Courier New"/>
              </a:rPr>
              <a:t>{</a:t>
            </a:r>
            <a:r>
              <a:rPr sz="1050">
                <a:solidFill>
                  <a:srgbClr val="B5D98B"/>
                </a:solidFill>
                <a:latin typeface="Courier New"/>
              </a:rPr>
              <a:t>"</a:t>
            </a:r>
            <a:r>
              <a:rPr sz="1050">
                <a:solidFill>
                  <a:srgbClr val="B5D98B"/>
                </a:solidFill>
                <a:latin typeface="Courier New"/>
              </a:rPr>
              <a:t>report</a:t>
            </a:r>
            <a:r>
              <a:rPr sz="1050">
                <a:solidFill>
                  <a:srgbClr val="B5D98B"/>
                </a:solidFill>
                <a:latin typeface="Courier New"/>
              </a:rPr>
              <a:t>"</a:t>
            </a:r>
            <a:r>
              <a:rPr sz="1050">
                <a:solidFill>
                  <a:srgbClr val="E8EEF1"/>
                </a:solidFill>
                <a:latin typeface="Courier New"/>
              </a:rPr>
              <a:t>:</a:t>
            </a:r>
            <a:r>
              <a:rPr sz="1050">
                <a:solidFill>
                  <a:srgbClr val="E8EEF1"/>
                </a:solidFill>
                <a:latin typeface="Courier New"/>
              </a:rPr>
              <a:t> </a:t>
            </a:r>
            <a:r>
              <a:rPr sz="1050">
                <a:solidFill>
                  <a:srgbClr val="B5D98B"/>
                </a:solidFill>
                <a:latin typeface="Courier New"/>
              </a:rPr>
              <a:t>f</a:t>
            </a:r>
            <a:r>
              <a:rPr sz="1050">
                <a:solidFill>
                  <a:srgbClr val="B5D98B"/>
                </a:solidFill>
                <a:latin typeface="Courier New"/>
              </a:rPr>
              <a:t>"</a:t>
            </a:r>
            <a:r>
              <a:rPr sz="1050">
                <a:solidFill>
                  <a:srgbClr val="B5D98B"/>
                </a:solidFill>
                <a:latin typeface="Courier New"/>
              </a:rPr>
              <a:t>{</a:t>
            </a:r>
            <a:r>
              <a:rPr sz="1050">
                <a:solidFill>
                  <a:srgbClr val="E8EEF1"/>
                </a:solidFill>
                <a:latin typeface="Courier New"/>
              </a:rPr>
              <a:t>pos</a:t>
            </a:r>
            <a:r>
              <a:rPr sz="1050">
                <a:solidFill>
                  <a:srgbClr val="B5D98B"/>
                </a:solidFill>
                <a:latin typeface="Courier New"/>
              </a:rPr>
              <a:t>}</a:t>
            </a:r>
            <a:r>
              <a:rPr sz="1050">
                <a:solidFill>
                  <a:srgbClr val="B5D98B"/>
                </a:solidFill>
                <a:latin typeface="Courier New"/>
              </a:rPr>
              <a:t>/</a:t>
            </a:r>
            <a:r>
              <a:rPr sz="1050">
                <a:solidFill>
                  <a:srgbClr val="B5D98B"/>
                </a:solidFill>
                <a:latin typeface="Courier New"/>
              </a:rPr>
              <a:t>{</a:t>
            </a:r>
            <a:r>
              <a:rPr sz="1050">
                <a:solidFill>
                  <a:srgbClr val="7FCFF0"/>
                </a:solidFill>
                <a:latin typeface="Courier New"/>
              </a:rPr>
              <a:t>len</a:t>
            </a:r>
            <a:r>
              <a:rPr sz="1050">
                <a:solidFill>
                  <a:srgbClr val="E8EEF1"/>
                </a:solidFill>
                <a:latin typeface="Courier New"/>
              </a:rPr>
              <a:t>(</a:t>
            </a:r>
            <a:r>
              <a:rPr sz="1050">
                <a:solidFill>
                  <a:srgbClr val="E8EEF1"/>
                </a:solidFill>
                <a:latin typeface="Courier New"/>
              </a:rPr>
              <a:t>state</a:t>
            </a:r>
            <a:r>
              <a:rPr sz="1050">
                <a:solidFill>
                  <a:srgbClr val="E8EEF1"/>
                </a:solidFill>
                <a:latin typeface="Courier New"/>
              </a:rPr>
              <a:t>[</a:t>
            </a:r>
            <a:r>
              <a:rPr sz="1050">
                <a:solidFill>
                  <a:srgbClr val="B5D98B"/>
                </a:solidFill>
                <a:latin typeface="Courier New"/>
              </a:rPr>
              <a:t>'</a:t>
            </a:r>
            <a:r>
              <a:rPr sz="1050">
                <a:solidFill>
                  <a:srgbClr val="B5D98B"/>
                </a:solidFill>
                <a:latin typeface="Courier New"/>
              </a:rPr>
              <a:t>giudizi</a:t>
            </a:r>
            <a:r>
              <a:rPr sz="1050">
                <a:solidFill>
                  <a:srgbClr val="B5D98B"/>
                </a:solidFill>
                <a:latin typeface="Courier New"/>
              </a:rPr>
              <a:t>'</a:t>
            </a:r>
            <a:r>
              <a:rPr sz="1050">
                <a:solidFill>
                  <a:srgbClr val="E8EEF1"/>
                </a:solidFill>
                <a:latin typeface="Courier New"/>
              </a:rPr>
              <a:t>]</a:t>
            </a:r>
            <a:r>
              <a:rPr sz="1050">
                <a:solidFill>
                  <a:srgbClr val="E8EEF1"/>
                </a:solidFill>
                <a:latin typeface="Courier New"/>
              </a:rPr>
              <a:t>)</a:t>
            </a:r>
            <a:r>
              <a:rPr sz="1050">
                <a:solidFill>
                  <a:srgbClr val="B5D98B"/>
                </a:solidFill>
                <a:latin typeface="Courier New"/>
              </a:rPr>
              <a:t>}</a:t>
            </a:r>
            <a:r>
              <a:rPr sz="1050">
                <a:solidFill>
                  <a:srgbClr val="B5D98B"/>
                </a:solidFill>
                <a:latin typeface="Courier New"/>
              </a:rPr>
              <a:t> recensioni positive</a:t>
            </a:r>
            <a:r>
              <a:rPr sz="1050">
                <a:solidFill>
                  <a:srgbClr val="B5D98B"/>
                </a:solidFill>
                <a:latin typeface="Courier New"/>
              </a:rPr>
              <a:t>"</a:t>
            </a:r>
            <a:r>
              <a:rPr sz="1050">
                <a:solidFill>
                  <a:srgbClr val="E8EEF1"/>
                </a:solidFill>
                <a:latin typeface="Courier New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E8EEF1"/>
                </a:solidFill>
                <a:latin typeface="Courier New"/>
              </a:rPr>
              <a:t>builder</a:t>
            </a:r>
            <a:r>
              <a:rPr sz="1050">
                <a:solidFill>
                  <a:srgbClr val="E8EEF1"/>
                </a:solidFill>
                <a:latin typeface="Courier New"/>
              </a:rPr>
              <a:t> </a:t>
            </a:r>
            <a:r>
              <a:rPr sz="1050">
                <a:solidFill>
                  <a:srgbClr val="E8EEF1"/>
                </a:solidFill>
                <a:latin typeface="Courier New"/>
              </a:rPr>
              <a:t>=</a:t>
            </a:r>
            <a:r>
              <a:rPr sz="1050">
                <a:solidFill>
                  <a:srgbClr val="E8EEF1"/>
                </a:solidFill>
                <a:latin typeface="Courier New"/>
              </a:rPr>
              <a:t> </a:t>
            </a:r>
            <a:r>
              <a:rPr sz="1050">
                <a:solidFill>
                  <a:srgbClr val="E8EEF1"/>
                </a:solidFill>
                <a:latin typeface="Courier New"/>
              </a:rPr>
              <a:t>StateGraph</a:t>
            </a:r>
            <a:r>
              <a:rPr sz="1050">
                <a:solidFill>
                  <a:srgbClr val="E8EEF1"/>
                </a:solidFill>
                <a:latin typeface="Courier New"/>
              </a:rPr>
              <a:t>(</a:t>
            </a:r>
            <a:r>
              <a:rPr sz="1050">
                <a:solidFill>
                  <a:srgbClr val="E8EEF1"/>
                </a:solidFill>
                <a:latin typeface="Courier New"/>
              </a:rPr>
              <a:t>State</a:t>
            </a:r>
            <a:r>
              <a:rPr sz="105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E8EEF1"/>
                </a:solidFill>
                <a:latin typeface="Courier New"/>
              </a:rPr>
              <a:t>builder</a:t>
            </a:r>
            <a:r>
              <a:rPr sz="1050">
                <a:solidFill>
                  <a:srgbClr val="E8EEF1"/>
                </a:solidFill>
                <a:latin typeface="Courier New"/>
              </a:rPr>
              <a:t>.</a:t>
            </a:r>
            <a:r>
              <a:rPr sz="1050">
                <a:solidFill>
                  <a:srgbClr val="E8EEF1"/>
                </a:solidFill>
                <a:latin typeface="Courier New"/>
              </a:rPr>
              <a:t>add_node</a:t>
            </a:r>
            <a:r>
              <a:rPr sz="1050">
                <a:solidFill>
                  <a:srgbClr val="E8EEF1"/>
                </a:solidFill>
                <a:latin typeface="Courier New"/>
              </a:rPr>
              <a:t>(</a:t>
            </a:r>
            <a:r>
              <a:rPr sz="1050">
                <a:solidFill>
                  <a:srgbClr val="B5D98B"/>
                </a:solidFill>
                <a:latin typeface="Courier New"/>
              </a:rPr>
              <a:t>"</a:t>
            </a:r>
            <a:r>
              <a:rPr sz="1050">
                <a:solidFill>
                  <a:srgbClr val="B5D98B"/>
                </a:solidFill>
                <a:latin typeface="Courier New"/>
              </a:rPr>
              <a:t>analizza</a:t>
            </a:r>
            <a:r>
              <a:rPr sz="1050">
                <a:solidFill>
                  <a:srgbClr val="B5D98B"/>
                </a:solidFill>
                <a:latin typeface="Courier New"/>
              </a:rPr>
              <a:t>"</a:t>
            </a:r>
            <a:r>
              <a:rPr sz="1050">
                <a:solidFill>
                  <a:srgbClr val="E8EEF1"/>
                </a:solidFill>
                <a:latin typeface="Courier New"/>
              </a:rPr>
              <a:t>,</a:t>
            </a:r>
            <a:r>
              <a:rPr sz="1050">
                <a:solidFill>
                  <a:srgbClr val="E8EEF1"/>
                </a:solidFill>
                <a:latin typeface="Courier New"/>
              </a:rPr>
              <a:t> </a:t>
            </a:r>
            <a:r>
              <a:rPr sz="1050">
                <a:solidFill>
                  <a:srgbClr val="E8EEF1"/>
                </a:solidFill>
                <a:latin typeface="Courier New"/>
              </a:rPr>
              <a:t>analizza</a:t>
            </a:r>
            <a:r>
              <a:rPr sz="105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E8EEF1"/>
                </a:solidFill>
                <a:latin typeface="Courier New"/>
              </a:rPr>
              <a:t>builder</a:t>
            </a:r>
            <a:r>
              <a:rPr sz="1050">
                <a:solidFill>
                  <a:srgbClr val="E8EEF1"/>
                </a:solidFill>
                <a:latin typeface="Courier New"/>
              </a:rPr>
              <a:t>.</a:t>
            </a:r>
            <a:r>
              <a:rPr sz="1050">
                <a:solidFill>
                  <a:srgbClr val="E8EEF1"/>
                </a:solidFill>
                <a:latin typeface="Courier New"/>
              </a:rPr>
              <a:t>add_node</a:t>
            </a:r>
            <a:r>
              <a:rPr sz="1050">
                <a:solidFill>
                  <a:srgbClr val="E8EEF1"/>
                </a:solidFill>
                <a:latin typeface="Courier New"/>
              </a:rPr>
              <a:t>(</a:t>
            </a:r>
            <a:r>
              <a:rPr sz="1050">
                <a:solidFill>
                  <a:srgbClr val="B5D98B"/>
                </a:solidFill>
                <a:latin typeface="Courier New"/>
              </a:rPr>
              <a:t>"</a:t>
            </a:r>
            <a:r>
              <a:rPr sz="1050">
                <a:solidFill>
                  <a:srgbClr val="B5D98B"/>
                </a:solidFill>
                <a:latin typeface="Courier New"/>
              </a:rPr>
              <a:t>report</a:t>
            </a:r>
            <a:r>
              <a:rPr sz="1050">
                <a:solidFill>
                  <a:srgbClr val="B5D98B"/>
                </a:solidFill>
                <a:latin typeface="Courier New"/>
              </a:rPr>
              <a:t>"</a:t>
            </a:r>
            <a:r>
              <a:rPr sz="1050">
                <a:solidFill>
                  <a:srgbClr val="E8EEF1"/>
                </a:solidFill>
                <a:latin typeface="Courier New"/>
              </a:rPr>
              <a:t>,</a:t>
            </a:r>
            <a:r>
              <a:rPr sz="1050">
                <a:solidFill>
                  <a:srgbClr val="E8EEF1"/>
                </a:solidFill>
                <a:latin typeface="Courier New"/>
              </a:rPr>
              <a:t> </a:t>
            </a:r>
            <a:r>
              <a:rPr sz="1050">
                <a:solidFill>
                  <a:srgbClr val="E8EEF1"/>
                </a:solidFill>
                <a:latin typeface="Courier New"/>
              </a:rPr>
              <a:t>report</a:t>
            </a:r>
            <a:r>
              <a:rPr sz="105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E8EEF1"/>
                </a:solidFill>
                <a:latin typeface="Courier New"/>
              </a:rPr>
              <a:t>builder</a:t>
            </a:r>
            <a:r>
              <a:rPr sz="1050">
                <a:solidFill>
                  <a:srgbClr val="E8EEF1"/>
                </a:solidFill>
                <a:latin typeface="Courier New"/>
              </a:rPr>
              <a:t>.</a:t>
            </a:r>
            <a:r>
              <a:rPr sz="1050">
                <a:solidFill>
                  <a:srgbClr val="E8EEF1"/>
                </a:solidFill>
                <a:latin typeface="Courier New"/>
              </a:rPr>
              <a:t>add_conditional_edges</a:t>
            </a:r>
            <a:r>
              <a:rPr sz="1050">
                <a:solidFill>
                  <a:srgbClr val="E8EEF1"/>
                </a:solidFill>
                <a:latin typeface="Courier New"/>
              </a:rPr>
              <a:t>(</a:t>
            </a:r>
            <a:r>
              <a:rPr sz="1050">
                <a:solidFill>
                  <a:srgbClr val="E8EEF1"/>
                </a:solidFill>
                <a:latin typeface="Courier New"/>
              </a:rPr>
              <a:t>START</a:t>
            </a:r>
            <a:r>
              <a:rPr sz="1050">
                <a:solidFill>
                  <a:srgbClr val="E8EEF1"/>
                </a:solidFill>
                <a:latin typeface="Courier New"/>
              </a:rPr>
              <a:t>,</a:t>
            </a:r>
            <a:r>
              <a:rPr sz="1050">
                <a:solidFill>
                  <a:srgbClr val="E8EEF1"/>
                </a:solidFill>
                <a:latin typeface="Courier New"/>
              </a:rPr>
              <a:t> </a:t>
            </a:r>
            <a:r>
              <a:rPr sz="1050">
                <a:solidFill>
                  <a:srgbClr val="E8EEF1"/>
                </a:solidFill>
                <a:latin typeface="Courier New"/>
              </a:rPr>
              <a:t>distribuisci</a:t>
            </a:r>
            <a:r>
              <a:rPr sz="1050">
                <a:solidFill>
                  <a:srgbClr val="E8EEF1"/>
                </a:solidFill>
                <a:latin typeface="Courier New"/>
              </a:rPr>
              <a:t>,</a:t>
            </a:r>
            <a:r>
              <a:rPr sz="1050">
                <a:solidFill>
                  <a:srgbClr val="E8EEF1"/>
                </a:solidFill>
                <a:latin typeface="Courier New"/>
              </a:rPr>
              <a:t> </a:t>
            </a:r>
            <a:r>
              <a:rPr sz="1050">
                <a:solidFill>
                  <a:srgbClr val="E8EEF1"/>
                </a:solidFill>
                <a:latin typeface="Courier New"/>
              </a:rPr>
              <a:t>[</a:t>
            </a:r>
            <a:r>
              <a:rPr sz="1050">
                <a:solidFill>
                  <a:srgbClr val="B5D98B"/>
                </a:solidFill>
                <a:latin typeface="Courier New"/>
              </a:rPr>
              <a:t>"</a:t>
            </a:r>
            <a:r>
              <a:rPr sz="1050">
                <a:solidFill>
                  <a:srgbClr val="B5D98B"/>
                </a:solidFill>
                <a:latin typeface="Courier New"/>
              </a:rPr>
              <a:t>analizza</a:t>
            </a:r>
            <a:r>
              <a:rPr sz="1050">
                <a:solidFill>
                  <a:srgbClr val="B5D98B"/>
                </a:solidFill>
                <a:latin typeface="Courier New"/>
              </a:rPr>
              <a:t>"</a:t>
            </a:r>
            <a:r>
              <a:rPr sz="1050">
                <a:solidFill>
                  <a:srgbClr val="E8EEF1"/>
                </a:solidFill>
                <a:latin typeface="Courier New"/>
              </a:rPr>
              <a:t>]</a:t>
            </a:r>
            <a:r>
              <a:rPr sz="105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E8EEF1"/>
                </a:solidFill>
                <a:latin typeface="Courier New"/>
              </a:rPr>
              <a:t>builder</a:t>
            </a:r>
            <a:r>
              <a:rPr sz="1050">
                <a:solidFill>
                  <a:srgbClr val="E8EEF1"/>
                </a:solidFill>
                <a:latin typeface="Courier New"/>
              </a:rPr>
              <a:t>.</a:t>
            </a:r>
            <a:r>
              <a:rPr sz="1050">
                <a:solidFill>
                  <a:srgbClr val="E8EEF1"/>
                </a:solidFill>
                <a:latin typeface="Courier New"/>
              </a:rPr>
              <a:t>add_edge</a:t>
            </a:r>
            <a:r>
              <a:rPr sz="1050">
                <a:solidFill>
                  <a:srgbClr val="E8EEF1"/>
                </a:solidFill>
                <a:latin typeface="Courier New"/>
              </a:rPr>
              <a:t>(</a:t>
            </a:r>
            <a:r>
              <a:rPr sz="1050">
                <a:solidFill>
                  <a:srgbClr val="B5D98B"/>
                </a:solidFill>
                <a:latin typeface="Courier New"/>
              </a:rPr>
              <a:t>"</a:t>
            </a:r>
            <a:r>
              <a:rPr sz="1050">
                <a:solidFill>
                  <a:srgbClr val="B5D98B"/>
                </a:solidFill>
                <a:latin typeface="Courier New"/>
              </a:rPr>
              <a:t>analizza</a:t>
            </a:r>
            <a:r>
              <a:rPr sz="1050">
                <a:solidFill>
                  <a:srgbClr val="B5D98B"/>
                </a:solidFill>
                <a:latin typeface="Courier New"/>
              </a:rPr>
              <a:t>"</a:t>
            </a:r>
            <a:r>
              <a:rPr sz="1050">
                <a:solidFill>
                  <a:srgbClr val="E8EEF1"/>
                </a:solidFill>
                <a:latin typeface="Courier New"/>
              </a:rPr>
              <a:t>,</a:t>
            </a:r>
            <a:r>
              <a:rPr sz="1050">
                <a:solidFill>
                  <a:srgbClr val="E8EEF1"/>
                </a:solidFill>
                <a:latin typeface="Courier New"/>
              </a:rPr>
              <a:t> </a:t>
            </a:r>
            <a:r>
              <a:rPr sz="1050">
                <a:solidFill>
                  <a:srgbClr val="B5D98B"/>
                </a:solidFill>
                <a:latin typeface="Courier New"/>
              </a:rPr>
              <a:t>"</a:t>
            </a:r>
            <a:r>
              <a:rPr sz="1050">
                <a:solidFill>
                  <a:srgbClr val="B5D98B"/>
                </a:solidFill>
                <a:latin typeface="Courier New"/>
              </a:rPr>
              <a:t>report</a:t>
            </a:r>
            <a:r>
              <a:rPr sz="1050">
                <a:solidFill>
                  <a:srgbClr val="B5D98B"/>
                </a:solidFill>
                <a:latin typeface="Courier New"/>
              </a:rPr>
              <a:t>"</a:t>
            </a:r>
            <a:r>
              <a:rPr sz="105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E8EEF1"/>
                </a:solidFill>
                <a:latin typeface="Courier New"/>
              </a:rPr>
              <a:t>builder</a:t>
            </a:r>
            <a:r>
              <a:rPr sz="1050">
                <a:solidFill>
                  <a:srgbClr val="E8EEF1"/>
                </a:solidFill>
                <a:latin typeface="Courier New"/>
              </a:rPr>
              <a:t>.</a:t>
            </a:r>
            <a:r>
              <a:rPr sz="1050">
                <a:solidFill>
                  <a:srgbClr val="E8EEF1"/>
                </a:solidFill>
                <a:latin typeface="Courier New"/>
              </a:rPr>
              <a:t>add_edge</a:t>
            </a:r>
            <a:r>
              <a:rPr sz="1050">
                <a:solidFill>
                  <a:srgbClr val="E8EEF1"/>
                </a:solidFill>
                <a:latin typeface="Courier New"/>
              </a:rPr>
              <a:t>(</a:t>
            </a:r>
            <a:r>
              <a:rPr sz="1050">
                <a:solidFill>
                  <a:srgbClr val="B5D98B"/>
                </a:solidFill>
                <a:latin typeface="Courier New"/>
              </a:rPr>
              <a:t>"</a:t>
            </a:r>
            <a:r>
              <a:rPr sz="1050">
                <a:solidFill>
                  <a:srgbClr val="B5D98B"/>
                </a:solidFill>
                <a:latin typeface="Courier New"/>
              </a:rPr>
              <a:t>report</a:t>
            </a:r>
            <a:r>
              <a:rPr sz="1050">
                <a:solidFill>
                  <a:srgbClr val="B5D98B"/>
                </a:solidFill>
                <a:latin typeface="Courier New"/>
              </a:rPr>
              <a:t>"</a:t>
            </a:r>
            <a:r>
              <a:rPr sz="1050">
                <a:solidFill>
                  <a:srgbClr val="E8EEF1"/>
                </a:solidFill>
                <a:latin typeface="Courier New"/>
              </a:rPr>
              <a:t>,</a:t>
            </a:r>
            <a:r>
              <a:rPr sz="1050">
                <a:solidFill>
                  <a:srgbClr val="E8EEF1"/>
                </a:solidFill>
                <a:latin typeface="Courier New"/>
              </a:rPr>
              <a:t> </a:t>
            </a:r>
            <a:r>
              <a:rPr sz="1050">
                <a:solidFill>
                  <a:srgbClr val="E8EEF1"/>
                </a:solidFill>
                <a:latin typeface="Courier New"/>
              </a:rPr>
              <a:t>END</a:t>
            </a:r>
            <a:r>
              <a:rPr sz="105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E8EEF1"/>
                </a:solidFill>
                <a:latin typeface="Courier New"/>
              </a:rPr>
              <a:t>graph</a:t>
            </a:r>
            <a:r>
              <a:rPr sz="1050">
                <a:solidFill>
                  <a:srgbClr val="E8EEF1"/>
                </a:solidFill>
                <a:latin typeface="Courier New"/>
              </a:rPr>
              <a:t> </a:t>
            </a:r>
            <a:r>
              <a:rPr sz="1050">
                <a:solidFill>
                  <a:srgbClr val="E8EEF1"/>
                </a:solidFill>
                <a:latin typeface="Courier New"/>
              </a:rPr>
              <a:t>=</a:t>
            </a:r>
            <a:r>
              <a:rPr sz="1050">
                <a:solidFill>
                  <a:srgbClr val="E8EEF1"/>
                </a:solidFill>
                <a:latin typeface="Courier New"/>
              </a:rPr>
              <a:t> </a:t>
            </a:r>
            <a:r>
              <a:rPr sz="1050">
                <a:solidFill>
                  <a:srgbClr val="E8EEF1"/>
                </a:solidFill>
                <a:latin typeface="Courier New"/>
              </a:rPr>
              <a:t>builder</a:t>
            </a:r>
            <a:r>
              <a:rPr sz="1050">
                <a:solidFill>
                  <a:srgbClr val="E8EEF1"/>
                </a:solidFill>
                <a:latin typeface="Courier New"/>
              </a:rPr>
              <a:t>.</a:t>
            </a:r>
            <a:r>
              <a:rPr sz="1050">
                <a:solidFill>
                  <a:srgbClr val="E8EEF1"/>
                </a:solidFill>
                <a:latin typeface="Courier New"/>
              </a:rPr>
              <a:t>compile</a:t>
            </a:r>
            <a:r>
              <a:rPr sz="1050">
                <a:solidFill>
                  <a:srgbClr val="E8EEF1"/>
                </a:solidFill>
                <a:latin typeface="Courier New"/>
              </a:rPr>
              <a:t>(</a:t>
            </a:r>
            <a:r>
              <a:rPr sz="1050">
                <a:solidFill>
                  <a:srgbClr val="E8EEF1"/>
                </a:solidFill>
                <a:latin typeface="Courier New"/>
              </a:rPr>
              <a:t>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0" y="4864608"/>
            <a:ext cx="32918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b="0" sz="1000">
                <a:solidFill>
                  <a:srgbClr val="76777B"/>
                </a:solidFill>
                <a:latin typeface="Arial"/>
              </a:rPr>
              <a:t>Esempio: </a:t>
            </a:r>
            <a:r>
              <a:rPr b="1" sz="1000">
                <a:solidFill>
                  <a:srgbClr val="005A77"/>
                </a:solidFill>
                <a:latin typeface="Courier New"/>
              </a:rPr>
              <a:t>20_send_map_reduce.py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2.6 SUBGRAPH: IL SOTTOGRAFO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60</a:t>
            </a:fld>
          </a:p>
        </p:txBody>
      </p:sp>
      <p:sp>
        <p:nvSpPr>
          <p:cNvPr id="34" name="Rounded Rectangle 33"/>
          <p:cNvSpPr/>
          <p:nvPr/>
        </p:nvSpPr>
        <p:spPr>
          <a:xfrm>
            <a:off x="457200" y="1051560"/>
            <a:ext cx="8229600" cy="2962655"/>
          </a:xfrm>
          <a:prstGeom prst="roundRect">
            <a:avLst>
              <a:gd name="adj" fmla="val 4000"/>
            </a:avLst>
          </a:prstGeom>
          <a:solidFill>
            <a:srgbClr val="0B2B38"/>
          </a:solidFill>
          <a:ln>
            <a:noFill/>
          </a:ln>
        </p:spPr>
        <p:txBody>
          <a:bodyPr rtlCol="0" anchor="t" wrap="square" lIns="128016" rIns="128016" tIns="91440" bIns="54864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8AA4B0"/>
                </a:solidFill>
                <a:latin typeface="Courier New"/>
              </a:rPr>
              <a:t># --- sottografo riutilizzabile -------------------------------------------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28C4F"/>
                </a:solidFill>
                <a:latin typeface="Courier New"/>
              </a:rPr>
              <a:t>class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7FCFF0"/>
                </a:solidFill>
                <a:latin typeface="Courier New"/>
              </a:rPr>
              <a:t>RicercaState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TypedDict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  <a:r>
              <a:rPr sz="120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    </a:t>
            </a:r>
            <a:r>
              <a:rPr sz="1200">
                <a:solidFill>
                  <a:srgbClr val="E8EEF1"/>
                </a:solidFill>
                <a:latin typeface="Courier New"/>
              </a:rPr>
              <a:t>query</a:t>
            </a:r>
            <a:r>
              <a:rPr sz="1200">
                <a:solidFill>
                  <a:srgbClr val="E8EEF1"/>
                </a:solidFill>
                <a:latin typeface="Courier New"/>
              </a:rPr>
              <a:t>: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7FCFF0"/>
                </a:solidFill>
                <a:latin typeface="Courier New"/>
              </a:rPr>
              <a:t>str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    </a:t>
            </a:r>
            <a:r>
              <a:rPr sz="1200">
                <a:solidFill>
                  <a:srgbClr val="E8EEF1"/>
                </a:solidFill>
                <a:latin typeface="Courier New"/>
              </a:rPr>
              <a:t>sintesi</a:t>
            </a:r>
            <a:r>
              <a:rPr sz="1200">
                <a:solidFill>
                  <a:srgbClr val="E8EEF1"/>
                </a:solidFill>
                <a:latin typeface="Courier New"/>
              </a:rPr>
              <a:t>: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7FCFF0"/>
                </a:solidFill>
                <a:latin typeface="Courier New"/>
              </a:rPr>
              <a:t>str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28C4F"/>
                </a:solidFill>
                <a:latin typeface="Courier New"/>
              </a:rPr>
              <a:t>def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7FCFF0"/>
                </a:solidFill>
                <a:latin typeface="Courier New"/>
              </a:rPr>
              <a:t>ricerca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state</a:t>
            </a:r>
            <a:r>
              <a:rPr sz="1200">
                <a:solidFill>
                  <a:srgbClr val="E8EEF1"/>
                </a:solidFill>
                <a:latin typeface="Courier New"/>
              </a:rPr>
              <a:t>: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RicercaState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-</a:t>
            </a:r>
            <a:r>
              <a:rPr sz="1200">
                <a:solidFill>
                  <a:srgbClr val="E8EEF1"/>
                </a:solidFill>
                <a:latin typeface="Courier New"/>
              </a:rPr>
              <a:t>&gt;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7FCFF0"/>
                </a:solidFill>
                <a:latin typeface="Courier New"/>
              </a:rPr>
              <a:t>dict</a:t>
            </a:r>
            <a:r>
              <a:rPr sz="120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    </a:t>
            </a:r>
            <a:r>
              <a:rPr sz="1200" b="1">
                <a:solidFill>
                  <a:srgbClr val="F28C4F"/>
                </a:solidFill>
                <a:latin typeface="Courier New"/>
              </a:rPr>
              <a:t>return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{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sintesi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: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B5D98B"/>
                </a:solidFill>
                <a:latin typeface="Courier New"/>
              </a:rPr>
              <a:t>f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risultati per </a:t>
            </a:r>
            <a:r>
              <a:rPr sz="1200">
                <a:solidFill>
                  <a:srgbClr val="B5D98B"/>
                </a:solidFill>
                <a:latin typeface="Courier New"/>
              </a:rPr>
              <a:t>'</a:t>
            </a:r>
            <a:r>
              <a:rPr sz="1200">
                <a:solidFill>
                  <a:srgbClr val="B5D98B"/>
                </a:solidFill>
                <a:latin typeface="Courier New"/>
              </a:rPr>
              <a:t>{</a:t>
            </a:r>
            <a:r>
              <a:rPr sz="1200">
                <a:solidFill>
                  <a:srgbClr val="E8EEF1"/>
                </a:solidFill>
                <a:latin typeface="Courier New"/>
              </a:rPr>
              <a:t>state</a:t>
            </a:r>
            <a:r>
              <a:rPr sz="1200">
                <a:solidFill>
                  <a:srgbClr val="E8EEF1"/>
                </a:solidFill>
                <a:latin typeface="Courier New"/>
              </a:rPr>
              <a:t>[</a:t>
            </a:r>
            <a:r>
              <a:rPr sz="1200">
                <a:solidFill>
                  <a:srgbClr val="B5D98B"/>
                </a:solidFill>
                <a:latin typeface="Courier New"/>
              </a:rPr>
              <a:t>'</a:t>
            </a:r>
            <a:r>
              <a:rPr sz="1200">
                <a:solidFill>
                  <a:srgbClr val="B5D98B"/>
                </a:solidFill>
                <a:latin typeface="Courier New"/>
              </a:rPr>
              <a:t>query</a:t>
            </a:r>
            <a:r>
              <a:rPr sz="1200">
                <a:solidFill>
                  <a:srgbClr val="B5D98B"/>
                </a:solidFill>
                <a:latin typeface="Courier New"/>
              </a:rPr>
              <a:t>'</a:t>
            </a:r>
            <a:r>
              <a:rPr sz="1200">
                <a:solidFill>
                  <a:srgbClr val="E8EEF1"/>
                </a:solidFill>
                <a:latin typeface="Courier New"/>
              </a:rPr>
              <a:t>]</a:t>
            </a:r>
            <a:r>
              <a:rPr sz="1200">
                <a:solidFill>
                  <a:srgbClr val="B5D98B"/>
                </a:solidFill>
                <a:latin typeface="Courier New"/>
              </a:rPr>
              <a:t>}</a:t>
            </a:r>
            <a:r>
              <a:rPr sz="1200">
                <a:solidFill>
                  <a:srgbClr val="B5D98B"/>
                </a:solidFill>
                <a:latin typeface="Courier New"/>
              </a:rPr>
              <a:t>'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28C4F"/>
                </a:solidFill>
                <a:latin typeface="Courier New"/>
              </a:rPr>
              <a:t>def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7FCFF0"/>
                </a:solidFill>
                <a:latin typeface="Courier New"/>
              </a:rPr>
              <a:t>pulisci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state</a:t>
            </a:r>
            <a:r>
              <a:rPr sz="1200">
                <a:solidFill>
                  <a:srgbClr val="E8EEF1"/>
                </a:solidFill>
                <a:latin typeface="Courier New"/>
              </a:rPr>
              <a:t>: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RicercaState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-</a:t>
            </a:r>
            <a:r>
              <a:rPr sz="1200">
                <a:solidFill>
                  <a:srgbClr val="E8EEF1"/>
                </a:solidFill>
                <a:latin typeface="Courier New"/>
              </a:rPr>
              <a:t>&gt;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7FCFF0"/>
                </a:solidFill>
                <a:latin typeface="Courier New"/>
              </a:rPr>
              <a:t>dict</a:t>
            </a:r>
            <a:r>
              <a:rPr sz="120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    </a:t>
            </a:r>
            <a:r>
              <a:rPr sz="1200" b="1">
                <a:solidFill>
                  <a:srgbClr val="F28C4F"/>
                </a:solidFill>
                <a:latin typeface="Courier New"/>
              </a:rPr>
              <a:t>return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{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sintesi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: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state</a:t>
            </a:r>
            <a:r>
              <a:rPr sz="1200">
                <a:solidFill>
                  <a:srgbClr val="E8EEF1"/>
                </a:solidFill>
                <a:latin typeface="Courier New"/>
              </a:rPr>
              <a:t>[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sintesi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]</a:t>
            </a:r>
            <a:r>
              <a:rPr sz="1200">
                <a:solidFill>
                  <a:srgbClr val="E8EEF1"/>
                </a:solidFill>
                <a:latin typeface="Courier New"/>
              </a:rPr>
              <a:t>.</a:t>
            </a:r>
            <a:r>
              <a:rPr sz="1200">
                <a:solidFill>
                  <a:srgbClr val="E8EEF1"/>
                </a:solidFill>
                <a:latin typeface="Courier New"/>
              </a:rPr>
              <a:t>upper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  <a:r>
              <a:rPr sz="1200">
                <a:solidFill>
                  <a:srgbClr val="E8EEF1"/>
                </a:solidFill>
                <a:latin typeface="Courier New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sub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=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StateGraph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RicercaState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sub</a:t>
            </a:r>
            <a:r>
              <a:rPr sz="1200">
                <a:solidFill>
                  <a:srgbClr val="E8EEF1"/>
                </a:solidFill>
                <a:latin typeface="Courier New"/>
              </a:rPr>
              <a:t>.</a:t>
            </a:r>
            <a:r>
              <a:rPr sz="1200">
                <a:solidFill>
                  <a:srgbClr val="E8EEF1"/>
                </a:solidFill>
                <a:latin typeface="Courier New"/>
              </a:rPr>
              <a:t>add_sequence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[</a:t>
            </a:r>
            <a:r>
              <a:rPr sz="1200">
                <a:solidFill>
                  <a:srgbClr val="E8EEF1"/>
                </a:solidFill>
                <a:latin typeface="Courier New"/>
              </a:rPr>
              <a:t>ricerca</a:t>
            </a:r>
            <a:r>
              <a:rPr sz="1200">
                <a:solidFill>
                  <a:srgbClr val="E8EEF1"/>
                </a:solidFill>
                <a:latin typeface="Courier New"/>
              </a:rPr>
              <a:t>,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pulisci</a:t>
            </a:r>
            <a:r>
              <a:rPr sz="1200">
                <a:solidFill>
                  <a:srgbClr val="E8EEF1"/>
                </a:solidFill>
                <a:latin typeface="Courier New"/>
              </a:rPr>
              <a:t>]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sub</a:t>
            </a:r>
            <a:r>
              <a:rPr sz="1200">
                <a:solidFill>
                  <a:srgbClr val="E8EEF1"/>
                </a:solidFill>
                <a:latin typeface="Courier New"/>
              </a:rPr>
              <a:t>.</a:t>
            </a:r>
            <a:r>
              <a:rPr sz="1200">
                <a:solidFill>
                  <a:srgbClr val="E8EEF1"/>
                </a:solidFill>
                <a:latin typeface="Courier New"/>
              </a:rPr>
              <a:t>add_edge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START</a:t>
            </a:r>
            <a:r>
              <a:rPr sz="1200">
                <a:solidFill>
                  <a:srgbClr val="E8EEF1"/>
                </a:solidFill>
                <a:latin typeface="Courier New"/>
              </a:rPr>
              <a:t>,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ricerca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ricercatore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=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sub</a:t>
            </a:r>
            <a:r>
              <a:rPr sz="1200">
                <a:solidFill>
                  <a:srgbClr val="E8EEF1"/>
                </a:solidFill>
                <a:latin typeface="Courier New"/>
              </a:rPr>
              <a:t>.</a:t>
            </a:r>
            <a:r>
              <a:rPr sz="1200">
                <a:solidFill>
                  <a:srgbClr val="E8EEF1"/>
                </a:solidFill>
                <a:latin typeface="Courier New"/>
              </a:rPr>
              <a:t>compile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0" y="4864608"/>
            <a:ext cx="32918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b="0" sz="1000">
                <a:solidFill>
                  <a:srgbClr val="76777B"/>
                </a:solidFill>
                <a:latin typeface="Arial"/>
              </a:rPr>
              <a:t>Esempio: </a:t>
            </a:r>
            <a:r>
              <a:rPr b="1" sz="1000">
                <a:solidFill>
                  <a:srgbClr val="005A77"/>
                </a:solidFill>
                <a:latin typeface="Courier New"/>
              </a:rPr>
              <a:t>21_subgraph.py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2.6 SUBGRAPH NEL GRAFO PADRE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61</a:t>
            </a:fld>
          </a:p>
        </p:txBody>
      </p:sp>
      <p:sp>
        <p:nvSpPr>
          <p:cNvPr id="34" name="Rounded Rectangle 33"/>
          <p:cNvSpPr/>
          <p:nvPr/>
        </p:nvSpPr>
        <p:spPr>
          <a:xfrm>
            <a:off x="457200" y="1051560"/>
            <a:ext cx="8229600" cy="3539617"/>
          </a:xfrm>
          <a:prstGeom prst="roundRect">
            <a:avLst>
              <a:gd name="adj" fmla="val 4000"/>
            </a:avLst>
          </a:prstGeom>
          <a:solidFill>
            <a:srgbClr val="0B2B38"/>
          </a:solidFill>
          <a:ln>
            <a:noFill/>
          </a:ln>
        </p:spPr>
        <p:txBody>
          <a:bodyPr rtlCol="0" anchor="t" wrap="square" lIns="128016" rIns="128016" tIns="91440" bIns="54864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8AA4B0"/>
                </a:solidFill>
                <a:latin typeface="Courier New"/>
              </a:rPr>
              <a:t># --- grafo padre ----------------------------------------------------------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F28C4F"/>
                </a:solidFill>
                <a:latin typeface="Courier New"/>
              </a:rPr>
              <a:t>class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7FCFF0"/>
                </a:solidFill>
                <a:latin typeface="Courier New"/>
              </a:rPr>
              <a:t>ParentState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E8EEF1"/>
                </a:solidFill>
                <a:latin typeface="Courier New"/>
              </a:rPr>
              <a:t>TypedDict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  <a:r>
              <a:rPr sz="115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    </a:t>
            </a:r>
            <a:r>
              <a:rPr sz="1150">
                <a:solidFill>
                  <a:srgbClr val="E8EEF1"/>
                </a:solidFill>
                <a:latin typeface="Courier New"/>
              </a:rPr>
              <a:t>domanda</a:t>
            </a:r>
            <a:r>
              <a:rPr sz="1150">
                <a:solidFill>
                  <a:srgbClr val="E8EEF1"/>
                </a:solidFill>
                <a:latin typeface="Courier New"/>
              </a:rPr>
              <a:t>: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7FCFF0"/>
                </a:solidFill>
                <a:latin typeface="Courier New"/>
              </a:rPr>
              <a:t>str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    </a:t>
            </a:r>
            <a:r>
              <a:rPr sz="1150">
                <a:solidFill>
                  <a:srgbClr val="E8EEF1"/>
                </a:solidFill>
                <a:latin typeface="Courier New"/>
              </a:rPr>
              <a:t>contesto</a:t>
            </a:r>
            <a:r>
              <a:rPr sz="1150">
                <a:solidFill>
                  <a:srgbClr val="E8EEF1"/>
                </a:solidFill>
                <a:latin typeface="Courier New"/>
              </a:rPr>
              <a:t>: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7FCFF0"/>
                </a:solidFill>
                <a:latin typeface="Courier New"/>
              </a:rPr>
              <a:t>str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    </a:t>
            </a:r>
            <a:r>
              <a:rPr sz="1150">
                <a:solidFill>
                  <a:srgbClr val="E8EEF1"/>
                </a:solidFill>
                <a:latin typeface="Courier New"/>
              </a:rPr>
              <a:t>query</a:t>
            </a:r>
            <a:r>
              <a:rPr sz="1150">
                <a:solidFill>
                  <a:srgbClr val="E8EEF1"/>
                </a:solidFill>
                <a:latin typeface="Courier New"/>
              </a:rPr>
              <a:t>: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7FCFF0"/>
                </a:solidFill>
                <a:latin typeface="Courier New"/>
              </a:rPr>
              <a:t>str</a:t>
            </a:r>
            <a:r>
              <a:rPr sz="1150">
                <a:solidFill>
                  <a:srgbClr val="E8EEF1"/>
                </a:solidFill>
                <a:latin typeface="Courier New"/>
              </a:rPr>
              <a:t>        </a:t>
            </a:r>
            <a:r>
              <a:rPr sz="1150">
                <a:solidFill>
                  <a:srgbClr val="8AA4B0"/>
                </a:solidFill>
                <a:latin typeface="Courier New"/>
              </a:rPr>
              <a:t># chiave condivisa con il sottografo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    </a:t>
            </a:r>
            <a:r>
              <a:rPr sz="1150">
                <a:solidFill>
                  <a:srgbClr val="E8EEF1"/>
                </a:solidFill>
                <a:latin typeface="Courier New"/>
              </a:rPr>
              <a:t>sintesi</a:t>
            </a:r>
            <a:r>
              <a:rPr sz="1150">
                <a:solidFill>
                  <a:srgbClr val="E8EEF1"/>
                </a:solidFill>
                <a:latin typeface="Courier New"/>
              </a:rPr>
              <a:t>: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7FCFF0"/>
                </a:solidFill>
                <a:latin typeface="Courier New"/>
              </a:rPr>
              <a:t>str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F28C4F"/>
                </a:solidFill>
                <a:latin typeface="Courier New"/>
              </a:rPr>
              <a:t>def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7FCFF0"/>
                </a:solidFill>
                <a:latin typeface="Courier New"/>
              </a:rPr>
              <a:t>usa_ricercatore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E8EEF1"/>
                </a:solidFill>
                <a:latin typeface="Courier New"/>
              </a:rPr>
              <a:t>state</a:t>
            </a:r>
            <a:r>
              <a:rPr sz="1150">
                <a:solidFill>
                  <a:srgbClr val="E8EEF1"/>
                </a:solidFill>
                <a:latin typeface="Courier New"/>
              </a:rPr>
              <a:t>: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ParentState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-</a:t>
            </a:r>
            <a:r>
              <a:rPr sz="1150">
                <a:solidFill>
                  <a:srgbClr val="E8EEF1"/>
                </a:solidFill>
                <a:latin typeface="Courier New"/>
              </a:rPr>
              <a:t>&gt;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7FCFF0"/>
                </a:solidFill>
                <a:latin typeface="Courier New"/>
              </a:rPr>
              <a:t>dict</a:t>
            </a:r>
            <a:r>
              <a:rPr sz="1150">
                <a:solidFill>
                  <a:srgbClr val="E8EEF1"/>
                </a:solidFill>
                <a:latin typeface="Courier New"/>
              </a:rPr>
              <a:t>:</a:t>
            </a:r>
            <a:r>
              <a:rPr sz="1150">
                <a:solidFill>
                  <a:srgbClr val="E8EEF1"/>
                </a:solidFill>
                <a:latin typeface="Courier New"/>
              </a:rPr>
              <a:t>      </a:t>
            </a:r>
            <a:r>
              <a:rPr sz="1150">
                <a:solidFill>
                  <a:srgbClr val="8AA4B0"/>
                </a:solidFill>
                <a:latin typeface="Courier New"/>
              </a:rPr>
              <a:t># schemi diversi → wrapper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    </a:t>
            </a:r>
            <a:r>
              <a:rPr sz="1150">
                <a:solidFill>
                  <a:srgbClr val="E8EEF1"/>
                </a:solidFill>
                <a:latin typeface="Courier New"/>
              </a:rPr>
              <a:t>out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=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ricercatore</a:t>
            </a:r>
            <a:r>
              <a:rPr sz="1150">
                <a:solidFill>
                  <a:srgbClr val="E8EEF1"/>
                </a:solidFill>
                <a:latin typeface="Courier New"/>
              </a:rPr>
              <a:t>.</a:t>
            </a:r>
            <a:r>
              <a:rPr sz="1150">
                <a:solidFill>
                  <a:srgbClr val="E8EEF1"/>
                </a:solidFill>
                <a:latin typeface="Courier New"/>
              </a:rPr>
              <a:t>invoke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E8EEF1"/>
                </a:solidFill>
                <a:latin typeface="Courier New"/>
              </a:rPr>
              <a:t>{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query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: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state</a:t>
            </a:r>
            <a:r>
              <a:rPr sz="1150">
                <a:solidFill>
                  <a:srgbClr val="E8EEF1"/>
                </a:solidFill>
                <a:latin typeface="Courier New"/>
              </a:rPr>
              <a:t>[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domanda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]</a:t>
            </a:r>
            <a:r>
              <a:rPr sz="1150">
                <a:solidFill>
                  <a:srgbClr val="E8EEF1"/>
                </a:solidFill>
                <a:latin typeface="Courier New"/>
              </a:rPr>
              <a:t>}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    </a:t>
            </a:r>
            <a:r>
              <a:rPr sz="1150" b="1">
                <a:solidFill>
                  <a:srgbClr val="F28C4F"/>
                </a:solidFill>
                <a:latin typeface="Courier New"/>
              </a:rPr>
              <a:t>return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{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contesto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: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out</a:t>
            </a:r>
            <a:r>
              <a:rPr sz="1150">
                <a:solidFill>
                  <a:srgbClr val="E8EEF1"/>
                </a:solidFill>
                <a:latin typeface="Courier New"/>
              </a:rPr>
              <a:t>[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sintesi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]</a:t>
            </a:r>
            <a:r>
              <a:rPr sz="1150">
                <a:solidFill>
                  <a:srgbClr val="E8EEF1"/>
                </a:solidFill>
                <a:latin typeface="Courier New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parent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=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StateGraph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E8EEF1"/>
                </a:solidFill>
                <a:latin typeface="Courier New"/>
              </a:rPr>
              <a:t>ParentState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parent</a:t>
            </a:r>
            <a:r>
              <a:rPr sz="1150">
                <a:solidFill>
                  <a:srgbClr val="E8EEF1"/>
                </a:solidFill>
                <a:latin typeface="Courier New"/>
              </a:rPr>
              <a:t>.</a:t>
            </a:r>
            <a:r>
              <a:rPr sz="1150">
                <a:solidFill>
                  <a:srgbClr val="E8EEF1"/>
                </a:solidFill>
                <a:latin typeface="Courier New"/>
              </a:rPr>
              <a:t>add_node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wrapper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,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usa_ricercatore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parent</a:t>
            </a:r>
            <a:r>
              <a:rPr sz="1150">
                <a:solidFill>
                  <a:srgbClr val="E8EEF1"/>
                </a:solidFill>
                <a:latin typeface="Courier New"/>
              </a:rPr>
              <a:t>.</a:t>
            </a:r>
            <a:r>
              <a:rPr sz="1150">
                <a:solidFill>
                  <a:srgbClr val="E8EEF1"/>
                </a:solidFill>
                <a:latin typeface="Courier New"/>
              </a:rPr>
              <a:t>add_node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diretto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,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ricercatore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  <a:r>
              <a:rPr sz="1150">
                <a:solidFill>
                  <a:srgbClr val="E8EEF1"/>
                </a:solidFill>
                <a:latin typeface="Courier New"/>
              </a:rPr>
              <a:t>     </a:t>
            </a:r>
            <a:r>
              <a:rPr sz="1150">
                <a:solidFill>
                  <a:srgbClr val="8AA4B0"/>
                </a:solidFill>
                <a:latin typeface="Courier New"/>
              </a:rPr>
              <a:t># chiavi condivise → grafo compilato = nodo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parent</a:t>
            </a:r>
            <a:r>
              <a:rPr sz="1150">
                <a:solidFill>
                  <a:srgbClr val="E8EEF1"/>
                </a:solidFill>
                <a:latin typeface="Courier New"/>
              </a:rPr>
              <a:t>.</a:t>
            </a:r>
            <a:r>
              <a:rPr sz="1150">
                <a:solidFill>
                  <a:srgbClr val="E8EEF1"/>
                </a:solidFill>
                <a:latin typeface="Courier New"/>
              </a:rPr>
              <a:t>add_edge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E8EEF1"/>
                </a:solidFill>
                <a:latin typeface="Courier New"/>
              </a:rPr>
              <a:t>START</a:t>
            </a:r>
            <a:r>
              <a:rPr sz="1150">
                <a:solidFill>
                  <a:srgbClr val="E8EEF1"/>
                </a:solidFill>
                <a:latin typeface="Courier New"/>
              </a:rPr>
              <a:t>,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wrapper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parent</a:t>
            </a:r>
            <a:r>
              <a:rPr sz="1150">
                <a:solidFill>
                  <a:srgbClr val="E8EEF1"/>
                </a:solidFill>
                <a:latin typeface="Courier New"/>
              </a:rPr>
              <a:t>.</a:t>
            </a:r>
            <a:r>
              <a:rPr sz="1150">
                <a:solidFill>
                  <a:srgbClr val="E8EEF1"/>
                </a:solidFill>
                <a:latin typeface="Courier New"/>
              </a:rPr>
              <a:t>add_edge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wrapper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,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diretto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parent</a:t>
            </a:r>
            <a:r>
              <a:rPr sz="1150">
                <a:solidFill>
                  <a:srgbClr val="E8EEF1"/>
                </a:solidFill>
                <a:latin typeface="Courier New"/>
              </a:rPr>
              <a:t>.</a:t>
            </a:r>
            <a:r>
              <a:rPr sz="1150">
                <a:solidFill>
                  <a:srgbClr val="E8EEF1"/>
                </a:solidFill>
                <a:latin typeface="Courier New"/>
              </a:rPr>
              <a:t>add_edge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diretto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,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END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graph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=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parent</a:t>
            </a:r>
            <a:r>
              <a:rPr sz="1150">
                <a:solidFill>
                  <a:srgbClr val="E8EEF1"/>
                </a:solidFill>
                <a:latin typeface="Courier New"/>
              </a:rPr>
              <a:t>.</a:t>
            </a:r>
            <a:r>
              <a:rPr sz="1150">
                <a:solidFill>
                  <a:srgbClr val="E8EEF1"/>
                </a:solidFill>
                <a:latin typeface="Courier New"/>
              </a:rPr>
              <a:t>compile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7FCFF0"/>
                </a:solidFill>
                <a:latin typeface="Courier New"/>
              </a:rPr>
              <a:t>print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E8EEF1"/>
                </a:solidFill>
                <a:latin typeface="Courier New"/>
              </a:rPr>
              <a:t>graph</a:t>
            </a:r>
            <a:r>
              <a:rPr sz="1150">
                <a:solidFill>
                  <a:srgbClr val="E8EEF1"/>
                </a:solidFill>
                <a:latin typeface="Courier New"/>
              </a:rPr>
              <a:t>.</a:t>
            </a:r>
            <a:r>
              <a:rPr sz="1150">
                <a:solidFill>
                  <a:srgbClr val="E8EEF1"/>
                </a:solidFill>
                <a:latin typeface="Courier New"/>
              </a:rPr>
              <a:t>invoke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E8EEF1"/>
                </a:solidFill>
                <a:latin typeface="Courier New"/>
              </a:rPr>
              <a:t>{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domanda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: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ferie 2026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,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query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: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permessi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}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0" y="4864608"/>
            <a:ext cx="32918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b="0" sz="1000">
                <a:solidFill>
                  <a:srgbClr val="76777B"/>
                </a:solidFill>
                <a:latin typeface="Arial"/>
              </a:rPr>
              <a:t>Esempio: </a:t>
            </a:r>
            <a:r>
              <a:rPr b="1" sz="1000">
                <a:solidFill>
                  <a:srgbClr val="005A77"/>
                </a:solidFill>
                <a:latin typeface="Courier New"/>
              </a:rPr>
              <a:t>21_subgraph.py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2.7 PERSISTENZA E CHECKPOINT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62</a:t>
            </a:fld>
          </a:p>
        </p:txBody>
      </p:sp>
      <p:sp>
        <p:nvSpPr>
          <p:cNvPr id="34" name="TextBox 33"/>
          <p:cNvSpPr txBox="1"/>
          <p:nvPr/>
        </p:nvSpPr>
        <p:spPr>
          <a:xfrm>
            <a:off x="457200" y="1051560"/>
            <a:ext cx="4206240" cy="3657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350">
                <a:solidFill>
                  <a:srgbClr val="003548"/>
                </a:solidFill>
                <a:latin typeface="Arial"/>
              </a:rPr>
              <a:t>A ogni super-step il checkpointer salva uno </a:t>
            </a:r>
            <a:r>
              <a:rPr b="1" sz="1350">
                <a:solidFill>
                  <a:srgbClr val="003548"/>
                </a:solidFill>
                <a:latin typeface="Arial"/>
              </a:rPr>
              <a:t>snapshot</a:t>
            </a:r>
            <a:r>
              <a:rPr b="0" sz="1350">
                <a:solidFill>
                  <a:srgbClr val="003548"/>
                </a:solidFill>
                <a:latin typeface="Arial"/>
              </a:rPr>
              <a:t>: valori dello state, nodi successivi, metadati.</a:t>
            </a:r>
          </a:p>
          <a:p>
            <a:pPr algn="l">
              <a:spcAft>
                <a:spcPts val="400"/>
              </a:spcAft>
            </a:pPr>
            <a:r>
              <a:rPr b="0" sz="1350">
                <a:solidFill>
                  <a:srgbClr val="003548"/>
                </a:solidFill>
                <a:latin typeface="Arial"/>
              </a:rPr>
              <a:t>Questo abilita: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1" sz="1350">
                <a:solidFill>
                  <a:srgbClr val="003548"/>
                </a:solidFill>
                <a:latin typeface="Arial"/>
              </a:rPr>
              <a:t>memoria</a:t>
            </a:r>
            <a:r>
              <a:rPr b="0" sz="1350">
                <a:solidFill>
                  <a:srgbClr val="003548"/>
                </a:solidFill>
                <a:latin typeface="Arial"/>
              </a:rPr>
              <a:t> di conversazione (thread)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1" sz="1350">
                <a:solidFill>
                  <a:srgbClr val="003548"/>
                </a:solidFill>
                <a:latin typeface="Arial"/>
              </a:rPr>
              <a:t>human-in-the-loop</a:t>
            </a:r>
            <a:r>
              <a:rPr b="0" sz="1350">
                <a:solidFill>
                  <a:srgbClr val="003548"/>
                </a:solidFill>
                <a:latin typeface="Arial"/>
              </a:rPr>
              <a:t> (pausa e ripresa)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1" sz="1350">
                <a:solidFill>
                  <a:srgbClr val="003548"/>
                </a:solidFill>
                <a:latin typeface="Arial"/>
              </a:rPr>
              <a:t>time travel</a:t>
            </a:r>
            <a:r>
              <a:rPr b="0" sz="1350">
                <a:solidFill>
                  <a:srgbClr val="003548"/>
                </a:solidFill>
                <a:latin typeface="Arial"/>
              </a:rPr>
              <a:t> (replay e fork)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1" sz="1350">
                <a:solidFill>
                  <a:srgbClr val="003548"/>
                </a:solidFill>
                <a:latin typeface="Arial"/>
              </a:rPr>
              <a:t>fault tolerance</a:t>
            </a:r>
            <a:r>
              <a:rPr b="0" sz="1350">
                <a:solidFill>
                  <a:srgbClr val="003548"/>
                </a:solidFill>
                <a:latin typeface="Arial"/>
              </a:rPr>
              <a:t> (ripresa dopo un errore)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4846320" y="1143000"/>
          <a:ext cx="3840480" cy="164592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554480"/>
                <a:gridCol w="1097280"/>
                <a:gridCol w="118872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b="1" sz="1150">
                          <a:solidFill>
                            <a:srgbClr val="FFFFFF"/>
                          </a:solidFill>
                          <a:latin typeface="Arial"/>
                        </a:rPr>
                        <a:t>Checkpointer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005A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50">
                          <a:solidFill>
                            <a:srgbClr val="FFFFFF"/>
                          </a:solidFill>
                          <a:latin typeface="Arial"/>
                        </a:rPr>
                        <a:t>Dove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005A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50">
                          <a:solidFill>
                            <a:srgbClr val="FFFFFF"/>
                          </a:solidFill>
                          <a:latin typeface="Arial"/>
                        </a:rPr>
                        <a:t>Quando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005A77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b="1" sz="1150">
                          <a:solidFill>
                            <a:srgbClr val="DF6426"/>
                          </a:solidFill>
                          <a:latin typeface="Courier New"/>
                        </a:rPr>
                        <a:t>InMemorySaver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150">
                          <a:solidFill>
                            <a:srgbClr val="003548"/>
                          </a:solidFill>
                          <a:latin typeface="Arial"/>
                        </a:rPr>
                        <a:t>RAM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150">
                          <a:solidFill>
                            <a:srgbClr val="003548"/>
                          </a:solidFill>
                          <a:latin typeface="Arial"/>
                        </a:rPr>
                        <a:t>sviluppo, test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b="1" sz="1150">
                          <a:solidFill>
                            <a:srgbClr val="DF6426"/>
                          </a:solidFill>
                          <a:latin typeface="Courier New"/>
                        </a:rPr>
                        <a:t>SqliteSaver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150">
                          <a:solidFill>
                            <a:srgbClr val="003548"/>
                          </a:solidFill>
                          <a:latin typeface="Arial"/>
                        </a:rPr>
                        <a:t>file .db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150">
                          <a:solidFill>
                            <a:srgbClr val="003548"/>
                          </a:solidFill>
                          <a:latin typeface="Arial"/>
                        </a:rPr>
                        <a:t>prototipi, PW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b="1" sz="1150">
                          <a:solidFill>
                            <a:srgbClr val="DF6426"/>
                          </a:solidFill>
                          <a:latin typeface="Courier New"/>
                        </a:rPr>
                        <a:t>PostgresSaver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150">
                          <a:solidFill>
                            <a:srgbClr val="003548"/>
                          </a:solidFill>
                          <a:latin typeface="Arial"/>
                        </a:rPr>
                        <a:t>PostgreSQL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150">
                          <a:solidFill>
                            <a:srgbClr val="003548"/>
                          </a:solidFill>
                          <a:latin typeface="Arial"/>
                        </a:rPr>
                        <a:t>produzione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</a:tr>
            </a:tbl>
          </a:graphicData>
        </a:graphic>
      </p:graphicFrame>
      <p:sp>
        <p:nvSpPr>
          <p:cNvPr id="36" name="Rounded Rectangle 35"/>
          <p:cNvSpPr/>
          <p:nvPr/>
        </p:nvSpPr>
        <p:spPr>
          <a:xfrm>
            <a:off x="4846320" y="3017520"/>
            <a:ext cx="3840480" cy="169164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4956048" y="3090672"/>
            <a:ext cx="36210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400">
                <a:solidFill>
                  <a:srgbClr val="DF6426"/>
                </a:solidFill>
                <a:latin typeface="Arial"/>
              </a:rPr>
              <a:t>Durability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56048" y="3474720"/>
            <a:ext cx="3621024" cy="1188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150">
                <a:solidFill>
                  <a:srgbClr val="DF6426"/>
                </a:solidFill>
                <a:latin typeface="Courier New"/>
              </a:rPr>
              <a:t>graph.invoke(..., durability="sync")</a:t>
            </a:r>
          </a:p>
          <a:p>
            <a:pPr algn="l">
              <a:spcAft>
                <a:spcPts val="400"/>
              </a:spcAft>
            </a:pPr>
            <a:r>
              <a:rPr b="1" sz="1150">
                <a:solidFill>
                  <a:srgbClr val="DF6426"/>
                </a:solidFill>
                <a:latin typeface="Courier New"/>
              </a:rPr>
              <a:t>exit</a:t>
            </a:r>
            <a:r>
              <a:rPr b="0" sz="1150">
                <a:solidFill>
                  <a:srgbClr val="003548"/>
                </a:solidFill>
                <a:latin typeface="Arial"/>
              </a:rPr>
              <a:t> | </a:t>
            </a:r>
            <a:r>
              <a:rPr b="1" sz="1150">
                <a:solidFill>
                  <a:srgbClr val="DF6426"/>
                </a:solidFill>
                <a:latin typeface="Courier New"/>
              </a:rPr>
              <a:t>async</a:t>
            </a:r>
            <a:r>
              <a:rPr b="0" sz="1150">
                <a:solidFill>
                  <a:srgbClr val="003548"/>
                </a:solidFill>
                <a:latin typeface="Arial"/>
              </a:rPr>
              <a:t> (default) | </a:t>
            </a:r>
            <a:r>
              <a:rPr b="1" sz="1150">
                <a:solidFill>
                  <a:srgbClr val="DF6426"/>
                </a:solidFill>
                <a:latin typeface="Courier New"/>
              </a:rPr>
              <a:t>sync</a:t>
            </a:r>
            <a:r>
              <a:rPr b="0" sz="1150">
                <a:solidFill>
                  <a:srgbClr val="003548"/>
                </a:solidFill>
                <a:latin typeface="Arial"/>
              </a:rPr>
              <a:t>: quanto spesso e con che garanzie si scrive su disco.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2.7 SQLITESAVER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63</a:t>
            </a:fld>
          </a:p>
        </p:txBody>
      </p:sp>
      <p:sp>
        <p:nvSpPr>
          <p:cNvPr id="34" name="Rounded Rectangle 33"/>
          <p:cNvSpPr/>
          <p:nvPr/>
        </p:nvSpPr>
        <p:spPr>
          <a:xfrm>
            <a:off x="457200" y="1051560"/>
            <a:ext cx="8229600" cy="2333244"/>
          </a:xfrm>
          <a:prstGeom prst="roundRect">
            <a:avLst>
              <a:gd name="adj" fmla="val 4000"/>
            </a:avLst>
          </a:prstGeom>
          <a:solidFill>
            <a:srgbClr val="0B2B38"/>
          </a:solidFill>
          <a:ln>
            <a:noFill/>
          </a:ln>
        </p:spPr>
        <p:txBody>
          <a:bodyPr rtlCol="0" anchor="t" wrap="square" lIns="128016" rIns="128016" tIns="91440" bIns="54864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F28C4F"/>
                </a:solidFill>
                <a:latin typeface="Courier New"/>
              </a:rPr>
              <a:t>import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sqlite3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8AA4B0"/>
                </a:solidFill>
                <a:latin typeface="Courier New"/>
              </a:rPr>
              <a:t># pip install langgraph-checkpoint-sqlite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F28C4F"/>
                </a:solidFill>
                <a:latin typeface="Courier New"/>
              </a:rPr>
              <a:t>from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langgraph</a:t>
            </a:r>
            <a:r>
              <a:rPr sz="1150">
                <a:solidFill>
                  <a:srgbClr val="E8EEF1"/>
                </a:solidFill>
                <a:latin typeface="Courier New"/>
              </a:rPr>
              <a:t>.</a:t>
            </a:r>
            <a:r>
              <a:rPr sz="1150">
                <a:solidFill>
                  <a:srgbClr val="E8EEF1"/>
                </a:solidFill>
                <a:latin typeface="Courier New"/>
              </a:rPr>
              <a:t>checkpoint</a:t>
            </a:r>
            <a:r>
              <a:rPr sz="1150">
                <a:solidFill>
                  <a:srgbClr val="E8EEF1"/>
                </a:solidFill>
                <a:latin typeface="Courier New"/>
              </a:rPr>
              <a:t>.</a:t>
            </a:r>
            <a:r>
              <a:rPr sz="1150">
                <a:solidFill>
                  <a:srgbClr val="E8EEF1"/>
                </a:solidFill>
                <a:latin typeface="Courier New"/>
              </a:rPr>
              <a:t>sqlite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 b="1">
                <a:solidFill>
                  <a:srgbClr val="F28C4F"/>
                </a:solidFill>
                <a:latin typeface="Courier New"/>
              </a:rPr>
              <a:t>import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SqliteSaver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conn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=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sqlite3</a:t>
            </a:r>
            <a:r>
              <a:rPr sz="1150">
                <a:solidFill>
                  <a:srgbClr val="E8EEF1"/>
                </a:solidFill>
                <a:latin typeface="Courier New"/>
              </a:rPr>
              <a:t>.</a:t>
            </a:r>
            <a:r>
              <a:rPr sz="1150">
                <a:solidFill>
                  <a:srgbClr val="E8EEF1"/>
                </a:solidFill>
                <a:latin typeface="Courier New"/>
              </a:rPr>
              <a:t>connect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checkpoints.db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,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check_same_thread</a:t>
            </a:r>
            <a:r>
              <a:rPr sz="1150">
                <a:solidFill>
                  <a:srgbClr val="E8EEF1"/>
                </a:solidFill>
                <a:latin typeface="Courier New"/>
              </a:rPr>
              <a:t>=</a:t>
            </a:r>
            <a:r>
              <a:rPr sz="1150" b="1">
                <a:solidFill>
                  <a:srgbClr val="F28C4F"/>
                </a:solidFill>
                <a:latin typeface="Courier New"/>
              </a:rPr>
              <a:t>False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memoria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=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SqliteSaver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E8EEF1"/>
                </a:solidFill>
                <a:latin typeface="Courier New"/>
              </a:rPr>
              <a:t>conn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  <a:r>
              <a:rPr sz="1150">
                <a:solidFill>
                  <a:srgbClr val="E8EEF1"/>
                </a:solidFill>
                <a:latin typeface="Courier New"/>
              </a:rPr>
              <a:t>                 </a:t>
            </a:r>
            <a:r>
              <a:rPr sz="1150">
                <a:solidFill>
                  <a:srgbClr val="8AA4B0"/>
                </a:solidFill>
                <a:latin typeface="Courier New"/>
              </a:rPr>
              <a:t># crea le tabelle al primo uso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graph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=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builder</a:t>
            </a:r>
            <a:r>
              <a:rPr sz="1150">
                <a:solidFill>
                  <a:srgbClr val="E8EEF1"/>
                </a:solidFill>
                <a:latin typeface="Courier New"/>
              </a:rPr>
              <a:t>.</a:t>
            </a:r>
            <a:r>
              <a:rPr sz="1150">
                <a:solidFill>
                  <a:srgbClr val="E8EEF1"/>
                </a:solidFill>
                <a:latin typeface="Courier New"/>
              </a:rPr>
              <a:t>compile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E8EEF1"/>
                </a:solidFill>
                <a:latin typeface="Courier New"/>
              </a:rPr>
              <a:t>checkpointer</a:t>
            </a:r>
            <a:r>
              <a:rPr sz="1150">
                <a:solidFill>
                  <a:srgbClr val="E8EEF1"/>
                </a:solidFill>
                <a:latin typeface="Courier New"/>
              </a:rPr>
              <a:t>=</a:t>
            </a:r>
            <a:r>
              <a:rPr sz="1150">
                <a:solidFill>
                  <a:srgbClr val="E8EEF1"/>
                </a:solidFill>
                <a:latin typeface="Courier New"/>
              </a:rPr>
              <a:t>memoria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config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=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{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configurable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: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{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thread_id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: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cliente-42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}</a:t>
            </a:r>
            <a:r>
              <a:rPr sz="1150">
                <a:solidFill>
                  <a:srgbClr val="E8EEF1"/>
                </a:solidFill>
                <a:latin typeface="Courier New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graph</a:t>
            </a:r>
            <a:r>
              <a:rPr sz="1150">
                <a:solidFill>
                  <a:srgbClr val="E8EEF1"/>
                </a:solidFill>
                <a:latin typeface="Courier New"/>
              </a:rPr>
              <a:t>.</a:t>
            </a:r>
            <a:r>
              <a:rPr sz="1150">
                <a:solidFill>
                  <a:srgbClr val="E8EEF1"/>
                </a:solidFill>
                <a:latin typeface="Courier New"/>
              </a:rPr>
              <a:t>invoke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E8EEF1"/>
                </a:solidFill>
                <a:latin typeface="Courier New"/>
              </a:rPr>
              <a:t>{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messages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: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[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user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,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Mi chiamo Ada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  <a:r>
              <a:rPr sz="1150">
                <a:solidFill>
                  <a:srgbClr val="E8EEF1"/>
                </a:solidFill>
                <a:latin typeface="Courier New"/>
              </a:rPr>
              <a:t>]</a:t>
            </a:r>
            <a:r>
              <a:rPr sz="1150">
                <a:solidFill>
                  <a:srgbClr val="E8EEF1"/>
                </a:solidFill>
                <a:latin typeface="Courier New"/>
              </a:rPr>
              <a:t>}</a:t>
            </a:r>
            <a:r>
              <a:rPr sz="1150">
                <a:solidFill>
                  <a:srgbClr val="E8EEF1"/>
                </a:solidFill>
                <a:latin typeface="Courier New"/>
              </a:rPr>
              <a:t>,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config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graph</a:t>
            </a:r>
            <a:r>
              <a:rPr sz="1150">
                <a:solidFill>
                  <a:srgbClr val="E8EEF1"/>
                </a:solidFill>
                <a:latin typeface="Courier New"/>
              </a:rPr>
              <a:t>.</a:t>
            </a:r>
            <a:r>
              <a:rPr sz="1150">
                <a:solidFill>
                  <a:srgbClr val="E8EEF1"/>
                </a:solidFill>
                <a:latin typeface="Courier New"/>
              </a:rPr>
              <a:t>invoke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E8EEF1"/>
                </a:solidFill>
                <a:latin typeface="Courier New"/>
              </a:rPr>
              <a:t>{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messages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: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[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user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,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Ricordi il mio nome?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  <a:r>
              <a:rPr sz="1150">
                <a:solidFill>
                  <a:srgbClr val="E8EEF1"/>
                </a:solidFill>
                <a:latin typeface="Courier New"/>
              </a:rPr>
              <a:t>]</a:t>
            </a:r>
            <a:r>
              <a:rPr sz="1150">
                <a:solidFill>
                  <a:srgbClr val="E8EEF1"/>
                </a:solidFill>
                <a:latin typeface="Courier New"/>
              </a:rPr>
              <a:t>}</a:t>
            </a:r>
            <a:r>
              <a:rPr sz="1150">
                <a:solidFill>
                  <a:srgbClr val="E8EEF1"/>
                </a:solidFill>
                <a:latin typeface="Courier New"/>
              </a:rPr>
              <a:t>,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config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8AA4B0"/>
                </a:solidFill>
                <a:latin typeface="Courier New"/>
              </a:rPr>
              <a:t># chiudendo e rilanciando lo script, con lo stesso thread_id la conversazione RIPRENDE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3494532"/>
            <a:ext cx="8229600" cy="1306068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566928" y="3567684"/>
            <a:ext cx="3977639" cy="1214627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150">
                <a:solidFill>
                  <a:srgbClr val="003548"/>
                </a:solidFill>
                <a:latin typeface="Arial"/>
              </a:rPr>
              <a:t>Pacchetto </a:t>
            </a:r>
            <a:r>
              <a:rPr b="1" sz="1150">
                <a:solidFill>
                  <a:srgbClr val="DF6426"/>
                </a:solidFill>
                <a:latin typeface="Courier New"/>
              </a:rPr>
              <a:t>langgraph-checkpoint-sqlite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1" sz="1150">
                <a:solidFill>
                  <a:srgbClr val="DF6426"/>
                </a:solidFill>
                <a:latin typeface="Courier New"/>
              </a:rPr>
              <a:t>check_same_thread=False</a:t>
            </a:r>
            <a:r>
              <a:rPr b="0" sz="1150">
                <a:solidFill>
                  <a:srgbClr val="003548"/>
                </a:solidFill>
                <a:latin typeface="Arial"/>
              </a:rPr>
              <a:t> perché LangGraph usa più thread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17720" y="3567684"/>
            <a:ext cx="3977639" cy="1214627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150">
                <a:solidFill>
                  <a:srgbClr val="003548"/>
                </a:solidFill>
                <a:latin typeface="Arial"/>
              </a:rPr>
              <a:t>Provate: interrompete lo script e rilanciatelo con lo stesso thread_id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20640" y="4864608"/>
            <a:ext cx="32918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b="0" sz="1000">
                <a:solidFill>
                  <a:srgbClr val="76777B"/>
                </a:solidFill>
                <a:latin typeface="Arial"/>
              </a:rPr>
              <a:t>Esempio: </a:t>
            </a:r>
            <a:r>
              <a:rPr b="1" sz="1000">
                <a:solidFill>
                  <a:srgbClr val="005A77"/>
                </a:solidFill>
                <a:latin typeface="Courier New"/>
              </a:rPr>
              <a:t>22_persistenza_sqlite.py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2.8 TIME TRAVEL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64</a:t>
            </a:fld>
          </a:p>
        </p:txBody>
      </p:sp>
      <p:sp>
        <p:nvSpPr>
          <p:cNvPr id="34" name="Rounded Rectangle 33"/>
          <p:cNvSpPr/>
          <p:nvPr/>
        </p:nvSpPr>
        <p:spPr>
          <a:xfrm>
            <a:off x="457200" y="1051560"/>
            <a:ext cx="8229600" cy="2505583"/>
          </a:xfrm>
          <a:prstGeom prst="roundRect">
            <a:avLst>
              <a:gd name="adj" fmla="val 4000"/>
            </a:avLst>
          </a:prstGeom>
          <a:solidFill>
            <a:srgbClr val="0B2B38"/>
          </a:solidFill>
          <a:ln>
            <a:noFill/>
          </a:ln>
        </p:spPr>
        <p:txBody>
          <a:bodyPr rtlCol="0" anchor="t" wrap="square" lIns="128016" rIns="128016" tIns="91440" bIns="54864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storia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=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7FCFF0"/>
                </a:solidFill>
                <a:latin typeface="Courier New"/>
              </a:rPr>
              <a:t>list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E8EEF1"/>
                </a:solidFill>
                <a:latin typeface="Courier New"/>
              </a:rPr>
              <a:t>graph</a:t>
            </a:r>
            <a:r>
              <a:rPr sz="1150">
                <a:solidFill>
                  <a:srgbClr val="E8EEF1"/>
                </a:solidFill>
                <a:latin typeface="Courier New"/>
              </a:rPr>
              <a:t>.</a:t>
            </a:r>
            <a:r>
              <a:rPr sz="1150">
                <a:solidFill>
                  <a:srgbClr val="E8EEF1"/>
                </a:solidFill>
                <a:latin typeface="Courier New"/>
              </a:rPr>
              <a:t>get_state_history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E8EEF1"/>
                </a:solidFill>
                <a:latin typeface="Courier New"/>
              </a:rPr>
              <a:t>config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  <a:r>
              <a:rPr sz="1150">
                <a:solidFill>
                  <a:srgbClr val="E8EEF1"/>
                </a:solidFill>
                <a:latin typeface="Courier New"/>
              </a:rPr>
              <a:t>        </a:t>
            </a:r>
            <a:r>
              <a:rPr sz="1150">
                <a:solidFill>
                  <a:srgbClr val="8AA4B0"/>
                </a:solidFill>
                <a:latin typeface="Courier New"/>
              </a:rPr>
              <a:t># dal più recente al più vecchio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F28C4F"/>
                </a:solidFill>
                <a:latin typeface="Courier New"/>
              </a:rPr>
              <a:t>for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snap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F28C4F"/>
                </a:solidFill>
                <a:latin typeface="Courier New"/>
              </a:rPr>
              <a:t>in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storia</a:t>
            </a:r>
            <a:r>
              <a:rPr sz="115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    </a:t>
            </a:r>
            <a:r>
              <a:rPr sz="1150">
                <a:solidFill>
                  <a:srgbClr val="E8EEF1"/>
                </a:solidFill>
                <a:latin typeface="Courier New"/>
              </a:rPr>
              <a:t>cid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=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snap</a:t>
            </a:r>
            <a:r>
              <a:rPr sz="1150">
                <a:solidFill>
                  <a:srgbClr val="E8EEF1"/>
                </a:solidFill>
                <a:latin typeface="Courier New"/>
              </a:rPr>
              <a:t>.</a:t>
            </a:r>
            <a:r>
              <a:rPr sz="1150">
                <a:solidFill>
                  <a:srgbClr val="E8EEF1"/>
                </a:solidFill>
                <a:latin typeface="Courier New"/>
              </a:rPr>
              <a:t>config</a:t>
            </a:r>
            <a:r>
              <a:rPr sz="1150">
                <a:solidFill>
                  <a:srgbClr val="E8EEF1"/>
                </a:solidFill>
                <a:latin typeface="Courier New"/>
              </a:rPr>
              <a:t>[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configurable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]</a:t>
            </a:r>
            <a:r>
              <a:rPr sz="1150">
                <a:solidFill>
                  <a:srgbClr val="E8EEF1"/>
                </a:solidFill>
                <a:latin typeface="Courier New"/>
              </a:rPr>
              <a:t>[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checkpoint_id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]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    </a:t>
            </a:r>
            <a:r>
              <a:rPr sz="1150">
                <a:solidFill>
                  <a:srgbClr val="7FCFF0"/>
                </a:solidFill>
                <a:latin typeface="Courier New"/>
              </a:rPr>
              <a:t>print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E8EEF1"/>
                </a:solidFill>
                <a:latin typeface="Courier New"/>
              </a:rPr>
              <a:t>cid</a:t>
            </a:r>
            <a:r>
              <a:rPr sz="1150">
                <a:solidFill>
                  <a:srgbClr val="E8EEF1"/>
                </a:solidFill>
                <a:latin typeface="Courier New"/>
              </a:rPr>
              <a:t>[</a:t>
            </a:r>
            <a:r>
              <a:rPr sz="1150">
                <a:solidFill>
                  <a:srgbClr val="E8EEF1"/>
                </a:solidFill>
                <a:latin typeface="Courier New"/>
              </a:rPr>
              <a:t>:</a:t>
            </a:r>
            <a:r>
              <a:rPr sz="1150">
                <a:solidFill>
                  <a:srgbClr val="F5C96A"/>
                </a:solidFill>
                <a:latin typeface="Courier New"/>
              </a:rPr>
              <a:t>8</a:t>
            </a:r>
            <a:r>
              <a:rPr sz="1150">
                <a:solidFill>
                  <a:srgbClr val="E8EEF1"/>
                </a:solidFill>
                <a:latin typeface="Courier New"/>
              </a:rPr>
              <a:t>]</a:t>
            </a:r>
            <a:r>
              <a:rPr sz="1150">
                <a:solidFill>
                  <a:srgbClr val="E8EEF1"/>
                </a:solidFill>
                <a:latin typeface="Courier New"/>
              </a:rPr>
              <a:t>,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next: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,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snap</a:t>
            </a:r>
            <a:r>
              <a:rPr sz="1150">
                <a:solidFill>
                  <a:srgbClr val="E8EEF1"/>
                </a:solidFill>
                <a:latin typeface="Courier New"/>
              </a:rPr>
              <a:t>.</a:t>
            </a:r>
            <a:r>
              <a:rPr sz="1150">
                <a:solidFill>
                  <a:srgbClr val="E8EEF1"/>
                </a:solidFill>
                <a:latin typeface="Courier New"/>
              </a:rPr>
              <a:t>next</a:t>
            </a:r>
            <a:r>
              <a:rPr sz="1150">
                <a:solidFill>
                  <a:srgbClr val="E8EEF1"/>
                </a:solidFill>
                <a:latin typeface="Courier New"/>
              </a:rPr>
              <a:t>,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msg: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,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7FCFF0"/>
                </a:solidFill>
                <a:latin typeface="Courier New"/>
              </a:rPr>
              <a:t>len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E8EEF1"/>
                </a:solidFill>
                <a:latin typeface="Courier New"/>
              </a:rPr>
              <a:t>snap</a:t>
            </a:r>
            <a:r>
              <a:rPr sz="1150">
                <a:solidFill>
                  <a:srgbClr val="E8EEF1"/>
                </a:solidFill>
                <a:latin typeface="Courier New"/>
              </a:rPr>
              <a:t>.</a:t>
            </a:r>
            <a:r>
              <a:rPr sz="1150">
                <a:solidFill>
                  <a:srgbClr val="E8EEF1"/>
                </a:solidFill>
                <a:latin typeface="Courier New"/>
              </a:rPr>
              <a:t>values</a:t>
            </a:r>
            <a:r>
              <a:rPr sz="1150">
                <a:solidFill>
                  <a:srgbClr val="E8EEF1"/>
                </a:solidFill>
                <a:latin typeface="Courier New"/>
              </a:rPr>
              <a:t>.</a:t>
            </a:r>
            <a:r>
              <a:rPr sz="1150">
                <a:solidFill>
                  <a:srgbClr val="E8EEF1"/>
                </a:solidFill>
                <a:latin typeface="Courier New"/>
              </a:rPr>
              <a:t>get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messages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,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[</a:t>
            </a:r>
            <a:r>
              <a:rPr sz="1150">
                <a:solidFill>
                  <a:srgbClr val="E8EEF1"/>
                </a:solidFill>
                <a:latin typeface="Courier New"/>
              </a:rPr>
              <a:t>]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8AA4B0"/>
                </a:solidFill>
                <a:latin typeface="Courier New"/>
              </a:rPr>
              <a:t># 1) REPLAY: riesegui da un checkpoint passato (i passi successivi vengono rifatti)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passato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=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7FCFF0"/>
                </a:solidFill>
                <a:latin typeface="Courier New"/>
              </a:rPr>
              <a:t>next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E8EEF1"/>
                </a:solidFill>
                <a:latin typeface="Courier New"/>
              </a:rPr>
              <a:t>s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 b="1">
                <a:solidFill>
                  <a:srgbClr val="F28C4F"/>
                </a:solidFill>
                <a:latin typeface="Courier New"/>
              </a:rPr>
              <a:t>for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s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F28C4F"/>
                </a:solidFill>
                <a:latin typeface="Courier New"/>
              </a:rPr>
              <a:t>in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storia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 b="1">
                <a:solidFill>
                  <a:srgbClr val="F28C4F"/>
                </a:solidFill>
                <a:latin typeface="Courier New"/>
              </a:rPr>
              <a:t>if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s</a:t>
            </a:r>
            <a:r>
              <a:rPr sz="1150">
                <a:solidFill>
                  <a:srgbClr val="E8EEF1"/>
                </a:solidFill>
                <a:latin typeface="Courier New"/>
              </a:rPr>
              <a:t>.</a:t>
            </a:r>
            <a:r>
              <a:rPr sz="1150">
                <a:solidFill>
                  <a:srgbClr val="E8EEF1"/>
                </a:solidFill>
                <a:latin typeface="Courier New"/>
              </a:rPr>
              <a:t>next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==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chatbot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,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graph</a:t>
            </a:r>
            <a:r>
              <a:rPr sz="1150">
                <a:solidFill>
                  <a:srgbClr val="E8EEF1"/>
                </a:solidFill>
                <a:latin typeface="Courier New"/>
              </a:rPr>
              <a:t>.</a:t>
            </a:r>
            <a:r>
              <a:rPr sz="1150">
                <a:solidFill>
                  <a:srgbClr val="E8EEF1"/>
                </a:solidFill>
                <a:latin typeface="Courier New"/>
              </a:rPr>
              <a:t>invoke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 b="1">
                <a:solidFill>
                  <a:srgbClr val="F28C4F"/>
                </a:solidFill>
                <a:latin typeface="Courier New"/>
              </a:rPr>
              <a:t>None</a:t>
            </a:r>
            <a:r>
              <a:rPr sz="1150">
                <a:solidFill>
                  <a:srgbClr val="E8EEF1"/>
                </a:solidFill>
                <a:latin typeface="Courier New"/>
              </a:rPr>
              <a:t>,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passato</a:t>
            </a:r>
            <a:r>
              <a:rPr sz="1150">
                <a:solidFill>
                  <a:srgbClr val="E8EEF1"/>
                </a:solidFill>
                <a:latin typeface="Courier New"/>
              </a:rPr>
              <a:t>.</a:t>
            </a:r>
            <a:r>
              <a:rPr sz="1150">
                <a:solidFill>
                  <a:srgbClr val="E8EEF1"/>
                </a:solidFill>
                <a:latin typeface="Courier New"/>
              </a:rPr>
              <a:t>config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8AA4B0"/>
                </a:solidFill>
                <a:latin typeface="Courier New"/>
              </a:rPr>
              <a:t># 2) FORK: modifica lo state di un checkpoint e prosegui su un nuovo ramo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modifica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=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{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messages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: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[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user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,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Rispondi in inglese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  <a:r>
              <a:rPr sz="1150">
                <a:solidFill>
                  <a:srgbClr val="E8EEF1"/>
                </a:solidFill>
                <a:latin typeface="Courier New"/>
              </a:rPr>
              <a:t>]</a:t>
            </a:r>
            <a:r>
              <a:rPr sz="1150">
                <a:solidFill>
                  <a:srgbClr val="E8EEF1"/>
                </a:solidFill>
                <a:latin typeface="Courier New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nuovo_cfg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=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graph</a:t>
            </a:r>
            <a:r>
              <a:rPr sz="1150">
                <a:solidFill>
                  <a:srgbClr val="E8EEF1"/>
                </a:solidFill>
                <a:latin typeface="Courier New"/>
              </a:rPr>
              <a:t>.</a:t>
            </a:r>
            <a:r>
              <a:rPr sz="1150">
                <a:solidFill>
                  <a:srgbClr val="E8EEF1"/>
                </a:solidFill>
                <a:latin typeface="Courier New"/>
              </a:rPr>
              <a:t>update_state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E8EEF1"/>
                </a:solidFill>
                <a:latin typeface="Courier New"/>
              </a:rPr>
              <a:t>passato</a:t>
            </a:r>
            <a:r>
              <a:rPr sz="1150">
                <a:solidFill>
                  <a:srgbClr val="E8EEF1"/>
                </a:solidFill>
                <a:latin typeface="Courier New"/>
              </a:rPr>
              <a:t>.</a:t>
            </a:r>
            <a:r>
              <a:rPr sz="1150">
                <a:solidFill>
                  <a:srgbClr val="E8EEF1"/>
                </a:solidFill>
                <a:latin typeface="Courier New"/>
              </a:rPr>
              <a:t>config</a:t>
            </a:r>
            <a:r>
              <a:rPr sz="1150">
                <a:solidFill>
                  <a:srgbClr val="E8EEF1"/>
                </a:solidFill>
                <a:latin typeface="Courier New"/>
              </a:rPr>
              <a:t>,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modifica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graph</a:t>
            </a:r>
            <a:r>
              <a:rPr sz="1150">
                <a:solidFill>
                  <a:srgbClr val="E8EEF1"/>
                </a:solidFill>
                <a:latin typeface="Courier New"/>
              </a:rPr>
              <a:t>.</a:t>
            </a:r>
            <a:r>
              <a:rPr sz="1150">
                <a:solidFill>
                  <a:srgbClr val="E8EEF1"/>
                </a:solidFill>
                <a:latin typeface="Courier New"/>
              </a:rPr>
              <a:t>invoke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 b="1">
                <a:solidFill>
                  <a:srgbClr val="F28C4F"/>
                </a:solidFill>
                <a:latin typeface="Courier New"/>
              </a:rPr>
              <a:t>None</a:t>
            </a:r>
            <a:r>
              <a:rPr sz="1150">
                <a:solidFill>
                  <a:srgbClr val="E8EEF1"/>
                </a:solidFill>
                <a:latin typeface="Courier New"/>
              </a:rPr>
              <a:t>,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nuovo_cfg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3666870"/>
            <a:ext cx="8229600" cy="1133729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566928" y="3740022"/>
            <a:ext cx="3977639" cy="104228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1" sz="1150">
                <a:solidFill>
                  <a:srgbClr val="DF6426"/>
                </a:solidFill>
                <a:latin typeface="Courier New"/>
              </a:rPr>
              <a:t>get_state_history</a:t>
            </a:r>
            <a:r>
              <a:rPr b="0" sz="1150">
                <a:solidFill>
                  <a:srgbClr val="003548"/>
                </a:solidFill>
                <a:latin typeface="Arial"/>
              </a:rPr>
              <a:t> elenca tutti i checkpoint del thread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1" sz="1150">
                <a:solidFill>
                  <a:srgbClr val="003548"/>
                </a:solidFill>
                <a:latin typeface="Arial"/>
              </a:rPr>
              <a:t>Replay</a:t>
            </a:r>
            <a:r>
              <a:rPr b="0" sz="1150">
                <a:solidFill>
                  <a:srgbClr val="003548"/>
                </a:solidFill>
                <a:latin typeface="Arial"/>
              </a:rPr>
              <a:t>: </a:t>
            </a:r>
            <a:r>
              <a:rPr b="1" sz="1150">
                <a:solidFill>
                  <a:srgbClr val="DF6426"/>
                </a:solidFill>
                <a:latin typeface="Courier New"/>
              </a:rPr>
              <a:t>invoke(None, config_passato)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17720" y="3740022"/>
            <a:ext cx="3977639" cy="104228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1" sz="1150">
                <a:solidFill>
                  <a:srgbClr val="003548"/>
                </a:solidFill>
                <a:latin typeface="Arial"/>
              </a:rPr>
              <a:t>Fork</a:t>
            </a:r>
            <a:r>
              <a:rPr b="0" sz="1150">
                <a:solidFill>
                  <a:srgbClr val="003548"/>
                </a:solidFill>
                <a:latin typeface="Arial"/>
              </a:rPr>
              <a:t>: </a:t>
            </a:r>
            <a:r>
              <a:rPr b="1" sz="1150">
                <a:solidFill>
                  <a:srgbClr val="DF6426"/>
                </a:solidFill>
                <a:latin typeface="Courier New"/>
              </a:rPr>
              <a:t>update_state</a:t>
            </a:r>
            <a:r>
              <a:rPr b="0" sz="1150">
                <a:solidFill>
                  <a:srgbClr val="003548"/>
                </a:solidFill>
                <a:latin typeface="Arial"/>
              </a:rPr>
              <a:t> crea un nuovo ramo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150">
                <a:solidFill>
                  <a:srgbClr val="003548"/>
                </a:solidFill>
                <a:latin typeface="Arial"/>
              </a:rPr>
              <a:t>Utilissimo per il debug di agenti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20640" y="4864608"/>
            <a:ext cx="32918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b="0" sz="1000">
                <a:solidFill>
                  <a:srgbClr val="76777B"/>
                </a:solidFill>
                <a:latin typeface="Arial"/>
              </a:rPr>
              <a:t>Esempio: </a:t>
            </a:r>
            <a:r>
              <a:rPr b="1" sz="1000">
                <a:solidFill>
                  <a:srgbClr val="005A77"/>
                </a:solidFill>
                <a:latin typeface="Courier New"/>
              </a:rPr>
              <a:t>22_persistenza_sqlite.py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2.9 HUMAN-IN-THE-LOOP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65</a:t>
            </a:fld>
          </a:p>
        </p:txBody>
      </p:sp>
      <p:sp>
        <p:nvSpPr>
          <p:cNvPr id="34" name="TextBox 33"/>
          <p:cNvSpPr txBox="1"/>
          <p:nvPr/>
        </p:nvSpPr>
        <p:spPr>
          <a:xfrm>
            <a:off x="457200" y="1051560"/>
            <a:ext cx="4114800" cy="3657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DF6426"/>
                </a:solidFill>
                <a:latin typeface="Courier New"/>
              </a:rPr>
              <a:t>interrupt(payload)</a:t>
            </a:r>
            <a:r>
              <a:rPr b="0" sz="1300">
                <a:solidFill>
                  <a:srgbClr val="003548"/>
                </a:solidFill>
                <a:latin typeface="Arial"/>
              </a:rPr>
              <a:t> </a:t>
            </a:r>
            <a:r>
              <a:rPr b="1" sz="1300">
                <a:solidFill>
                  <a:srgbClr val="003548"/>
                </a:solidFill>
                <a:latin typeface="Arial"/>
              </a:rPr>
              <a:t>mette in pausa</a:t>
            </a:r>
            <a:r>
              <a:rPr b="0" sz="1300">
                <a:solidFill>
                  <a:srgbClr val="003548"/>
                </a:solidFill>
                <a:latin typeface="Arial"/>
              </a:rPr>
              <a:t> il grafo dentro un nodo e restituisce il payload al chiamante.</a:t>
            </a:r>
          </a:p>
          <a:p>
            <a:pPr algn="l">
              <a:spcAft>
                <a:spcPts val="400"/>
              </a:spcAft>
            </a:pPr>
            <a:r>
              <a:rPr b="0" sz="1300">
                <a:solidFill>
                  <a:srgbClr val="003548"/>
                </a:solidFill>
                <a:latin typeface="Arial"/>
              </a:rPr>
              <a:t>Lo state viene salvato dal checkpointer; il processo può anche terminare.</a:t>
            </a:r>
          </a:p>
          <a:p>
            <a:pPr algn="l">
              <a:spcAft>
                <a:spcPts val="400"/>
              </a:spcAft>
            </a:pPr>
            <a:r>
              <a:rPr b="0" sz="1300">
                <a:solidFill>
                  <a:srgbClr val="003548"/>
                </a:solidFill>
                <a:latin typeface="Arial"/>
              </a:rPr>
              <a:t>Si riprende con </a:t>
            </a:r>
            <a:r>
              <a:rPr b="1" sz="1300">
                <a:solidFill>
                  <a:srgbClr val="DF6426"/>
                </a:solidFill>
                <a:latin typeface="Courier New"/>
              </a:rPr>
              <a:t>invoke(Command(resume=valore), config)</a:t>
            </a:r>
            <a:r>
              <a:rPr b="0" sz="1300">
                <a:solidFill>
                  <a:srgbClr val="003548"/>
                </a:solidFill>
                <a:latin typeface="Arial"/>
              </a:rPr>
              <a:t>: il valore diventa il </a:t>
            </a:r>
            <a:r>
              <a:rPr b="1" sz="1300">
                <a:solidFill>
                  <a:srgbClr val="003548"/>
                </a:solidFill>
                <a:latin typeface="Arial"/>
              </a:rPr>
              <a:t>risultato</a:t>
            </a:r>
            <a:r>
              <a:rPr b="0" sz="1300">
                <a:solidFill>
                  <a:srgbClr val="003548"/>
                </a:solidFill>
                <a:latin typeface="Arial"/>
              </a:rPr>
              <a:t> di </a:t>
            </a:r>
            <a:r>
              <a:rPr b="1" sz="1300">
                <a:solidFill>
                  <a:srgbClr val="DF6426"/>
                </a:solidFill>
                <a:latin typeface="Courier New"/>
              </a:rPr>
              <a:t>interrupt()</a:t>
            </a:r>
            <a:r>
              <a:rPr b="0" sz="1300">
                <a:solidFill>
                  <a:srgbClr val="003548"/>
                </a:solidFill>
                <a:latin typeface="Arial"/>
              </a:rPr>
              <a:t>.</a:t>
            </a:r>
          </a:p>
          <a:p>
            <a:pPr algn="l">
              <a:spcAft>
                <a:spcPts val="400"/>
              </a:spcAft>
            </a:pPr>
            <a:r>
              <a:rPr b="0" sz="1300">
                <a:solidFill>
                  <a:srgbClr val="003548"/>
                </a:solidFill>
                <a:latin typeface="Arial"/>
              </a:rPr>
              <a:t>Usi tipici: </a:t>
            </a:r>
            <a:r>
              <a:rPr b="1" sz="1300">
                <a:solidFill>
                  <a:srgbClr val="003548"/>
                </a:solidFill>
                <a:latin typeface="Arial"/>
              </a:rPr>
              <a:t>approvare</a:t>
            </a:r>
            <a:r>
              <a:rPr b="0" sz="1300">
                <a:solidFill>
                  <a:srgbClr val="003548"/>
                </a:solidFill>
                <a:latin typeface="Arial"/>
              </a:rPr>
              <a:t> azioni irreversibili, </a:t>
            </a:r>
            <a:r>
              <a:rPr b="1" sz="1300">
                <a:solidFill>
                  <a:srgbClr val="003548"/>
                </a:solidFill>
                <a:latin typeface="Arial"/>
              </a:rPr>
              <a:t>correggere</a:t>
            </a:r>
            <a:r>
              <a:rPr b="0" sz="1300">
                <a:solidFill>
                  <a:srgbClr val="003548"/>
                </a:solidFill>
                <a:latin typeface="Arial"/>
              </a:rPr>
              <a:t> output, </a:t>
            </a:r>
            <a:r>
              <a:rPr b="1" sz="1300">
                <a:solidFill>
                  <a:srgbClr val="003548"/>
                </a:solidFill>
                <a:latin typeface="Arial"/>
              </a:rPr>
              <a:t>chiedere</a:t>
            </a:r>
            <a:r>
              <a:rPr b="0" sz="1300">
                <a:solidFill>
                  <a:srgbClr val="003548"/>
                </a:solidFill>
                <a:latin typeface="Arial"/>
              </a:rPr>
              <a:t> dati mancanti.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0" y="1188720"/>
            <a:ext cx="1554480" cy="502920"/>
          </a:xfrm>
          <a:prstGeom prst="roundRect">
            <a:avLst>
              <a:gd name="adj" fmla="val 30000"/>
            </a:avLst>
          </a:prstGeom>
          <a:solidFill>
            <a:srgbClr val="DF6426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scrivi bozza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937760" y="2194560"/>
            <a:ext cx="1737360" cy="594360"/>
          </a:xfrm>
          <a:prstGeom prst="roundRect">
            <a:avLst>
              <a:gd name="adj" fmla="val 30000"/>
            </a:avLst>
          </a:prstGeom>
          <a:solidFill>
            <a:srgbClr val="8E44AD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1" sz="1050">
                <a:solidFill>
                  <a:srgbClr val="FFFFFF"/>
                </a:solidFill>
                <a:latin typeface="Arial"/>
              </a:rPr>
              <a:t>approvazione</a:t>
            </a:r>
          </a:p>
          <a:p>
            <a:pPr algn="ctr"/>
            <a:r>
              <a:rPr b="1" sz="1050">
                <a:solidFill>
                  <a:srgbClr val="FFFFFF"/>
                </a:solidFill>
                <a:latin typeface="Arial"/>
              </a:rPr>
              <a:t>interrupt()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132320" y="1691640"/>
            <a:ext cx="1371600" cy="457200"/>
          </a:xfrm>
          <a:prstGeom prst="roundRect">
            <a:avLst>
              <a:gd name="adj" fmla="val 30000"/>
            </a:avLst>
          </a:prstGeom>
          <a:solidFill>
            <a:srgbClr val="2E7D5B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invia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32320" y="2743200"/>
            <a:ext cx="1371600" cy="457200"/>
          </a:xfrm>
          <a:prstGeom prst="roundRect">
            <a:avLst>
              <a:gd name="adj" fmla="val 30000"/>
            </a:avLst>
          </a:prstGeom>
          <a:solidFill>
            <a:srgbClr val="005A77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annulla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0" y="3566160"/>
            <a:ext cx="1554480" cy="502920"/>
          </a:xfrm>
          <a:prstGeom prst="roundRect">
            <a:avLst>
              <a:gd name="adj" fmla="val 30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1" sz="1100">
                <a:solidFill>
                  <a:srgbClr val="003548"/>
                </a:solidFill>
                <a:latin typeface="Arial"/>
              </a:rPr>
              <a:t>👤 utente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806440" y="1691640"/>
            <a:ext cx="0" cy="502920"/>
          </a:xfrm>
          <a:prstGeom prst="line">
            <a:avLst/>
          </a:prstGeom>
          <a:ln w="22225">
            <a:solidFill>
              <a:srgbClr val="003548"/>
            </a:solidFill>
            <a:tailEnd type="triangle" w="med" len="med"/>
          </a:ln>
        </p:spPr>
      </p:cxnSp>
      <p:cxnSp>
        <p:nvCxnSpPr>
          <p:cNvPr id="41" name="Connector 40"/>
          <p:cNvCxnSpPr/>
          <p:nvPr/>
        </p:nvCxnSpPr>
        <p:spPr>
          <a:xfrm flipV="1">
            <a:off x="6675120" y="1920240"/>
            <a:ext cx="457200" cy="571500"/>
          </a:xfrm>
          <a:prstGeom prst="line">
            <a:avLst/>
          </a:prstGeom>
          <a:ln w="22225">
            <a:solidFill>
              <a:srgbClr val="003548"/>
            </a:solidFill>
            <a:prstDash val="dash"/>
            <a:tailEnd type="triangle" w="med" len="med"/>
          </a:ln>
        </p:spPr>
      </p:cxnSp>
      <p:sp>
        <p:nvSpPr>
          <p:cNvPr id="42" name="TextBox 41"/>
          <p:cNvSpPr txBox="1"/>
          <p:nvPr/>
        </p:nvSpPr>
        <p:spPr>
          <a:xfrm>
            <a:off x="6720840" y="2087118"/>
            <a:ext cx="365760" cy="237744"/>
          </a:xfrm>
          <a:prstGeom prst="rect">
            <a:avLst/>
          </a:prstGeom>
          <a:solidFill>
            <a:srgbClr val="FFFFFF"/>
          </a:solidFill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b="1" sz="900">
                <a:solidFill>
                  <a:srgbClr val="DF6426"/>
                </a:solidFill>
                <a:latin typeface="Arial"/>
              </a:rPr>
              <a:t>si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675120" y="2491740"/>
            <a:ext cx="457200" cy="480060"/>
          </a:xfrm>
          <a:prstGeom prst="line">
            <a:avLst/>
          </a:prstGeom>
          <a:ln w="22225">
            <a:solidFill>
              <a:srgbClr val="003548"/>
            </a:solidFill>
            <a:prstDash val="dash"/>
            <a:tailEnd type="triangle" w="med" len="med"/>
          </a:ln>
        </p:spPr>
      </p:cxnSp>
      <p:sp>
        <p:nvSpPr>
          <p:cNvPr id="44" name="TextBox 43"/>
          <p:cNvSpPr txBox="1"/>
          <p:nvPr/>
        </p:nvSpPr>
        <p:spPr>
          <a:xfrm>
            <a:off x="6720840" y="2612898"/>
            <a:ext cx="365760" cy="237744"/>
          </a:xfrm>
          <a:prstGeom prst="rect">
            <a:avLst/>
          </a:prstGeom>
          <a:solidFill>
            <a:srgbClr val="FFFFFF"/>
          </a:solidFill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b="1" sz="900">
                <a:solidFill>
                  <a:srgbClr val="DF6426"/>
                </a:solidFill>
                <a:latin typeface="Arial"/>
              </a:rPr>
              <a:t>no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806440" y="2788920"/>
            <a:ext cx="0" cy="777240"/>
          </a:xfrm>
          <a:prstGeom prst="line">
            <a:avLst/>
          </a:prstGeom>
          <a:ln w="22225">
            <a:solidFill>
              <a:srgbClr val="003548"/>
            </a:solidFill>
            <a:tailEnd type="triangle" w="med" len="med"/>
          </a:ln>
        </p:spPr>
      </p:cxnSp>
      <p:sp>
        <p:nvSpPr>
          <p:cNvPr id="46" name="TextBox 45"/>
          <p:cNvSpPr txBox="1"/>
          <p:nvPr/>
        </p:nvSpPr>
        <p:spPr>
          <a:xfrm>
            <a:off x="5074920" y="3058668"/>
            <a:ext cx="1463040" cy="237744"/>
          </a:xfrm>
          <a:prstGeom prst="rect">
            <a:avLst/>
          </a:prstGeom>
          <a:solidFill>
            <a:srgbClr val="FFFFFF"/>
          </a:solidFill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b="1" sz="900">
                <a:solidFill>
                  <a:srgbClr val="DF6426"/>
                </a:solidFill>
                <a:latin typeface="Arial"/>
              </a:rPr>
              <a:t>payload ↓  resume ↑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2.9 INTERRUPT: APPROVAZIONE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66</a:t>
            </a:fld>
          </a:p>
        </p:txBody>
      </p:sp>
      <p:sp>
        <p:nvSpPr>
          <p:cNvPr id="34" name="Rounded Rectangle 33"/>
          <p:cNvSpPr/>
          <p:nvPr/>
        </p:nvSpPr>
        <p:spPr>
          <a:xfrm>
            <a:off x="457200" y="1051560"/>
            <a:ext cx="8229600" cy="2243328"/>
          </a:xfrm>
          <a:prstGeom prst="roundRect">
            <a:avLst>
              <a:gd name="adj" fmla="val 4000"/>
            </a:avLst>
          </a:prstGeom>
          <a:solidFill>
            <a:srgbClr val="0B2B38"/>
          </a:solidFill>
          <a:ln>
            <a:noFill/>
          </a:ln>
        </p:spPr>
        <p:txBody>
          <a:bodyPr rtlCol="0" anchor="t" wrap="square" lIns="128016" rIns="128016" tIns="91440" bIns="54864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28C4F"/>
                </a:solidFill>
                <a:latin typeface="Courier New"/>
              </a:rPr>
              <a:t>from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langgraph</a:t>
            </a:r>
            <a:r>
              <a:rPr sz="1200">
                <a:solidFill>
                  <a:srgbClr val="E8EEF1"/>
                </a:solidFill>
                <a:latin typeface="Courier New"/>
              </a:rPr>
              <a:t>.</a:t>
            </a:r>
            <a:r>
              <a:rPr sz="1200">
                <a:solidFill>
                  <a:srgbClr val="E8EEF1"/>
                </a:solidFill>
                <a:latin typeface="Courier New"/>
              </a:rPr>
              <a:t>types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 b="1">
                <a:solidFill>
                  <a:srgbClr val="F28C4F"/>
                </a:solidFill>
                <a:latin typeface="Courier New"/>
              </a:rPr>
              <a:t>import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interrupt</a:t>
            </a:r>
            <a:r>
              <a:rPr sz="1200">
                <a:solidFill>
                  <a:srgbClr val="E8EEF1"/>
                </a:solidFill>
                <a:latin typeface="Courier New"/>
              </a:rPr>
              <a:t>,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Command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28C4F"/>
                </a:solidFill>
                <a:latin typeface="Courier New"/>
              </a:rPr>
              <a:t>def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7FCFF0"/>
                </a:solidFill>
                <a:latin typeface="Courier New"/>
              </a:rPr>
              <a:t>approvazione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state</a:t>
            </a:r>
            <a:r>
              <a:rPr sz="1200">
                <a:solidFill>
                  <a:srgbClr val="E8EEF1"/>
                </a:solidFill>
                <a:latin typeface="Courier New"/>
              </a:rPr>
              <a:t>: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State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-</a:t>
            </a:r>
            <a:r>
              <a:rPr sz="1200">
                <a:solidFill>
                  <a:srgbClr val="E8EEF1"/>
                </a:solidFill>
                <a:latin typeface="Courier New"/>
              </a:rPr>
              <a:t>&gt;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Command</a:t>
            </a:r>
            <a:r>
              <a:rPr sz="1200">
                <a:solidFill>
                  <a:srgbClr val="E8EEF1"/>
                </a:solidFill>
                <a:latin typeface="Courier New"/>
              </a:rPr>
              <a:t>[</a:t>
            </a:r>
            <a:r>
              <a:rPr sz="1200">
                <a:solidFill>
                  <a:srgbClr val="E8EEF1"/>
                </a:solidFill>
                <a:latin typeface="Courier New"/>
              </a:rPr>
              <a:t>Literal</a:t>
            </a:r>
            <a:r>
              <a:rPr sz="1200">
                <a:solidFill>
                  <a:srgbClr val="E8EEF1"/>
                </a:solidFill>
                <a:latin typeface="Courier New"/>
              </a:rPr>
              <a:t>[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invia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,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annulla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]</a:t>
            </a:r>
            <a:r>
              <a:rPr sz="1200">
                <a:solidFill>
                  <a:srgbClr val="E8EEF1"/>
                </a:solidFill>
                <a:latin typeface="Courier New"/>
              </a:rPr>
              <a:t>]</a:t>
            </a:r>
            <a:r>
              <a:rPr sz="120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    </a:t>
            </a:r>
            <a:r>
              <a:rPr sz="1200">
                <a:solidFill>
                  <a:srgbClr val="E8EEF1"/>
                </a:solidFill>
                <a:latin typeface="Courier New"/>
              </a:rPr>
              <a:t>decisione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=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interrupt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{</a:t>
            </a:r>
            <a:r>
              <a:rPr sz="1200">
                <a:solidFill>
                  <a:srgbClr val="E8EEF1"/>
                </a:solidFill>
                <a:latin typeface="Courier New"/>
              </a:rPr>
              <a:t>        </a:t>
            </a:r>
            <a:r>
              <a:rPr sz="1200">
                <a:solidFill>
                  <a:srgbClr val="8AA4B0"/>
                </a:solidFill>
                <a:latin typeface="Courier New"/>
              </a:rPr>
              <a:t># il grafo si FERMA qui…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        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domanda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: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Approvi l</a:t>
            </a:r>
            <a:r>
              <a:rPr sz="1200">
                <a:solidFill>
                  <a:srgbClr val="B5D98B"/>
                </a:solidFill>
                <a:latin typeface="Courier New"/>
              </a:rPr>
              <a:t>'</a:t>
            </a:r>
            <a:r>
              <a:rPr sz="1200">
                <a:solidFill>
                  <a:srgbClr val="B5D98B"/>
                </a:solidFill>
                <a:latin typeface="Courier New"/>
              </a:rPr>
              <a:t>invio? (si/no)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        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bozza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: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state</a:t>
            </a:r>
            <a:r>
              <a:rPr sz="1200">
                <a:solidFill>
                  <a:srgbClr val="E8EEF1"/>
                </a:solidFill>
                <a:latin typeface="Courier New"/>
              </a:rPr>
              <a:t>[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bozza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]</a:t>
            </a:r>
            <a:r>
              <a:rPr sz="1200">
                <a:solidFill>
                  <a:srgbClr val="E8EEF1"/>
                </a:solidFill>
                <a:latin typeface="Courier New"/>
              </a:rPr>
              <a:t>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    </a:t>
            </a:r>
            <a:r>
              <a:rPr sz="1200">
                <a:solidFill>
                  <a:srgbClr val="E8EEF1"/>
                </a:solidFill>
                <a:latin typeface="Courier New"/>
              </a:rPr>
              <a:t>}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  <a:r>
              <a:rPr sz="1200">
                <a:solidFill>
                  <a:srgbClr val="E8EEF1"/>
                </a:solidFill>
                <a:latin typeface="Courier New"/>
              </a:rPr>
              <a:t>                             </a:t>
            </a:r>
            <a:r>
              <a:rPr sz="1200">
                <a:solidFill>
                  <a:srgbClr val="8AA4B0"/>
                </a:solidFill>
                <a:latin typeface="Courier New"/>
              </a:rPr>
              <a:t># …e riparte col valore del resume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    </a:t>
            </a:r>
            <a:r>
              <a:rPr sz="1200" b="1">
                <a:solidFill>
                  <a:srgbClr val="F28C4F"/>
                </a:solidFill>
                <a:latin typeface="Courier New"/>
              </a:rPr>
              <a:t>return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Command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goto</a:t>
            </a:r>
            <a:r>
              <a:rPr sz="1200">
                <a:solidFill>
                  <a:srgbClr val="E8EEF1"/>
                </a:solidFill>
                <a:latin typeface="Courier New"/>
              </a:rPr>
              <a:t>=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invia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 b="1">
                <a:solidFill>
                  <a:srgbClr val="F28C4F"/>
                </a:solidFill>
                <a:latin typeface="Courier New"/>
              </a:rPr>
              <a:t>if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decisione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==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si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 b="1">
                <a:solidFill>
                  <a:srgbClr val="F28C4F"/>
                </a:solidFill>
                <a:latin typeface="Courier New"/>
              </a:rPr>
              <a:t>else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annulla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28C4F"/>
                </a:solidFill>
                <a:latin typeface="Courier New"/>
              </a:rPr>
              <a:t>def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7FCFF0"/>
                </a:solidFill>
                <a:latin typeface="Courier New"/>
              </a:rPr>
              <a:t>invia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state</a:t>
            </a:r>
            <a:r>
              <a:rPr sz="1200">
                <a:solidFill>
                  <a:srgbClr val="E8EEF1"/>
                </a:solidFill>
                <a:latin typeface="Courier New"/>
              </a:rPr>
              <a:t>: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State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-</a:t>
            </a:r>
            <a:r>
              <a:rPr sz="1200">
                <a:solidFill>
                  <a:srgbClr val="E8EEF1"/>
                </a:solidFill>
                <a:latin typeface="Courier New"/>
              </a:rPr>
              <a:t>&gt;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7FCFF0"/>
                </a:solidFill>
                <a:latin typeface="Courier New"/>
              </a:rPr>
              <a:t>dict</a:t>
            </a:r>
            <a:r>
              <a:rPr sz="1200">
                <a:solidFill>
                  <a:srgbClr val="E8EEF1"/>
                </a:solidFill>
                <a:latin typeface="Courier New"/>
              </a:rPr>
              <a:t>:</a:t>
            </a:r>
            <a:r>
              <a:rPr sz="1200">
                <a:solidFill>
                  <a:srgbClr val="E8EEF1"/>
                </a:solidFill>
                <a:latin typeface="Courier New"/>
              </a:rPr>
              <a:t>   </a:t>
            </a:r>
            <a:r>
              <a:rPr sz="1200" b="1">
                <a:solidFill>
                  <a:srgbClr val="F28C4F"/>
                </a:solidFill>
                <a:latin typeface="Courier New"/>
              </a:rPr>
              <a:t>return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{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esito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: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Email inviata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28C4F"/>
                </a:solidFill>
                <a:latin typeface="Courier New"/>
              </a:rPr>
              <a:t>def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7FCFF0"/>
                </a:solidFill>
                <a:latin typeface="Courier New"/>
              </a:rPr>
              <a:t>annulla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state</a:t>
            </a:r>
            <a:r>
              <a:rPr sz="1200">
                <a:solidFill>
                  <a:srgbClr val="E8EEF1"/>
                </a:solidFill>
                <a:latin typeface="Courier New"/>
              </a:rPr>
              <a:t>: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State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-</a:t>
            </a:r>
            <a:r>
              <a:rPr sz="1200">
                <a:solidFill>
                  <a:srgbClr val="E8EEF1"/>
                </a:solidFill>
                <a:latin typeface="Courier New"/>
              </a:rPr>
              <a:t>&gt;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7FCFF0"/>
                </a:solidFill>
                <a:latin typeface="Courier New"/>
              </a:rPr>
              <a:t>dict</a:t>
            </a:r>
            <a:r>
              <a:rPr sz="1200">
                <a:solidFill>
                  <a:srgbClr val="E8EEF1"/>
                </a:solidFill>
                <a:latin typeface="Courier New"/>
              </a:rPr>
              <a:t>: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 b="1">
                <a:solidFill>
                  <a:srgbClr val="F28C4F"/>
                </a:solidFill>
                <a:latin typeface="Courier New"/>
              </a:rPr>
              <a:t>return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{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esito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: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Invio annullato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}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3404616"/>
            <a:ext cx="8229600" cy="1395984"/>
          </a:xfrm>
          <a:prstGeom prst="roundRect">
            <a:avLst>
              <a:gd name="adj" fmla="val 8000"/>
            </a:avLst>
          </a:prstGeom>
          <a:solidFill>
            <a:srgbClr val="FCEEE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566928" y="3477768"/>
            <a:ext cx="3977639" cy="13045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150">
                <a:solidFill>
                  <a:srgbClr val="003548"/>
                </a:solidFill>
                <a:latin typeface="Arial"/>
              </a:rPr>
              <a:t>Il nodo che contiene </a:t>
            </a:r>
            <a:r>
              <a:rPr b="1" sz="1150">
                <a:solidFill>
                  <a:srgbClr val="DF6426"/>
                </a:solidFill>
                <a:latin typeface="Courier New"/>
              </a:rPr>
              <a:t>interrupt()</a:t>
            </a:r>
            <a:r>
              <a:rPr b="0" sz="1150">
                <a:solidFill>
                  <a:srgbClr val="003548"/>
                </a:solidFill>
                <a:latin typeface="Arial"/>
              </a:rPr>
              <a:t> viene </a:t>
            </a:r>
            <a:r>
              <a:rPr b="1" sz="1150">
                <a:solidFill>
                  <a:srgbClr val="003548"/>
                </a:solidFill>
                <a:latin typeface="Arial"/>
              </a:rPr>
              <a:t>rieseguito da capo</a:t>
            </a:r>
            <a:r>
              <a:rPr b="0" sz="1150">
                <a:solidFill>
                  <a:srgbClr val="003548"/>
                </a:solidFill>
                <a:latin typeface="Arial"/>
              </a:rPr>
              <a:t> alla ripresa: tutto ciò che sta prima dell'interrupt viene ripetuto.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17720" y="3477768"/>
            <a:ext cx="3977639" cy="13045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5120640" y="4864608"/>
            <a:ext cx="32918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b="0" sz="1000">
                <a:solidFill>
                  <a:srgbClr val="76777B"/>
                </a:solidFill>
                <a:latin typeface="Arial"/>
              </a:rPr>
              <a:t>Esempio: </a:t>
            </a:r>
            <a:r>
              <a:rPr b="1" sz="1000">
                <a:solidFill>
                  <a:srgbClr val="005A77"/>
                </a:solidFill>
                <a:latin typeface="Courier New"/>
              </a:rPr>
              <a:t>23_human_in_the_loop.py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2.9 INTERRUPT: ESECUZIONE E RIPRESA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67</a:t>
            </a:fld>
          </a:p>
        </p:txBody>
      </p:sp>
      <p:sp>
        <p:nvSpPr>
          <p:cNvPr id="34" name="Rounded Rectangle 33"/>
          <p:cNvSpPr/>
          <p:nvPr/>
        </p:nvSpPr>
        <p:spPr>
          <a:xfrm>
            <a:off x="457200" y="1051560"/>
            <a:ext cx="8229600" cy="2063495"/>
          </a:xfrm>
          <a:prstGeom prst="roundRect">
            <a:avLst>
              <a:gd name="adj" fmla="val 4000"/>
            </a:avLst>
          </a:prstGeom>
          <a:solidFill>
            <a:srgbClr val="0B2B38"/>
          </a:solidFill>
          <a:ln>
            <a:noFill/>
          </a:ln>
        </p:spPr>
        <p:txBody>
          <a:bodyPr rtlCol="0" anchor="t" wrap="square" lIns="128016" rIns="128016" tIns="91440" bIns="54864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graph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=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builder</a:t>
            </a:r>
            <a:r>
              <a:rPr sz="1200">
                <a:solidFill>
                  <a:srgbClr val="E8EEF1"/>
                </a:solidFill>
                <a:latin typeface="Courier New"/>
              </a:rPr>
              <a:t>.</a:t>
            </a:r>
            <a:r>
              <a:rPr sz="1200">
                <a:solidFill>
                  <a:srgbClr val="E8EEF1"/>
                </a:solidFill>
                <a:latin typeface="Courier New"/>
              </a:rPr>
              <a:t>compile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checkpointer</a:t>
            </a:r>
            <a:r>
              <a:rPr sz="1200">
                <a:solidFill>
                  <a:srgbClr val="E8EEF1"/>
                </a:solidFill>
                <a:latin typeface="Courier New"/>
              </a:rPr>
              <a:t>=</a:t>
            </a:r>
            <a:r>
              <a:rPr sz="1200">
                <a:solidFill>
                  <a:srgbClr val="E8EEF1"/>
                </a:solidFill>
                <a:latin typeface="Courier New"/>
              </a:rPr>
              <a:t>InMemorySaver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  <a:r>
              <a:rPr sz="1200">
                <a:solidFill>
                  <a:srgbClr val="E8EEF1"/>
                </a:solidFill>
                <a:latin typeface="Courier New"/>
              </a:rPr>
              <a:t>  </a:t>
            </a:r>
            <a:r>
              <a:rPr sz="1200">
                <a:solidFill>
                  <a:srgbClr val="8AA4B0"/>
                </a:solidFill>
                <a:latin typeface="Courier New"/>
              </a:rPr>
              <a:t># OBBLIGATORIO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config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=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{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configurable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: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{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thread_id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: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mail-1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}</a:t>
            </a:r>
            <a:r>
              <a:rPr sz="1200">
                <a:solidFill>
                  <a:srgbClr val="E8EEF1"/>
                </a:solidFill>
                <a:latin typeface="Courier New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out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=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graph</a:t>
            </a:r>
            <a:r>
              <a:rPr sz="1200">
                <a:solidFill>
                  <a:srgbClr val="E8EEF1"/>
                </a:solidFill>
                <a:latin typeface="Courier New"/>
              </a:rPr>
              <a:t>.</a:t>
            </a:r>
            <a:r>
              <a:rPr sz="1200">
                <a:solidFill>
                  <a:srgbClr val="E8EEF1"/>
                </a:solidFill>
                <a:latin typeface="Courier New"/>
              </a:rPr>
              <a:t>invoke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{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richiesta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: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rinviare la riunione a lunedì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}</a:t>
            </a:r>
            <a:r>
              <a:rPr sz="1200">
                <a:solidFill>
                  <a:srgbClr val="E8EEF1"/>
                </a:solidFill>
                <a:latin typeface="Courier New"/>
              </a:rPr>
              <a:t>,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config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28C4F"/>
                </a:solidFill>
                <a:latin typeface="Courier New"/>
              </a:rPr>
              <a:t>if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__interrupt__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F28C4F"/>
                </a:solidFill>
                <a:latin typeface="Courier New"/>
              </a:rPr>
              <a:t>in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out</a:t>
            </a:r>
            <a:r>
              <a:rPr sz="1200">
                <a:solidFill>
                  <a:srgbClr val="E8EEF1"/>
                </a:solidFill>
                <a:latin typeface="Courier New"/>
              </a:rPr>
              <a:t>:</a:t>
            </a:r>
            <a:r>
              <a:rPr sz="1200">
                <a:solidFill>
                  <a:srgbClr val="E8EEF1"/>
                </a:solidFill>
                <a:latin typeface="Courier New"/>
              </a:rPr>
              <a:t>                      </a:t>
            </a:r>
            <a:r>
              <a:rPr sz="1200">
                <a:solidFill>
                  <a:srgbClr val="8AA4B0"/>
                </a:solidFill>
                <a:latin typeface="Courier New"/>
              </a:rPr>
              <a:t># il grafo è in pausa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    </a:t>
            </a:r>
            <a:r>
              <a:rPr sz="1200">
                <a:solidFill>
                  <a:srgbClr val="E8EEF1"/>
                </a:solidFill>
                <a:latin typeface="Courier New"/>
              </a:rPr>
              <a:t>payload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=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out</a:t>
            </a:r>
            <a:r>
              <a:rPr sz="1200">
                <a:solidFill>
                  <a:srgbClr val="E8EEF1"/>
                </a:solidFill>
                <a:latin typeface="Courier New"/>
              </a:rPr>
              <a:t>[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__interrupt__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]</a:t>
            </a:r>
            <a:r>
              <a:rPr sz="1200">
                <a:solidFill>
                  <a:srgbClr val="E8EEF1"/>
                </a:solidFill>
                <a:latin typeface="Courier New"/>
              </a:rPr>
              <a:t>[</a:t>
            </a:r>
            <a:r>
              <a:rPr sz="1200">
                <a:solidFill>
                  <a:srgbClr val="F5C96A"/>
                </a:solidFill>
                <a:latin typeface="Courier New"/>
              </a:rPr>
              <a:t>0</a:t>
            </a:r>
            <a:r>
              <a:rPr sz="1200">
                <a:solidFill>
                  <a:srgbClr val="E8EEF1"/>
                </a:solidFill>
                <a:latin typeface="Courier New"/>
              </a:rPr>
              <a:t>]</a:t>
            </a:r>
            <a:r>
              <a:rPr sz="1200">
                <a:solidFill>
                  <a:srgbClr val="E8EEF1"/>
                </a:solidFill>
                <a:latin typeface="Courier New"/>
              </a:rPr>
              <a:t>.</a:t>
            </a:r>
            <a:r>
              <a:rPr sz="1200">
                <a:solidFill>
                  <a:srgbClr val="E8EEF1"/>
                </a:solidFill>
                <a:latin typeface="Courier New"/>
              </a:rPr>
              <a:t>value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    </a:t>
            </a:r>
            <a:r>
              <a:rPr sz="1200">
                <a:solidFill>
                  <a:srgbClr val="7FCFF0"/>
                </a:solidFill>
                <a:latin typeface="Courier New"/>
              </a:rPr>
              <a:t>print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payload</a:t>
            </a:r>
            <a:r>
              <a:rPr sz="1200">
                <a:solidFill>
                  <a:srgbClr val="E8EEF1"/>
                </a:solidFill>
                <a:latin typeface="Courier New"/>
              </a:rPr>
              <a:t>[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bozza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]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    </a:t>
            </a:r>
            <a:r>
              <a:rPr sz="1200">
                <a:solidFill>
                  <a:srgbClr val="E8EEF1"/>
                </a:solidFill>
                <a:latin typeface="Courier New"/>
              </a:rPr>
              <a:t>risposta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=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7FCFF0"/>
                </a:solidFill>
                <a:latin typeface="Courier New"/>
              </a:rPr>
              <a:t>input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payload</a:t>
            </a:r>
            <a:r>
              <a:rPr sz="1200">
                <a:solidFill>
                  <a:srgbClr val="E8EEF1"/>
                </a:solidFill>
                <a:latin typeface="Courier New"/>
              </a:rPr>
              <a:t>[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domanda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]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+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 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    </a:t>
            </a:r>
            <a:r>
              <a:rPr sz="1200">
                <a:solidFill>
                  <a:srgbClr val="E8EEF1"/>
                </a:solidFill>
                <a:latin typeface="Courier New"/>
              </a:rPr>
              <a:t>out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=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graph</a:t>
            </a:r>
            <a:r>
              <a:rPr sz="1200">
                <a:solidFill>
                  <a:srgbClr val="E8EEF1"/>
                </a:solidFill>
                <a:latin typeface="Courier New"/>
              </a:rPr>
              <a:t>.</a:t>
            </a:r>
            <a:r>
              <a:rPr sz="1200">
                <a:solidFill>
                  <a:srgbClr val="E8EEF1"/>
                </a:solidFill>
                <a:latin typeface="Courier New"/>
              </a:rPr>
              <a:t>invoke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Command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resume</a:t>
            </a:r>
            <a:r>
              <a:rPr sz="1200">
                <a:solidFill>
                  <a:srgbClr val="E8EEF1"/>
                </a:solidFill>
                <a:latin typeface="Courier New"/>
              </a:rPr>
              <a:t>=</a:t>
            </a:r>
            <a:r>
              <a:rPr sz="1200">
                <a:solidFill>
                  <a:srgbClr val="E8EEF1"/>
                </a:solidFill>
                <a:latin typeface="Courier New"/>
              </a:rPr>
              <a:t>risposta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  <a:r>
              <a:rPr sz="1200">
                <a:solidFill>
                  <a:srgbClr val="E8EEF1"/>
                </a:solidFill>
                <a:latin typeface="Courier New"/>
              </a:rPr>
              <a:t>,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config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  <a:r>
              <a:rPr sz="1200">
                <a:solidFill>
                  <a:srgbClr val="E8EEF1"/>
                </a:solidFill>
                <a:latin typeface="Courier New"/>
              </a:rPr>
              <a:t>  </a:t>
            </a:r>
            <a:r>
              <a:rPr sz="1200">
                <a:solidFill>
                  <a:srgbClr val="8AA4B0"/>
                </a:solidFill>
                <a:latin typeface="Courier New"/>
              </a:rPr>
              <a:t># stesso thread!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FCFF0"/>
                </a:solidFill>
                <a:latin typeface="Courier New"/>
              </a:rPr>
              <a:t>print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out</a:t>
            </a:r>
            <a:r>
              <a:rPr sz="1200">
                <a:solidFill>
                  <a:srgbClr val="E8EEF1"/>
                </a:solidFill>
                <a:latin typeface="Courier New"/>
              </a:rPr>
              <a:t>[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esito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]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3224783"/>
            <a:ext cx="8229600" cy="146304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566928" y="3297935"/>
            <a:ext cx="3977639" cy="1371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150">
                <a:solidFill>
                  <a:srgbClr val="003548"/>
                </a:solidFill>
                <a:latin typeface="Arial"/>
              </a:rPr>
              <a:t>Senza checkpointer </a:t>
            </a:r>
            <a:r>
              <a:rPr b="1" sz="1150">
                <a:solidFill>
                  <a:srgbClr val="DF6426"/>
                </a:solidFill>
                <a:latin typeface="Courier New"/>
              </a:rPr>
              <a:t>interrupt</a:t>
            </a:r>
            <a:r>
              <a:rPr b="0" sz="1150">
                <a:solidFill>
                  <a:srgbClr val="003548"/>
                </a:solidFill>
                <a:latin typeface="Arial"/>
              </a:rPr>
              <a:t> non funziona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150">
                <a:solidFill>
                  <a:srgbClr val="003548"/>
                </a:solidFill>
                <a:latin typeface="Arial"/>
              </a:rPr>
              <a:t>La pausa compare in </a:t>
            </a:r>
            <a:r>
              <a:rPr b="1" sz="1150">
                <a:solidFill>
                  <a:srgbClr val="DF6426"/>
                </a:solidFill>
                <a:latin typeface="Courier New"/>
              </a:rPr>
              <a:t>out["__interrupt__"]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17720" y="3297935"/>
            <a:ext cx="3977639" cy="1371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150">
                <a:solidFill>
                  <a:srgbClr val="003548"/>
                </a:solidFill>
                <a:latin typeface="Arial"/>
              </a:rPr>
              <a:t>Si riprende con lo </a:t>
            </a:r>
            <a:r>
              <a:rPr b="1" sz="1150">
                <a:solidFill>
                  <a:srgbClr val="003548"/>
                </a:solidFill>
                <a:latin typeface="Arial"/>
              </a:rPr>
              <a:t>stesso thread_id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20640" y="4864608"/>
            <a:ext cx="32918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b="0" sz="1000">
                <a:solidFill>
                  <a:srgbClr val="76777B"/>
                </a:solidFill>
                <a:latin typeface="Arial"/>
              </a:rPr>
              <a:t>Esempio: </a:t>
            </a:r>
            <a:r>
              <a:rPr b="1" sz="1000">
                <a:solidFill>
                  <a:srgbClr val="005A77"/>
                </a:solidFill>
                <a:latin typeface="Courier New"/>
              </a:rPr>
              <a:t>23_human_in_the_loop.py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2.10 HITL: MODIFICA E TOOL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68</a:t>
            </a:fld>
          </a:p>
        </p:txBody>
      </p:sp>
      <p:sp>
        <p:nvSpPr>
          <p:cNvPr id="34" name="Rounded Rectangle 33"/>
          <p:cNvSpPr/>
          <p:nvPr/>
        </p:nvSpPr>
        <p:spPr>
          <a:xfrm>
            <a:off x="457200" y="1051560"/>
            <a:ext cx="8229600" cy="984504"/>
          </a:xfrm>
          <a:prstGeom prst="roundRect">
            <a:avLst>
              <a:gd name="adj" fmla="val 4000"/>
            </a:avLst>
          </a:prstGeom>
          <a:solidFill>
            <a:srgbClr val="0B2B38"/>
          </a:solidFill>
          <a:ln>
            <a:noFill/>
          </a:ln>
        </p:spPr>
        <p:txBody>
          <a:bodyPr rtlCol="0" anchor="t" wrap="square" lIns="128016" rIns="128016" tIns="91440" bIns="54864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28C4F"/>
                </a:solidFill>
                <a:latin typeface="Courier New"/>
              </a:rPr>
              <a:t>def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7FCFF0"/>
                </a:solidFill>
                <a:latin typeface="Courier New"/>
              </a:rPr>
              <a:t>revisione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state</a:t>
            </a:r>
            <a:r>
              <a:rPr sz="1200">
                <a:solidFill>
                  <a:srgbClr val="E8EEF1"/>
                </a:solidFill>
                <a:latin typeface="Courier New"/>
              </a:rPr>
              <a:t>: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State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-</a:t>
            </a:r>
            <a:r>
              <a:rPr sz="1200">
                <a:solidFill>
                  <a:srgbClr val="E8EEF1"/>
                </a:solidFill>
                <a:latin typeface="Courier New"/>
              </a:rPr>
              <a:t>&gt;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7FCFF0"/>
                </a:solidFill>
                <a:latin typeface="Courier New"/>
              </a:rPr>
              <a:t>dict</a:t>
            </a:r>
            <a:r>
              <a:rPr sz="120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    </a:t>
            </a:r>
            <a:r>
              <a:rPr sz="1200">
                <a:solidFill>
                  <a:srgbClr val="E8EEF1"/>
                </a:solidFill>
                <a:latin typeface="Courier New"/>
              </a:rPr>
              <a:t>testo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=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interrupt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{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istruzione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: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Modifica o premi invio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                       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testo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: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state</a:t>
            </a:r>
            <a:r>
              <a:rPr sz="1200">
                <a:solidFill>
                  <a:srgbClr val="E8EEF1"/>
                </a:solidFill>
                <a:latin typeface="Courier New"/>
              </a:rPr>
              <a:t>[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bozza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]</a:t>
            </a:r>
            <a:r>
              <a:rPr sz="1200">
                <a:solidFill>
                  <a:srgbClr val="E8EEF1"/>
                </a:solidFill>
                <a:latin typeface="Courier New"/>
              </a:rPr>
              <a:t>}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    </a:t>
            </a:r>
            <a:r>
              <a:rPr sz="1200" b="1">
                <a:solidFill>
                  <a:srgbClr val="F28C4F"/>
                </a:solidFill>
                <a:latin typeface="Courier New"/>
              </a:rPr>
              <a:t>return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{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bozza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: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testo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F28C4F"/>
                </a:solidFill>
                <a:latin typeface="Courier New"/>
              </a:rPr>
              <a:t>or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state</a:t>
            </a:r>
            <a:r>
              <a:rPr sz="1200">
                <a:solidFill>
                  <a:srgbClr val="E8EEF1"/>
                </a:solidFill>
                <a:latin typeface="Courier New"/>
              </a:rPr>
              <a:t>[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bozza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]</a:t>
            </a:r>
            <a:r>
              <a:rPr sz="1200">
                <a:solidFill>
                  <a:srgbClr val="E8EEF1"/>
                </a:solidFill>
                <a:latin typeface="Courier New"/>
              </a:rPr>
              <a:t>}</a:t>
            </a:r>
            <a:r>
              <a:rPr sz="1200">
                <a:solidFill>
                  <a:srgbClr val="E8EEF1"/>
                </a:solidFill>
                <a:latin typeface="Courier New"/>
              </a:rPr>
              <a:t>   </a:t>
            </a:r>
            <a:r>
              <a:rPr sz="1200">
                <a:solidFill>
                  <a:srgbClr val="8AA4B0"/>
                </a:solidFill>
                <a:latin typeface="Courier New"/>
              </a:rPr>
              <a:t># resume = nuovo valore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2423160"/>
            <a:ext cx="8229600" cy="1703832"/>
          </a:xfrm>
          <a:prstGeom prst="roundRect">
            <a:avLst>
              <a:gd name="adj" fmla="val 4000"/>
            </a:avLst>
          </a:prstGeom>
          <a:solidFill>
            <a:srgbClr val="0B2B38"/>
          </a:solidFill>
          <a:ln>
            <a:noFill/>
          </a:ln>
        </p:spPr>
        <p:txBody>
          <a:bodyPr rtlCol="0" anchor="t" wrap="square" lIns="128016" rIns="128016" tIns="91440" bIns="54864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28C4F"/>
                </a:solidFill>
                <a:latin typeface="Courier New"/>
              </a:rPr>
              <a:t>from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langchain_core</a:t>
            </a:r>
            <a:r>
              <a:rPr sz="1200">
                <a:solidFill>
                  <a:srgbClr val="E8EEF1"/>
                </a:solidFill>
                <a:latin typeface="Courier New"/>
              </a:rPr>
              <a:t>.</a:t>
            </a:r>
            <a:r>
              <a:rPr sz="1200">
                <a:solidFill>
                  <a:srgbClr val="E8EEF1"/>
                </a:solidFill>
                <a:latin typeface="Courier New"/>
              </a:rPr>
              <a:t>tools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 b="1">
                <a:solidFill>
                  <a:srgbClr val="F28C4F"/>
                </a:solidFill>
                <a:latin typeface="Courier New"/>
              </a:rPr>
              <a:t>import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tool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5C96A"/>
                </a:solidFill>
                <a:latin typeface="Courier New"/>
              </a:rPr>
              <a:t>@tool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28C4F"/>
                </a:solidFill>
                <a:latin typeface="Courier New"/>
              </a:rPr>
              <a:t>def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7FCFF0"/>
                </a:solidFill>
                <a:latin typeface="Courier New"/>
              </a:rPr>
              <a:t>prenota_sala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sala</a:t>
            </a:r>
            <a:r>
              <a:rPr sz="1200">
                <a:solidFill>
                  <a:srgbClr val="E8EEF1"/>
                </a:solidFill>
                <a:latin typeface="Courier New"/>
              </a:rPr>
              <a:t>: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7FCFF0"/>
                </a:solidFill>
                <a:latin typeface="Courier New"/>
              </a:rPr>
              <a:t>str</a:t>
            </a:r>
            <a:r>
              <a:rPr sz="1200">
                <a:solidFill>
                  <a:srgbClr val="E8EEF1"/>
                </a:solidFill>
                <a:latin typeface="Courier New"/>
              </a:rPr>
              <a:t>,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data</a:t>
            </a:r>
            <a:r>
              <a:rPr sz="1200">
                <a:solidFill>
                  <a:srgbClr val="E8EEF1"/>
                </a:solidFill>
                <a:latin typeface="Courier New"/>
              </a:rPr>
              <a:t>: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7FCFF0"/>
                </a:solidFill>
                <a:latin typeface="Courier New"/>
              </a:rPr>
              <a:t>str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-</a:t>
            </a:r>
            <a:r>
              <a:rPr sz="1200">
                <a:solidFill>
                  <a:srgbClr val="E8EEF1"/>
                </a:solidFill>
                <a:latin typeface="Courier New"/>
              </a:rPr>
              <a:t>&gt;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7FCFF0"/>
                </a:solidFill>
                <a:latin typeface="Courier New"/>
              </a:rPr>
              <a:t>str</a:t>
            </a:r>
            <a:r>
              <a:rPr sz="120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    </a:t>
            </a:r>
            <a:r>
              <a:rPr sz="1200">
                <a:solidFill>
                  <a:srgbClr val="B5D98B"/>
                </a:solidFill>
                <a:latin typeface="Courier New"/>
              </a:rPr>
              <a:t>"""Prenota una sala riunioni. Richiede conferma dell'utente."""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    </a:t>
            </a:r>
            <a:r>
              <a:rPr sz="1200">
                <a:solidFill>
                  <a:srgbClr val="E8EEF1"/>
                </a:solidFill>
                <a:latin typeface="Courier New"/>
              </a:rPr>
              <a:t>risposta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=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interrupt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{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azione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: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prenota_sala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,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sala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: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sala</a:t>
            </a:r>
            <a:r>
              <a:rPr sz="1200">
                <a:solidFill>
                  <a:srgbClr val="E8EEF1"/>
                </a:solidFill>
                <a:latin typeface="Courier New"/>
              </a:rPr>
              <a:t>,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data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: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data</a:t>
            </a:r>
            <a:r>
              <a:rPr sz="1200">
                <a:solidFill>
                  <a:srgbClr val="E8EEF1"/>
                </a:solidFill>
                <a:latin typeface="Courier New"/>
              </a:rPr>
              <a:t>}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    </a:t>
            </a:r>
            <a:r>
              <a:rPr sz="1200" b="1">
                <a:solidFill>
                  <a:srgbClr val="F28C4F"/>
                </a:solidFill>
                <a:latin typeface="Courier New"/>
              </a:rPr>
              <a:t>if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risposta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!=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approva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        </a:t>
            </a:r>
            <a:r>
              <a:rPr sz="1200" b="1">
                <a:solidFill>
                  <a:srgbClr val="F28C4F"/>
                </a:solidFill>
                <a:latin typeface="Courier New"/>
              </a:rPr>
              <a:t>return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Prenotazione annullata dall</a:t>
            </a:r>
            <a:r>
              <a:rPr sz="1200">
                <a:solidFill>
                  <a:srgbClr val="B5D98B"/>
                </a:solidFill>
                <a:latin typeface="Courier New"/>
              </a:rPr>
              <a:t>'</a:t>
            </a:r>
            <a:r>
              <a:rPr sz="1200">
                <a:solidFill>
                  <a:srgbClr val="B5D98B"/>
                </a:solidFill>
                <a:latin typeface="Courier New"/>
              </a:rPr>
              <a:t>utente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    </a:t>
            </a:r>
            <a:r>
              <a:rPr sz="1200" b="1">
                <a:solidFill>
                  <a:srgbClr val="F28C4F"/>
                </a:solidFill>
                <a:latin typeface="Courier New"/>
              </a:rPr>
              <a:t>return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B5D98B"/>
                </a:solidFill>
                <a:latin typeface="Courier New"/>
              </a:rPr>
              <a:t>f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Sala </a:t>
            </a:r>
            <a:r>
              <a:rPr sz="1200">
                <a:solidFill>
                  <a:srgbClr val="B5D98B"/>
                </a:solidFill>
                <a:latin typeface="Courier New"/>
              </a:rPr>
              <a:t>{</a:t>
            </a:r>
            <a:r>
              <a:rPr sz="1200">
                <a:solidFill>
                  <a:srgbClr val="E8EEF1"/>
                </a:solidFill>
                <a:latin typeface="Courier New"/>
              </a:rPr>
              <a:t>sala</a:t>
            </a:r>
            <a:r>
              <a:rPr sz="1200">
                <a:solidFill>
                  <a:srgbClr val="B5D98B"/>
                </a:solidFill>
                <a:latin typeface="Courier New"/>
              </a:rPr>
              <a:t>}</a:t>
            </a:r>
            <a:r>
              <a:rPr sz="1200">
                <a:solidFill>
                  <a:srgbClr val="B5D98B"/>
                </a:solidFill>
                <a:latin typeface="Courier New"/>
              </a:rPr>
              <a:t> prenotata per il </a:t>
            </a:r>
            <a:r>
              <a:rPr sz="1200">
                <a:solidFill>
                  <a:srgbClr val="B5D98B"/>
                </a:solidFill>
                <a:latin typeface="Courier New"/>
              </a:rPr>
              <a:t>{</a:t>
            </a:r>
            <a:r>
              <a:rPr sz="1200">
                <a:solidFill>
                  <a:srgbClr val="E8EEF1"/>
                </a:solidFill>
                <a:latin typeface="Courier New"/>
              </a:rPr>
              <a:t>data</a:t>
            </a:r>
            <a:r>
              <a:rPr sz="1200">
                <a:solidFill>
                  <a:srgbClr val="B5D98B"/>
                </a:solidFill>
                <a:latin typeface="Courier New"/>
              </a:rPr>
              <a:t>}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      </a:t>
            </a:r>
            <a:r>
              <a:rPr sz="1200">
                <a:solidFill>
                  <a:srgbClr val="8AA4B0"/>
                </a:solidFill>
                <a:latin typeface="Courier New"/>
              </a:rPr>
              <a:t># qui l'INSERT sul DB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200">
                <a:solidFill>
                  <a:srgbClr val="003548"/>
                </a:solidFill>
                <a:latin typeface="Arial"/>
              </a:rPr>
              <a:t>Un </a:t>
            </a:r>
            <a:r>
              <a:rPr b="1" sz="1200">
                <a:solidFill>
                  <a:srgbClr val="DF6426"/>
                </a:solidFill>
                <a:latin typeface="Courier New"/>
              </a:rPr>
              <a:t>interrupt</a:t>
            </a:r>
            <a:r>
              <a:rPr b="0" sz="1200">
                <a:solidFill>
                  <a:srgbClr val="003548"/>
                </a:solidFill>
                <a:latin typeface="Arial"/>
              </a:rPr>
              <a:t> dentro un </a:t>
            </a:r>
            <a:r>
              <a:rPr b="1" sz="1200">
                <a:solidFill>
                  <a:srgbClr val="003548"/>
                </a:solidFill>
                <a:latin typeface="Arial"/>
              </a:rPr>
              <a:t>tool</a:t>
            </a:r>
            <a:r>
              <a:rPr b="0" sz="1200">
                <a:solidFill>
                  <a:srgbClr val="003548"/>
                </a:solidFill>
                <a:latin typeface="Arial"/>
              </a:rPr>
              <a:t> consente di confermare l'azione proprio prima che venga eseguita (es. INSERT su DB).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40" y="4864608"/>
            <a:ext cx="32918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b="0" sz="1000">
                <a:solidFill>
                  <a:srgbClr val="76777B"/>
                </a:solidFill>
                <a:latin typeface="Arial"/>
              </a:rPr>
              <a:t>Esempio: </a:t>
            </a:r>
            <a:r>
              <a:rPr b="1" sz="1000">
                <a:solidFill>
                  <a:srgbClr val="005A77"/>
                </a:solidFill>
                <a:latin typeface="Courier New"/>
              </a:rPr>
              <a:t>23_human_in_the_loop.py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2.10 LE REGOLE DEGLI INTERRUPT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69</a:t>
            </a:fld>
          </a:p>
        </p:txBody>
      </p:sp>
      <p:sp>
        <p:nvSpPr>
          <p:cNvPr id="34" name="Oval 33"/>
          <p:cNvSpPr/>
          <p:nvPr/>
        </p:nvSpPr>
        <p:spPr>
          <a:xfrm>
            <a:off x="457200" y="1124712"/>
            <a:ext cx="411480" cy="411480"/>
          </a:xfrm>
          <a:prstGeom prst="ellipse">
            <a:avLst/>
          </a:prstGeom>
          <a:solidFill>
            <a:srgbClr val="DF6426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1" sz="130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1051560"/>
            <a:ext cx="76809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50">
                <a:solidFill>
                  <a:srgbClr val="003548"/>
                </a:solidFill>
                <a:latin typeface="Arial"/>
              </a:rPr>
              <a:t>Niente try/except generici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1353312"/>
            <a:ext cx="76809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150">
                <a:solidFill>
                  <a:srgbClr val="005A77"/>
                </a:solidFill>
                <a:latin typeface="Arial"/>
              </a:rPr>
              <a:t>interrupt funziona sollevando un'eccezione speciale: un </a:t>
            </a:r>
            <a:r>
              <a:rPr b="1" sz="1150">
                <a:solidFill>
                  <a:srgbClr val="DF6426"/>
                </a:solidFill>
                <a:latin typeface="Courier New"/>
              </a:rPr>
              <a:t>except Exception</a:t>
            </a:r>
            <a:r>
              <a:rPr b="0" sz="1150">
                <a:solidFill>
                  <a:srgbClr val="005A77"/>
                </a:solidFill>
                <a:latin typeface="Arial"/>
              </a:rPr>
              <a:t> la intercetterebbe.</a:t>
            </a:r>
          </a:p>
        </p:txBody>
      </p:sp>
      <p:sp>
        <p:nvSpPr>
          <p:cNvPr id="37" name="Oval 36"/>
          <p:cNvSpPr/>
          <p:nvPr/>
        </p:nvSpPr>
        <p:spPr>
          <a:xfrm>
            <a:off x="457200" y="1856231"/>
            <a:ext cx="411480" cy="411480"/>
          </a:xfrm>
          <a:prstGeom prst="ellipse">
            <a:avLst/>
          </a:prstGeom>
          <a:solidFill>
            <a:srgbClr val="DF6426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1" sz="130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" y="1783080"/>
            <a:ext cx="76809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50">
                <a:solidFill>
                  <a:srgbClr val="003548"/>
                </a:solidFill>
                <a:latin typeface="Arial"/>
              </a:rPr>
              <a:t>Ordine costante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2084831"/>
            <a:ext cx="76809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150">
                <a:solidFill>
                  <a:srgbClr val="005A77"/>
                </a:solidFill>
                <a:latin typeface="Arial"/>
              </a:rPr>
              <a:t>più interrupt nello stesso nodo vengono abbinati per posizione: non saltarli con degli if.</a:t>
            </a:r>
          </a:p>
        </p:txBody>
      </p:sp>
      <p:sp>
        <p:nvSpPr>
          <p:cNvPr id="40" name="Oval 39"/>
          <p:cNvSpPr/>
          <p:nvPr/>
        </p:nvSpPr>
        <p:spPr>
          <a:xfrm>
            <a:off x="457200" y="2587752"/>
            <a:ext cx="411480" cy="411480"/>
          </a:xfrm>
          <a:prstGeom prst="ellipse">
            <a:avLst/>
          </a:prstGeom>
          <a:solidFill>
            <a:srgbClr val="DF6426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1" sz="130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" y="2514600"/>
            <a:ext cx="76809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50">
                <a:solidFill>
                  <a:srgbClr val="003548"/>
                </a:solidFill>
                <a:latin typeface="Arial"/>
              </a:rPr>
              <a:t>Payload semplici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" y="2816352"/>
            <a:ext cx="76809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150">
                <a:solidFill>
                  <a:srgbClr val="005A77"/>
                </a:solidFill>
                <a:latin typeface="Arial"/>
              </a:rPr>
              <a:t>solo valori serializzabili in JSON (dict, stringhe, numeri).</a:t>
            </a:r>
          </a:p>
        </p:txBody>
      </p:sp>
      <p:sp>
        <p:nvSpPr>
          <p:cNvPr id="43" name="Oval 42"/>
          <p:cNvSpPr/>
          <p:nvPr/>
        </p:nvSpPr>
        <p:spPr>
          <a:xfrm>
            <a:off x="457200" y="3319272"/>
            <a:ext cx="411480" cy="411480"/>
          </a:xfrm>
          <a:prstGeom prst="ellipse">
            <a:avLst/>
          </a:prstGeom>
          <a:solidFill>
            <a:srgbClr val="DF6426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1" sz="130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" y="3246120"/>
            <a:ext cx="76809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50">
                <a:solidFill>
                  <a:srgbClr val="003548"/>
                </a:solidFill>
                <a:latin typeface="Arial"/>
              </a:rPr>
              <a:t>Effetti collaterali dopo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40" y="3547872"/>
            <a:ext cx="76809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150">
                <a:solidFill>
                  <a:srgbClr val="005A77"/>
                </a:solidFill>
                <a:latin typeface="Arial"/>
              </a:rPr>
              <a:t>scritture su DB, email, file: dopo l'interrupt o idempotenti, perché il nodo viene rieseguito.</a:t>
            </a:r>
          </a:p>
        </p:txBody>
      </p:sp>
      <p:sp>
        <p:nvSpPr>
          <p:cNvPr id="46" name="Oval 45"/>
          <p:cNvSpPr/>
          <p:nvPr/>
        </p:nvSpPr>
        <p:spPr>
          <a:xfrm>
            <a:off x="457200" y="4050791"/>
            <a:ext cx="411480" cy="411480"/>
          </a:xfrm>
          <a:prstGeom prst="ellipse">
            <a:avLst/>
          </a:prstGeom>
          <a:solidFill>
            <a:srgbClr val="DF6426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1" sz="130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" y="3977639"/>
            <a:ext cx="76809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50">
                <a:solidFill>
                  <a:srgbClr val="003548"/>
                </a:solidFill>
                <a:latin typeface="Arial"/>
              </a:rPr>
              <a:t>Validare con un loop nel grafo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4279392"/>
            <a:ext cx="76809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150">
                <a:solidFill>
                  <a:srgbClr val="005A77"/>
                </a:solidFill>
                <a:latin typeface="Arial"/>
              </a:rPr>
              <a:t>input non valido → si torna al nodo con un conditional edge, non con un </a:t>
            </a:r>
            <a:r>
              <a:rPr b="1" sz="1150">
                <a:solidFill>
                  <a:srgbClr val="DF6426"/>
                </a:solidFill>
                <a:latin typeface="Courier New"/>
              </a:rPr>
              <a:t>while True</a:t>
            </a:r>
            <a:r>
              <a:rPr b="0" sz="1150">
                <a:solidFill>
                  <a:srgbClr val="005A77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ESERCITAZIONE 7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70</a:t>
            </a:fld>
          </a:p>
        </p:txBody>
      </p:sp>
      <p:sp>
        <p:nvSpPr>
          <p:cNvPr id="34" name="TextBox 33"/>
          <p:cNvSpPr txBox="1"/>
          <p:nvPr/>
        </p:nvSpPr>
        <p:spPr>
          <a:xfrm>
            <a:off x="457200" y="1005840"/>
            <a:ext cx="16459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600">
                <a:solidFill>
                  <a:srgbClr val="DF6426"/>
                </a:solidFill>
                <a:latin typeface="Arial"/>
              </a:rPr>
              <a:t>★★★☆☆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1371600"/>
            <a:ext cx="8229600" cy="329184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566928" y="1444752"/>
            <a:ext cx="801014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400">
                <a:solidFill>
                  <a:srgbClr val="DF6426"/>
                </a:solidFill>
                <a:latin typeface="Arial"/>
              </a:rPr>
              <a:t>Redattore con approvazione umana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1828800"/>
            <a:ext cx="8010144" cy="2788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350">
                <a:solidFill>
                  <a:srgbClr val="003548"/>
                </a:solidFill>
                <a:latin typeface="Arial"/>
              </a:rPr>
              <a:t>Grafo </a:t>
            </a:r>
            <a:r>
              <a:rPr b="1" sz="1350">
                <a:solidFill>
                  <a:srgbClr val="DF6426"/>
                </a:solidFill>
                <a:latin typeface="Courier New"/>
              </a:rPr>
              <a:t>scrivi → revisione → pubblica</a:t>
            </a:r>
            <a:r>
              <a:rPr b="0" sz="1350">
                <a:solidFill>
                  <a:srgbClr val="003548"/>
                </a:solidFill>
                <a:latin typeface="Arial"/>
              </a:rPr>
              <a:t> che prepara un post LinkedIn su un argomento dato.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1" sz="1350">
                <a:solidFill>
                  <a:srgbClr val="DF6426"/>
                </a:solidFill>
                <a:latin typeface="Courier New"/>
              </a:rPr>
              <a:t>revisione</a:t>
            </a:r>
            <a:r>
              <a:rPr b="0" sz="1350">
                <a:solidFill>
                  <a:srgbClr val="003548"/>
                </a:solidFill>
                <a:latin typeface="Arial"/>
              </a:rPr>
              <a:t> usa </a:t>
            </a:r>
            <a:r>
              <a:rPr b="1" sz="1350">
                <a:solidFill>
                  <a:srgbClr val="DF6426"/>
                </a:solidFill>
                <a:latin typeface="Courier New"/>
              </a:rPr>
              <a:t>interrupt</a:t>
            </a:r>
            <a:r>
              <a:rPr b="0" sz="1350">
                <a:solidFill>
                  <a:srgbClr val="003548"/>
                </a:solidFill>
                <a:latin typeface="Arial"/>
              </a:rPr>
              <a:t> con tre opzioni: </a:t>
            </a:r>
            <a:r>
              <a:rPr b="1" sz="1350">
                <a:solidFill>
                  <a:srgbClr val="003548"/>
                </a:solidFill>
                <a:latin typeface="Arial"/>
              </a:rPr>
              <a:t>approva</a:t>
            </a:r>
            <a:r>
              <a:rPr b="0" sz="1350">
                <a:solidFill>
                  <a:srgbClr val="003548"/>
                </a:solidFill>
                <a:latin typeface="Arial"/>
              </a:rPr>
              <a:t>, </a:t>
            </a:r>
            <a:r>
              <a:rPr b="1" sz="1350">
                <a:solidFill>
                  <a:srgbClr val="003548"/>
                </a:solidFill>
                <a:latin typeface="Arial"/>
              </a:rPr>
              <a:t>modifica:</a:t>
            </a:r>
            <a:r>
              <a:rPr b="0" sz="1350">
                <a:solidFill>
                  <a:srgbClr val="003548"/>
                </a:solidFill>
                <a:latin typeface="Arial"/>
              </a:rPr>
              <a:t>&lt;testo&gt;, </a:t>
            </a:r>
            <a:r>
              <a:rPr b="1" sz="1350">
                <a:solidFill>
                  <a:srgbClr val="003548"/>
                </a:solidFill>
                <a:latin typeface="Arial"/>
              </a:rPr>
              <a:t>rigenera:</a:t>
            </a:r>
            <a:r>
              <a:rPr b="0" sz="1350">
                <a:solidFill>
                  <a:srgbClr val="003548"/>
                </a:solidFill>
                <a:latin typeface="Arial"/>
              </a:rPr>
              <a:t>&lt;feedback&gt;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350">
                <a:solidFill>
                  <a:srgbClr val="003548"/>
                </a:solidFill>
                <a:latin typeface="Arial"/>
              </a:rPr>
              <a:t>Il feedback torna al nodo </a:t>
            </a:r>
            <a:r>
              <a:rPr b="1" sz="1350">
                <a:solidFill>
                  <a:srgbClr val="DF6426"/>
                </a:solidFill>
                <a:latin typeface="Courier New"/>
              </a:rPr>
              <a:t>scrivi</a:t>
            </a:r>
            <a:r>
              <a:rPr b="0" sz="1350">
                <a:solidFill>
                  <a:srgbClr val="003548"/>
                </a:solidFill>
                <a:latin typeface="Arial"/>
              </a:rPr>
              <a:t> (loop); il post approvato viene salvato in un file </a:t>
            </a:r>
            <a:r>
              <a:rPr b="1" sz="1350">
                <a:solidFill>
                  <a:srgbClr val="DF6426"/>
                </a:solidFill>
                <a:latin typeface="Courier New"/>
              </a:rPr>
              <a:t>.md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350">
                <a:solidFill>
                  <a:srgbClr val="003548"/>
                </a:solidFill>
                <a:latin typeface="Arial"/>
              </a:rPr>
              <a:t>Persistenza con </a:t>
            </a:r>
            <a:r>
              <a:rPr b="1" sz="1350">
                <a:solidFill>
                  <a:srgbClr val="DF6426"/>
                </a:solidFill>
                <a:latin typeface="Courier New"/>
              </a:rPr>
              <a:t>SqliteSaver</a:t>
            </a:r>
            <a:r>
              <a:rPr b="0" sz="1350">
                <a:solidFill>
                  <a:srgbClr val="003548"/>
                </a:solidFill>
                <a:latin typeface="Arial"/>
              </a:rPr>
              <a:t>: chiudete lo script durante la pausa, rilanciatelo e </a:t>
            </a:r>
            <a:r>
              <a:rPr b="1" sz="1350">
                <a:solidFill>
                  <a:srgbClr val="003548"/>
                </a:solidFill>
                <a:latin typeface="Arial"/>
              </a:rPr>
              <a:t>riprendete</a:t>
            </a:r>
            <a:r>
              <a:rPr b="0" sz="1350">
                <a:solidFill>
                  <a:srgbClr val="003548"/>
                </a:solidFill>
                <a:latin typeface="Arial"/>
              </a:rPr>
              <a:t> dallo stesso punto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2.11 MEMORIA A BREVE E A LUNGO TERMINE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71</a:t>
            </a:fld>
          </a:p>
        </p:txBody>
      </p:sp>
      <p:sp>
        <p:nvSpPr>
          <p:cNvPr id="34" name="Rounded Rectangle 33"/>
          <p:cNvSpPr/>
          <p:nvPr/>
        </p:nvSpPr>
        <p:spPr>
          <a:xfrm>
            <a:off x="457200" y="1051560"/>
            <a:ext cx="4023360" cy="246888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66928" y="1124712"/>
            <a:ext cx="380390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400">
                <a:solidFill>
                  <a:srgbClr val="DF6426"/>
                </a:solidFill>
                <a:latin typeface="Arial"/>
              </a:rPr>
              <a:t>Breve termine – checkpointer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1508760"/>
            <a:ext cx="3803904" cy="1965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300">
                <a:solidFill>
                  <a:srgbClr val="003548"/>
                </a:solidFill>
                <a:latin typeface="Arial"/>
              </a:rPr>
              <a:t>legata a un </a:t>
            </a:r>
            <a:r>
              <a:rPr b="1" sz="1300">
                <a:solidFill>
                  <a:srgbClr val="003548"/>
                </a:solidFill>
                <a:latin typeface="Arial"/>
              </a:rPr>
              <a:t>thread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300">
                <a:solidFill>
                  <a:srgbClr val="003548"/>
                </a:solidFill>
                <a:latin typeface="Arial"/>
              </a:rPr>
              <a:t>cronologia della conversazione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300">
                <a:solidFill>
                  <a:srgbClr val="003548"/>
                </a:solidFill>
                <a:latin typeface="Arial"/>
              </a:rPr>
              <a:t>"cosa ci siamo detti oggi"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663440" y="1051560"/>
            <a:ext cx="4023360" cy="2468880"/>
          </a:xfrm>
          <a:prstGeom prst="roundRect">
            <a:avLst>
              <a:gd name="adj" fmla="val 8000"/>
            </a:avLst>
          </a:prstGeom>
          <a:solidFill>
            <a:srgbClr val="FCEEE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773168" y="1124712"/>
            <a:ext cx="380390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400">
                <a:solidFill>
                  <a:srgbClr val="DF6426"/>
                </a:solidFill>
                <a:latin typeface="Arial"/>
              </a:rPr>
              <a:t>Lungo termine – Store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73168" y="1508760"/>
            <a:ext cx="3803904" cy="1965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300">
                <a:solidFill>
                  <a:srgbClr val="003548"/>
                </a:solidFill>
                <a:latin typeface="Arial"/>
              </a:rPr>
              <a:t>condivisa </a:t>
            </a:r>
            <a:r>
              <a:rPr b="1" sz="1300">
                <a:solidFill>
                  <a:srgbClr val="003548"/>
                </a:solidFill>
                <a:latin typeface="Arial"/>
              </a:rPr>
              <a:t>tra thread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300">
                <a:solidFill>
                  <a:srgbClr val="003548"/>
                </a:solidFill>
                <a:latin typeface="Arial"/>
              </a:rPr>
              <a:t>organizzata per </a:t>
            </a:r>
            <a:r>
              <a:rPr b="1" sz="1300">
                <a:solidFill>
                  <a:srgbClr val="003548"/>
                </a:solidFill>
                <a:latin typeface="Arial"/>
              </a:rPr>
              <a:t>namespace</a:t>
            </a:r>
            <a:r>
              <a:rPr b="0" sz="1300">
                <a:solidFill>
                  <a:srgbClr val="003548"/>
                </a:solidFill>
                <a:latin typeface="Arial"/>
              </a:rPr>
              <a:t> (es. utente)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300">
                <a:solidFill>
                  <a:srgbClr val="003548"/>
                </a:solidFill>
                <a:latin typeface="Arial"/>
              </a:rPr>
              <a:t>"cosa so di te": preferenze, profilo, fatti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3657600"/>
            <a:ext cx="8229600" cy="737234"/>
          </a:xfrm>
          <a:prstGeom prst="roundRect">
            <a:avLst>
              <a:gd name="adj" fmla="val 4000"/>
            </a:avLst>
          </a:prstGeom>
          <a:solidFill>
            <a:srgbClr val="0B2B38"/>
          </a:solidFill>
          <a:ln>
            <a:noFill/>
          </a:ln>
        </p:spPr>
        <p:txBody>
          <a:bodyPr rtlCol="0" anchor="t" wrap="square" lIns="128016" rIns="128016" tIns="91440" bIns="54864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E8EEF1"/>
                </a:solidFill>
                <a:latin typeface="Courier New"/>
              </a:rPr>
              <a:t>store</a:t>
            </a:r>
            <a:r>
              <a:rPr sz="1050">
                <a:solidFill>
                  <a:srgbClr val="E8EEF1"/>
                </a:solidFill>
                <a:latin typeface="Courier New"/>
              </a:rPr>
              <a:t>.</a:t>
            </a:r>
            <a:r>
              <a:rPr sz="1050">
                <a:solidFill>
                  <a:srgbClr val="E8EEF1"/>
                </a:solidFill>
                <a:latin typeface="Courier New"/>
              </a:rPr>
              <a:t>put</a:t>
            </a:r>
            <a:r>
              <a:rPr sz="1050">
                <a:solidFill>
                  <a:srgbClr val="E8EEF1"/>
                </a:solidFill>
                <a:latin typeface="Courier New"/>
              </a:rPr>
              <a:t>(</a:t>
            </a:r>
            <a:r>
              <a:rPr sz="1050">
                <a:solidFill>
                  <a:srgbClr val="E8EEF1"/>
                </a:solidFill>
                <a:latin typeface="Courier New"/>
              </a:rPr>
              <a:t>(</a:t>
            </a:r>
            <a:r>
              <a:rPr sz="1050">
                <a:solidFill>
                  <a:srgbClr val="B5D98B"/>
                </a:solidFill>
                <a:latin typeface="Courier New"/>
              </a:rPr>
              <a:t>"</a:t>
            </a:r>
            <a:r>
              <a:rPr sz="1050">
                <a:solidFill>
                  <a:srgbClr val="B5D98B"/>
                </a:solidFill>
                <a:latin typeface="Courier New"/>
              </a:rPr>
              <a:t>ada</a:t>
            </a:r>
            <a:r>
              <a:rPr sz="1050">
                <a:solidFill>
                  <a:srgbClr val="B5D98B"/>
                </a:solidFill>
                <a:latin typeface="Courier New"/>
              </a:rPr>
              <a:t>"</a:t>
            </a:r>
            <a:r>
              <a:rPr sz="1050">
                <a:solidFill>
                  <a:srgbClr val="E8EEF1"/>
                </a:solidFill>
                <a:latin typeface="Courier New"/>
              </a:rPr>
              <a:t>,</a:t>
            </a:r>
            <a:r>
              <a:rPr sz="1050">
                <a:solidFill>
                  <a:srgbClr val="E8EEF1"/>
                </a:solidFill>
                <a:latin typeface="Courier New"/>
              </a:rPr>
              <a:t> </a:t>
            </a:r>
            <a:r>
              <a:rPr sz="1050">
                <a:solidFill>
                  <a:srgbClr val="B5D98B"/>
                </a:solidFill>
                <a:latin typeface="Courier New"/>
              </a:rPr>
              <a:t>"</a:t>
            </a:r>
            <a:r>
              <a:rPr sz="1050">
                <a:solidFill>
                  <a:srgbClr val="B5D98B"/>
                </a:solidFill>
                <a:latin typeface="Courier New"/>
              </a:rPr>
              <a:t>preferenze</a:t>
            </a:r>
            <a:r>
              <a:rPr sz="1050">
                <a:solidFill>
                  <a:srgbClr val="B5D98B"/>
                </a:solidFill>
                <a:latin typeface="Courier New"/>
              </a:rPr>
              <a:t>"</a:t>
            </a:r>
            <a:r>
              <a:rPr sz="1050">
                <a:solidFill>
                  <a:srgbClr val="E8EEF1"/>
                </a:solidFill>
                <a:latin typeface="Courier New"/>
              </a:rPr>
              <a:t>)</a:t>
            </a:r>
            <a:r>
              <a:rPr sz="1050">
                <a:solidFill>
                  <a:srgbClr val="E8EEF1"/>
                </a:solidFill>
                <a:latin typeface="Courier New"/>
              </a:rPr>
              <a:t>,</a:t>
            </a:r>
            <a:r>
              <a:rPr sz="1050">
                <a:solidFill>
                  <a:srgbClr val="E8EEF1"/>
                </a:solidFill>
                <a:latin typeface="Courier New"/>
              </a:rPr>
              <a:t> </a:t>
            </a:r>
            <a:r>
              <a:rPr sz="1050">
                <a:solidFill>
                  <a:srgbClr val="B5D98B"/>
                </a:solidFill>
                <a:latin typeface="Courier New"/>
              </a:rPr>
              <a:t>"</a:t>
            </a:r>
            <a:r>
              <a:rPr sz="1050">
                <a:solidFill>
                  <a:srgbClr val="B5D98B"/>
                </a:solidFill>
                <a:latin typeface="Courier New"/>
              </a:rPr>
              <a:t>id-1</a:t>
            </a:r>
            <a:r>
              <a:rPr sz="1050">
                <a:solidFill>
                  <a:srgbClr val="B5D98B"/>
                </a:solidFill>
                <a:latin typeface="Courier New"/>
              </a:rPr>
              <a:t>"</a:t>
            </a:r>
            <a:r>
              <a:rPr sz="1050">
                <a:solidFill>
                  <a:srgbClr val="E8EEF1"/>
                </a:solidFill>
                <a:latin typeface="Courier New"/>
              </a:rPr>
              <a:t>,</a:t>
            </a:r>
            <a:r>
              <a:rPr sz="1050">
                <a:solidFill>
                  <a:srgbClr val="E8EEF1"/>
                </a:solidFill>
                <a:latin typeface="Courier New"/>
              </a:rPr>
              <a:t> </a:t>
            </a:r>
            <a:r>
              <a:rPr sz="1050">
                <a:solidFill>
                  <a:srgbClr val="E8EEF1"/>
                </a:solidFill>
                <a:latin typeface="Courier New"/>
              </a:rPr>
              <a:t>{</a:t>
            </a:r>
            <a:r>
              <a:rPr sz="1050">
                <a:solidFill>
                  <a:srgbClr val="B5D98B"/>
                </a:solidFill>
                <a:latin typeface="Courier New"/>
              </a:rPr>
              <a:t>"</a:t>
            </a:r>
            <a:r>
              <a:rPr sz="1050">
                <a:solidFill>
                  <a:srgbClr val="B5D98B"/>
                </a:solidFill>
                <a:latin typeface="Courier New"/>
              </a:rPr>
              <a:t>testo</a:t>
            </a:r>
            <a:r>
              <a:rPr sz="1050">
                <a:solidFill>
                  <a:srgbClr val="B5D98B"/>
                </a:solidFill>
                <a:latin typeface="Courier New"/>
              </a:rPr>
              <a:t>"</a:t>
            </a:r>
            <a:r>
              <a:rPr sz="1050">
                <a:solidFill>
                  <a:srgbClr val="E8EEF1"/>
                </a:solidFill>
                <a:latin typeface="Courier New"/>
              </a:rPr>
              <a:t>:</a:t>
            </a:r>
            <a:r>
              <a:rPr sz="1050">
                <a:solidFill>
                  <a:srgbClr val="E8EEF1"/>
                </a:solidFill>
                <a:latin typeface="Courier New"/>
              </a:rPr>
              <a:t> </a:t>
            </a:r>
            <a:r>
              <a:rPr sz="1050">
                <a:solidFill>
                  <a:srgbClr val="B5D98B"/>
                </a:solidFill>
                <a:latin typeface="Courier New"/>
              </a:rPr>
              <a:t>"</a:t>
            </a:r>
            <a:r>
              <a:rPr sz="1050">
                <a:solidFill>
                  <a:srgbClr val="B5D98B"/>
                </a:solidFill>
                <a:latin typeface="Courier New"/>
              </a:rPr>
              <a:t>risposte brevi</a:t>
            </a:r>
            <a:r>
              <a:rPr sz="1050">
                <a:solidFill>
                  <a:srgbClr val="B5D98B"/>
                </a:solidFill>
                <a:latin typeface="Courier New"/>
              </a:rPr>
              <a:t>"</a:t>
            </a:r>
            <a:r>
              <a:rPr sz="1050">
                <a:solidFill>
                  <a:srgbClr val="E8EEF1"/>
                </a:solidFill>
                <a:latin typeface="Courier New"/>
              </a:rPr>
              <a:t>}</a:t>
            </a:r>
            <a:r>
              <a:rPr sz="1050">
                <a:solidFill>
                  <a:srgbClr val="E8EEF1"/>
                </a:solidFill>
                <a:latin typeface="Courier New"/>
              </a:rPr>
              <a:t>)</a:t>
            </a:r>
            <a:r>
              <a:rPr sz="1050">
                <a:solidFill>
                  <a:srgbClr val="E8EEF1"/>
                </a:solidFill>
                <a:latin typeface="Courier New"/>
              </a:rPr>
              <a:t>   </a:t>
            </a:r>
            <a:r>
              <a:rPr sz="1050">
                <a:solidFill>
                  <a:srgbClr val="8AA4B0"/>
                </a:solidFill>
                <a:latin typeface="Courier New"/>
              </a:rPr>
              <a:t># scrivi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E8EEF1"/>
                </a:solidFill>
                <a:latin typeface="Courier New"/>
              </a:rPr>
              <a:t>store</a:t>
            </a:r>
            <a:r>
              <a:rPr sz="1050">
                <a:solidFill>
                  <a:srgbClr val="E8EEF1"/>
                </a:solidFill>
                <a:latin typeface="Courier New"/>
              </a:rPr>
              <a:t>.</a:t>
            </a:r>
            <a:r>
              <a:rPr sz="1050">
                <a:solidFill>
                  <a:srgbClr val="E8EEF1"/>
                </a:solidFill>
                <a:latin typeface="Courier New"/>
              </a:rPr>
              <a:t>search</a:t>
            </a:r>
            <a:r>
              <a:rPr sz="1050">
                <a:solidFill>
                  <a:srgbClr val="E8EEF1"/>
                </a:solidFill>
                <a:latin typeface="Courier New"/>
              </a:rPr>
              <a:t>(</a:t>
            </a:r>
            <a:r>
              <a:rPr sz="1050">
                <a:solidFill>
                  <a:srgbClr val="E8EEF1"/>
                </a:solidFill>
                <a:latin typeface="Courier New"/>
              </a:rPr>
              <a:t>(</a:t>
            </a:r>
            <a:r>
              <a:rPr sz="1050">
                <a:solidFill>
                  <a:srgbClr val="B5D98B"/>
                </a:solidFill>
                <a:latin typeface="Courier New"/>
              </a:rPr>
              <a:t>"</a:t>
            </a:r>
            <a:r>
              <a:rPr sz="1050">
                <a:solidFill>
                  <a:srgbClr val="B5D98B"/>
                </a:solidFill>
                <a:latin typeface="Courier New"/>
              </a:rPr>
              <a:t>ada</a:t>
            </a:r>
            <a:r>
              <a:rPr sz="1050">
                <a:solidFill>
                  <a:srgbClr val="B5D98B"/>
                </a:solidFill>
                <a:latin typeface="Courier New"/>
              </a:rPr>
              <a:t>"</a:t>
            </a:r>
            <a:r>
              <a:rPr sz="1050">
                <a:solidFill>
                  <a:srgbClr val="E8EEF1"/>
                </a:solidFill>
                <a:latin typeface="Courier New"/>
              </a:rPr>
              <a:t>,</a:t>
            </a:r>
            <a:r>
              <a:rPr sz="1050">
                <a:solidFill>
                  <a:srgbClr val="E8EEF1"/>
                </a:solidFill>
                <a:latin typeface="Courier New"/>
              </a:rPr>
              <a:t> </a:t>
            </a:r>
            <a:r>
              <a:rPr sz="1050">
                <a:solidFill>
                  <a:srgbClr val="B5D98B"/>
                </a:solidFill>
                <a:latin typeface="Courier New"/>
              </a:rPr>
              <a:t>"</a:t>
            </a:r>
            <a:r>
              <a:rPr sz="1050">
                <a:solidFill>
                  <a:srgbClr val="B5D98B"/>
                </a:solidFill>
                <a:latin typeface="Courier New"/>
              </a:rPr>
              <a:t>preferenze</a:t>
            </a:r>
            <a:r>
              <a:rPr sz="1050">
                <a:solidFill>
                  <a:srgbClr val="B5D98B"/>
                </a:solidFill>
                <a:latin typeface="Courier New"/>
              </a:rPr>
              <a:t>"</a:t>
            </a:r>
            <a:r>
              <a:rPr sz="1050">
                <a:solidFill>
                  <a:srgbClr val="E8EEF1"/>
                </a:solidFill>
                <a:latin typeface="Courier New"/>
              </a:rPr>
              <a:t>)</a:t>
            </a:r>
            <a:r>
              <a:rPr sz="1050">
                <a:solidFill>
                  <a:srgbClr val="E8EEF1"/>
                </a:solidFill>
                <a:latin typeface="Courier New"/>
              </a:rPr>
              <a:t>,</a:t>
            </a:r>
            <a:r>
              <a:rPr sz="1050">
                <a:solidFill>
                  <a:srgbClr val="E8EEF1"/>
                </a:solidFill>
                <a:latin typeface="Courier New"/>
              </a:rPr>
              <a:t> </a:t>
            </a:r>
            <a:r>
              <a:rPr sz="1050">
                <a:solidFill>
                  <a:srgbClr val="E8EEF1"/>
                </a:solidFill>
                <a:latin typeface="Courier New"/>
              </a:rPr>
              <a:t>limit</a:t>
            </a:r>
            <a:r>
              <a:rPr sz="1050">
                <a:solidFill>
                  <a:srgbClr val="E8EEF1"/>
                </a:solidFill>
                <a:latin typeface="Courier New"/>
              </a:rPr>
              <a:t>=</a:t>
            </a:r>
            <a:r>
              <a:rPr sz="1050">
                <a:solidFill>
                  <a:srgbClr val="F5C96A"/>
                </a:solidFill>
                <a:latin typeface="Courier New"/>
              </a:rPr>
              <a:t>5</a:t>
            </a:r>
            <a:r>
              <a:rPr sz="1050">
                <a:solidFill>
                  <a:srgbClr val="E8EEF1"/>
                </a:solidFill>
                <a:latin typeface="Courier New"/>
              </a:rPr>
              <a:t>)</a:t>
            </a:r>
            <a:r>
              <a:rPr sz="1050">
                <a:solidFill>
                  <a:srgbClr val="E8EEF1"/>
                </a:solidFill>
                <a:latin typeface="Courier New"/>
              </a:rPr>
              <a:t>                              </a:t>
            </a:r>
            <a:r>
              <a:rPr sz="1050">
                <a:solidFill>
                  <a:srgbClr val="8AA4B0"/>
                </a:solidFill>
                <a:latin typeface="Courier New"/>
              </a:rPr>
              <a:t># leggi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E8EEF1"/>
                </a:solidFill>
                <a:latin typeface="Courier New"/>
              </a:rPr>
              <a:t>InMemoryStore</a:t>
            </a:r>
            <a:r>
              <a:rPr sz="1050">
                <a:solidFill>
                  <a:srgbClr val="E8EEF1"/>
                </a:solidFill>
                <a:latin typeface="Courier New"/>
              </a:rPr>
              <a:t>(</a:t>
            </a:r>
            <a:r>
              <a:rPr sz="1050">
                <a:solidFill>
                  <a:srgbClr val="E8EEF1"/>
                </a:solidFill>
                <a:latin typeface="Courier New"/>
              </a:rPr>
              <a:t>index</a:t>
            </a:r>
            <a:r>
              <a:rPr sz="1050">
                <a:solidFill>
                  <a:srgbClr val="E8EEF1"/>
                </a:solidFill>
                <a:latin typeface="Courier New"/>
              </a:rPr>
              <a:t>=</a:t>
            </a:r>
            <a:r>
              <a:rPr sz="1050">
                <a:solidFill>
                  <a:srgbClr val="E8EEF1"/>
                </a:solidFill>
                <a:latin typeface="Courier New"/>
              </a:rPr>
              <a:t>{</a:t>
            </a:r>
            <a:r>
              <a:rPr sz="1050">
                <a:solidFill>
                  <a:srgbClr val="B5D98B"/>
                </a:solidFill>
                <a:latin typeface="Courier New"/>
              </a:rPr>
              <a:t>"</a:t>
            </a:r>
            <a:r>
              <a:rPr sz="1050">
                <a:solidFill>
                  <a:srgbClr val="B5D98B"/>
                </a:solidFill>
                <a:latin typeface="Courier New"/>
              </a:rPr>
              <a:t>embed</a:t>
            </a:r>
            <a:r>
              <a:rPr sz="1050">
                <a:solidFill>
                  <a:srgbClr val="B5D98B"/>
                </a:solidFill>
                <a:latin typeface="Courier New"/>
              </a:rPr>
              <a:t>"</a:t>
            </a:r>
            <a:r>
              <a:rPr sz="1050">
                <a:solidFill>
                  <a:srgbClr val="E8EEF1"/>
                </a:solidFill>
                <a:latin typeface="Courier New"/>
              </a:rPr>
              <a:t>:</a:t>
            </a:r>
            <a:r>
              <a:rPr sz="1050">
                <a:solidFill>
                  <a:srgbClr val="E8EEF1"/>
                </a:solidFill>
                <a:latin typeface="Courier New"/>
              </a:rPr>
              <a:t> </a:t>
            </a:r>
            <a:r>
              <a:rPr sz="1050">
                <a:solidFill>
                  <a:srgbClr val="E8EEF1"/>
                </a:solidFill>
                <a:latin typeface="Courier New"/>
              </a:rPr>
              <a:t>get_embeddings</a:t>
            </a:r>
            <a:r>
              <a:rPr sz="1050">
                <a:solidFill>
                  <a:srgbClr val="E8EEF1"/>
                </a:solidFill>
                <a:latin typeface="Courier New"/>
              </a:rPr>
              <a:t>(</a:t>
            </a:r>
            <a:r>
              <a:rPr sz="1050">
                <a:solidFill>
                  <a:srgbClr val="E8EEF1"/>
                </a:solidFill>
                <a:latin typeface="Courier New"/>
              </a:rPr>
              <a:t>)</a:t>
            </a:r>
            <a:r>
              <a:rPr sz="1050">
                <a:solidFill>
                  <a:srgbClr val="E8EEF1"/>
                </a:solidFill>
                <a:latin typeface="Courier New"/>
              </a:rPr>
              <a:t>,</a:t>
            </a:r>
            <a:r>
              <a:rPr sz="1050">
                <a:solidFill>
                  <a:srgbClr val="E8EEF1"/>
                </a:solidFill>
                <a:latin typeface="Courier New"/>
              </a:rPr>
              <a:t> </a:t>
            </a:r>
            <a:r>
              <a:rPr sz="1050">
                <a:solidFill>
                  <a:srgbClr val="B5D98B"/>
                </a:solidFill>
                <a:latin typeface="Courier New"/>
              </a:rPr>
              <a:t>"</a:t>
            </a:r>
            <a:r>
              <a:rPr sz="1050">
                <a:solidFill>
                  <a:srgbClr val="B5D98B"/>
                </a:solidFill>
                <a:latin typeface="Courier New"/>
              </a:rPr>
              <a:t>dims</a:t>
            </a:r>
            <a:r>
              <a:rPr sz="1050">
                <a:solidFill>
                  <a:srgbClr val="B5D98B"/>
                </a:solidFill>
                <a:latin typeface="Courier New"/>
              </a:rPr>
              <a:t>"</a:t>
            </a:r>
            <a:r>
              <a:rPr sz="1050">
                <a:solidFill>
                  <a:srgbClr val="E8EEF1"/>
                </a:solidFill>
                <a:latin typeface="Courier New"/>
              </a:rPr>
              <a:t>:</a:t>
            </a:r>
            <a:r>
              <a:rPr sz="1050">
                <a:solidFill>
                  <a:srgbClr val="E8EEF1"/>
                </a:solidFill>
                <a:latin typeface="Courier New"/>
              </a:rPr>
              <a:t> </a:t>
            </a:r>
            <a:r>
              <a:rPr sz="1050">
                <a:solidFill>
                  <a:srgbClr val="E8EEF1"/>
                </a:solidFill>
                <a:latin typeface="Courier New"/>
              </a:rPr>
              <a:t>.</a:t>
            </a:r>
            <a:r>
              <a:rPr sz="1050">
                <a:solidFill>
                  <a:srgbClr val="E8EEF1"/>
                </a:solidFill>
                <a:latin typeface="Courier New"/>
              </a:rPr>
              <a:t>.</a:t>
            </a:r>
            <a:r>
              <a:rPr sz="1050">
                <a:solidFill>
                  <a:srgbClr val="E8EEF1"/>
                </a:solidFill>
                <a:latin typeface="Courier New"/>
              </a:rPr>
              <a:t>.</a:t>
            </a:r>
            <a:r>
              <a:rPr sz="1050">
                <a:solidFill>
                  <a:srgbClr val="E8EEF1"/>
                </a:solidFill>
                <a:latin typeface="Courier New"/>
              </a:rPr>
              <a:t>}</a:t>
            </a:r>
            <a:r>
              <a:rPr sz="1050">
                <a:solidFill>
                  <a:srgbClr val="E8EEF1"/>
                </a:solidFill>
                <a:latin typeface="Courier New"/>
              </a:rPr>
              <a:t>)</a:t>
            </a:r>
            <a:r>
              <a:rPr sz="1050">
                <a:solidFill>
                  <a:srgbClr val="E8EEF1"/>
                </a:solidFill>
                <a:latin typeface="Courier New"/>
              </a:rPr>
              <a:t>              </a:t>
            </a:r>
            <a:r>
              <a:rPr sz="1050">
                <a:solidFill>
                  <a:srgbClr val="8AA4B0"/>
                </a:solidFill>
                <a:latin typeface="Courier New"/>
              </a:rPr>
              <a:t># ricerca semantica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2.11 STORE NEI NODI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72</a:t>
            </a:fld>
          </a:p>
        </p:txBody>
      </p:sp>
      <p:sp>
        <p:nvSpPr>
          <p:cNvPr id="34" name="Rounded Rectangle 33"/>
          <p:cNvSpPr/>
          <p:nvPr/>
        </p:nvSpPr>
        <p:spPr>
          <a:xfrm>
            <a:off x="457200" y="1051560"/>
            <a:ext cx="8229600" cy="3539617"/>
          </a:xfrm>
          <a:prstGeom prst="roundRect">
            <a:avLst>
              <a:gd name="adj" fmla="val 4000"/>
            </a:avLst>
          </a:prstGeom>
          <a:solidFill>
            <a:srgbClr val="0B2B38"/>
          </a:solidFill>
          <a:ln>
            <a:noFill/>
          </a:ln>
        </p:spPr>
        <p:txBody>
          <a:bodyPr rtlCol="0" anchor="t" wrap="square" lIns="128016" rIns="128016" tIns="91440" bIns="54864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F28C4F"/>
                </a:solidFill>
                <a:latin typeface="Courier New"/>
              </a:rPr>
              <a:t>from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langgraph</a:t>
            </a:r>
            <a:r>
              <a:rPr sz="1150">
                <a:solidFill>
                  <a:srgbClr val="E8EEF1"/>
                </a:solidFill>
                <a:latin typeface="Courier New"/>
              </a:rPr>
              <a:t>.</a:t>
            </a:r>
            <a:r>
              <a:rPr sz="1150">
                <a:solidFill>
                  <a:srgbClr val="E8EEF1"/>
                </a:solidFill>
                <a:latin typeface="Courier New"/>
              </a:rPr>
              <a:t>store</a:t>
            </a:r>
            <a:r>
              <a:rPr sz="1150">
                <a:solidFill>
                  <a:srgbClr val="E8EEF1"/>
                </a:solidFill>
                <a:latin typeface="Courier New"/>
              </a:rPr>
              <a:t>.</a:t>
            </a:r>
            <a:r>
              <a:rPr sz="1150">
                <a:solidFill>
                  <a:srgbClr val="E8EEF1"/>
                </a:solidFill>
                <a:latin typeface="Courier New"/>
              </a:rPr>
              <a:t>memory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 b="1">
                <a:solidFill>
                  <a:srgbClr val="F28C4F"/>
                </a:solidFill>
                <a:latin typeface="Courier New"/>
              </a:rPr>
              <a:t>import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InMemoryStore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F28C4F"/>
                </a:solidFill>
                <a:latin typeface="Courier New"/>
              </a:rPr>
              <a:t>from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langgraph</a:t>
            </a:r>
            <a:r>
              <a:rPr sz="1150">
                <a:solidFill>
                  <a:srgbClr val="E8EEF1"/>
                </a:solidFill>
                <a:latin typeface="Courier New"/>
              </a:rPr>
              <a:t>.</a:t>
            </a:r>
            <a:r>
              <a:rPr sz="1150">
                <a:solidFill>
                  <a:srgbClr val="E8EEF1"/>
                </a:solidFill>
                <a:latin typeface="Courier New"/>
              </a:rPr>
              <a:t>runtime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 b="1">
                <a:solidFill>
                  <a:srgbClr val="F28C4F"/>
                </a:solidFill>
                <a:latin typeface="Courier New"/>
              </a:rPr>
              <a:t>import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Runtime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F5C96A"/>
                </a:solidFill>
                <a:latin typeface="Courier New"/>
              </a:rPr>
              <a:t>@dataclass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F28C4F"/>
                </a:solidFill>
                <a:latin typeface="Courier New"/>
              </a:rPr>
              <a:t>class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7FCFF0"/>
                </a:solidFill>
                <a:latin typeface="Courier New"/>
              </a:rPr>
              <a:t>Contesto</a:t>
            </a:r>
            <a:r>
              <a:rPr sz="115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    </a:t>
            </a:r>
            <a:r>
              <a:rPr sz="1150">
                <a:solidFill>
                  <a:srgbClr val="E8EEF1"/>
                </a:solidFill>
                <a:latin typeface="Courier New"/>
              </a:rPr>
              <a:t>utente_id</a:t>
            </a:r>
            <a:r>
              <a:rPr sz="1150">
                <a:solidFill>
                  <a:srgbClr val="E8EEF1"/>
                </a:solidFill>
                <a:latin typeface="Courier New"/>
              </a:rPr>
              <a:t>: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7FCFF0"/>
                </a:solidFill>
                <a:latin typeface="Courier New"/>
              </a:rPr>
              <a:t>str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F28C4F"/>
                </a:solidFill>
                <a:latin typeface="Courier New"/>
              </a:rPr>
              <a:t>def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7FCFF0"/>
                </a:solidFill>
                <a:latin typeface="Courier New"/>
              </a:rPr>
              <a:t>assistente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E8EEF1"/>
                </a:solidFill>
                <a:latin typeface="Courier New"/>
              </a:rPr>
              <a:t>state</a:t>
            </a:r>
            <a:r>
              <a:rPr sz="1150">
                <a:solidFill>
                  <a:srgbClr val="E8EEF1"/>
                </a:solidFill>
                <a:latin typeface="Courier New"/>
              </a:rPr>
              <a:t>: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MessagesState</a:t>
            </a:r>
            <a:r>
              <a:rPr sz="1150">
                <a:solidFill>
                  <a:srgbClr val="E8EEF1"/>
                </a:solidFill>
                <a:latin typeface="Courier New"/>
              </a:rPr>
              <a:t>,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runtime</a:t>
            </a:r>
            <a:r>
              <a:rPr sz="1150">
                <a:solidFill>
                  <a:srgbClr val="E8EEF1"/>
                </a:solidFill>
                <a:latin typeface="Courier New"/>
              </a:rPr>
              <a:t>: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Runtime</a:t>
            </a:r>
            <a:r>
              <a:rPr sz="1150">
                <a:solidFill>
                  <a:srgbClr val="E8EEF1"/>
                </a:solidFill>
                <a:latin typeface="Courier New"/>
              </a:rPr>
              <a:t>[</a:t>
            </a:r>
            <a:r>
              <a:rPr sz="1150">
                <a:solidFill>
                  <a:srgbClr val="E8EEF1"/>
                </a:solidFill>
                <a:latin typeface="Courier New"/>
              </a:rPr>
              <a:t>Contesto</a:t>
            </a:r>
            <a:r>
              <a:rPr sz="1150">
                <a:solidFill>
                  <a:srgbClr val="E8EEF1"/>
                </a:solidFill>
                <a:latin typeface="Courier New"/>
              </a:rPr>
              <a:t>]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-</a:t>
            </a:r>
            <a:r>
              <a:rPr sz="1150">
                <a:solidFill>
                  <a:srgbClr val="E8EEF1"/>
                </a:solidFill>
                <a:latin typeface="Courier New"/>
              </a:rPr>
              <a:t>&gt;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7FCFF0"/>
                </a:solidFill>
                <a:latin typeface="Courier New"/>
              </a:rPr>
              <a:t>dict</a:t>
            </a:r>
            <a:r>
              <a:rPr sz="115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    </a:t>
            </a:r>
            <a:r>
              <a:rPr sz="1150">
                <a:solidFill>
                  <a:srgbClr val="E8EEF1"/>
                </a:solidFill>
                <a:latin typeface="Courier New"/>
              </a:rPr>
              <a:t>ns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=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E8EEF1"/>
                </a:solidFill>
                <a:latin typeface="Courier New"/>
              </a:rPr>
              <a:t>runtime</a:t>
            </a:r>
            <a:r>
              <a:rPr sz="1150">
                <a:solidFill>
                  <a:srgbClr val="E8EEF1"/>
                </a:solidFill>
                <a:latin typeface="Courier New"/>
              </a:rPr>
              <a:t>.</a:t>
            </a:r>
            <a:r>
              <a:rPr sz="1150">
                <a:solidFill>
                  <a:srgbClr val="E8EEF1"/>
                </a:solidFill>
                <a:latin typeface="Courier New"/>
              </a:rPr>
              <a:t>context</a:t>
            </a:r>
            <a:r>
              <a:rPr sz="1150">
                <a:solidFill>
                  <a:srgbClr val="E8EEF1"/>
                </a:solidFill>
                <a:latin typeface="Courier New"/>
              </a:rPr>
              <a:t>.</a:t>
            </a:r>
            <a:r>
              <a:rPr sz="1150">
                <a:solidFill>
                  <a:srgbClr val="E8EEF1"/>
                </a:solidFill>
                <a:latin typeface="Courier New"/>
              </a:rPr>
              <a:t>utente_id</a:t>
            </a:r>
            <a:r>
              <a:rPr sz="1150">
                <a:solidFill>
                  <a:srgbClr val="E8EEF1"/>
                </a:solidFill>
                <a:latin typeface="Courier New"/>
              </a:rPr>
              <a:t>,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preferenze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  <a:r>
              <a:rPr sz="1150">
                <a:solidFill>
                  <a:srgbClr val="E8EEF1"/>
                </a:solidFill>
                <a:latin typeface="Courier New"/>
              </a:rPr>
              <a:t>          </a:t>
            </a:r>
            <a:r>
              <a:rPr sz="1150">
                <a:solidFill>
                  <a:srgbClr val="8AA4B0"/>
                </a:solidFill>
                <a:latin typeface="Courier New"/>
              </a:rPr>
              <a:t># namespace = "cartella"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    </a:t>
            </a:r>
            <a:r>
              <a:rPr sz="1150">
                <a:solidFill>
                  <a:srgbClr val="E8EEF1"/>
                </a:solidFill>
                <a:latin typeface="Courier New"/>
              </a:rPr>
              <a:t>ultimo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=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state</a:t>
            </a:r>
            <a:r>
              <a:rPr sz="1150">
                <a:solidFill>
                  <a:srgbClr val="E8EEF1"/>
                </a:solidFill>
                <a:latin typeface="Courier New"/>
              </a:rPr>
              <a:t>[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messages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]</a:t>
            </a:r>
            <a:r>
              <a:rPr sz="1150">
                <a:solidFill>
                  <a:srgbClr val="E8EEF1"/>
                </a:solidFill>
                <a:latin typeface="Courier New"/>
              </a:rPr>
              <a:t>[</a:t>
            </a:r>
            <a:r>
              <a:rPr sz="1150">
                <a:solidFill>
                  <a:srgbClr val="E8EEF1"/>
                </a:solidFill>
                <a:latin typeface="Courier New"/>
              </a:rPr>
              <a:t>-</a:t>
            </a:r>
            <a:r>
              <a:rPr sz="1150">
                <a:solidFill>
                  <a:srgbClr val="F5C96A"/>
                </a:solidFill>
                <a:latin typeface="Courier New"/>
              </a:rPr>
              <a:t>1</a:t>
            </a:r>
            <a:r>
              <a:rPr sz="1150">
                <a:solidFill>
                  <a:srgbClr val="E8EEF1"/>
                </a:solidFill>
                <a:latin typeface="Courier New"/>
              </a:rPr>
              <a:t>]</a:t>
            </a:r>
            <a:r>
              <a:rPr sz="1150">
                <a:solidFill>
                  <a:srgbClr val="E8EEF1"/>
                </a:solidFill>
                <a:latin typeface="Courier New"/>
              </a:rPr>
              <a:t>.</a:t>
            </a:r>
            <a:r>
              <a:rPr sz="1150">
                <a:solidFill>
                  <a:srgbClr val="E8EEF1"/>
                </a:solidFill>
                <a:latin typeface="Courier New"/>
              </a:rPr>
              <a:t>content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    </a:t>
            </a:r>
            <a:r>
              <a:rPr sz="1150" b="1">
                <a:solidFill>
                  <a:srgbClr val="F28C4F"/>
                </a:solidFill>
                <a:latin typeface="Courier New"/>
              </a:rPr>
              <a:t>if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preferisco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F28C4F"/>
                </a:solidFill>
                <a:latin typeface="Courier New"/>
              </a:rPr>
              <a:t>in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ultimo</a:t>
            </a:r>
            <a:r>
              <a:rPr sz="1150">
                <a:solidFill>
                  <a:srgbClr val="E8EEF1"/>
                </a:solidFill>
                <a:latin typeface="Courier New"/>
              </a:rPr>
              <a:t>.</a:t>
            </a:r>
            <a:r>
              <a:rPr sz="1150">
                <a:solidFill>
                  <a:srgbClr val="E8EEF1"/>
                </a:solidFill>
                <a:latin typeface="Courier New"/>
              </a:rPr>
              <a:t>lower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  <a:r>
              <a:rPr sz="1150">
                <a:solidFill>
                  <a:srgbClr val="E8EEF1"/>
                </a:solidFill>
                <a:latin typeface="Courier New"/>
              </a:rPr>
              <a:t>:</a:t>
            </a:r>
            <a:r>
              <a:rPr sz="1150">
                <a:solidFill>
                  <a:srgbClr val="E8EEF1"/>
                </a:solidFill>
                <a:latin typeface="Courier New"/>
              </a:rPr>
              <a:t>                        </a:t>
            </a:r>
            <a:r>
              <a:rPr sz="1150">
                <a:solidFill>
                  <a:srgbClr val="8AA4B0"/>
                </a:solidFill>
                <a:latin typeface="Courier New"/>
              </a:rPr>
              <a:t># salva un ricordo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        </a:t>
            </a:r>
            <a:r>
              <a:rPr sz="1150">
                <a:solidFill>
                  <a:srgbClr val="E8EEF1"/>
                </a:solidFill>
                <a:latin typeface="Courier New"/>
              </a:rPr>
              <a:t>runtime</a:t>
            </a:r>
            <a:r>
              <a:rPr sz="1150">
                <a:solidFill>
                  <a:srgbClr val="E8EEF1"/>
                </a:solidFill>
                <a:latin typeface="Courier New"/>
              </a:rPr>
              <a:t>.</a:t>
            </a:r>
            <a:r>
              <a:rPr sz="1150">
                <a:solidFill>
                  <a:srgbClr val="E8EEF1"/>
                </a:solidFill>
                <a:latin typeface="Courier New"/>
              </a:rPr>
              <a:t>store</a:t>
            </a:r>
            <a:r>
              <a:rPr sz="1150">
                <a:solidFill>
                  <a:srgbClr val="E8EEF1"/>
                </a:solidFill>
                <a:latin typeface="Courier New"/>
              </a:rPr>
              <a:t>.</a:t>
            </a:r>
            <a:r>
              <a:rPr sz="1150">
                <a:solidFill>
                  <a:srgbClr val="E8EEF1"/>
                </a:solidFill>
                <a:latin typeface="Courier New"/>
              </a:rPr>
              <a:t>put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E8EEF1"/>
                </a:solidFill>
                <a:latin typeface="Courier New"/>
              </a:rPr>
              <a:t>ns</a:t>
            </a:r>
            <a:r>
              <a:rPr sz="1150">
                <a:solidFill>
                  <a:srgbClr val="E8EEF1"/>
                </a:solidFill>
                <a:latin typeface="Courier New"/>
              </a:rPr>
              <a:t>,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7FCFF0"/>
                </a:solidFill>
                <a:latin typeface="Courier New"/>
              </a:rPr>
              <a:t>str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E8EEF1"/>
                </a:solidFill>
                <a:latin typeface="Courier New"/>
              </a:rPr>
              <a:t>uuid</a:t>
            </a:r>
            <a:r>
              <a:rPr sz="1150">
                <a:solidFill>
                  <a:srgbClr val="E8EEF1"/>
                </a:solidFill>
                <a:latin typeface="Courier New"/>
              </a:rPr>
              <a:t>.</a:t>
            </a:r>
            <a:r>
              <a:rPr sz="1150">
                <a:solidFill>
                  <a:srgbClr val="E8EEF1"/>
                </a:solidFill>
                <a:latin typeface="Courier New"/>
              </a:rPr>
              <a:t>uuid4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  <a:r>
              <a:rPr sz="1150">
                <a:solidFill>
                  <a:srgbClr val="E8EEF1"/>
                </a:solidFill>
                <a:latin typeface="Courier New"/>
              </a:rPr>
              <a:t>,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{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testo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: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ultimo</a:t>
            </a:r>
            <a:r>
              <a:rPr sz="1150">
                <a:solidFill>
                  <a:srgbClr val="E8EEF1"/>
                </a:solidFill>
                <a:latin typeface="Courier New"/>
              </a:rPr>
              <a:t>}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    </a:t>
            </a:r>
            <a:r>
              <a:rPr sz="1150">
                <a:solidFill>
                  <a:srgbClr val="E8EEF1"/>
                </a:solidFill>
                <a:latin typeface="Courier New"/>
              </a:rPr>
              <a:t>ricordi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=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runtime</a:t>
            </a:r>
            <a:r>
              <a:rPr sz="1150">
                <a:solidFill>
                  <a:srgbClr val="E8EEF1"/>
                </a:solidFill>
                <a:latin typeface="Courier New"/>
              </a:rPr>
              <a:t>.</a:t>
            </a:r>
            <a:r>
              <a:rPr sz="1150">
                <a:solidFill>
                  <a:srgbClr val="E8EEF1"/>
                </a:solidFill>
                <a:latin typeface="Courier New"/>
              </a:rPr>
              <a:t>store</a:t>
            </a:r>
            <a:r>
              <a:rPr sz="1150">
                <a:solidFill>
                  <a:srgbClr val="E8EEF1"/>
                </a:solidFill>
                <a:latin typeface="Courier New"/>
              </a:rPr>
              <a:t>.</a:t>
            </a:r>
            <a:r>
              <a:rPr sz="1150">
                <a:solidFill>
                  <a:srgbClr val="E8EEF1"/>
                </a:solidFill>
                <a:latin typeface="Courier New"/>
              </a:rPr>
              <a:t>search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E8EEF1"/>
                </a:solidFill>
                <a:latin typeface="Courier New"/>
              </a:rPr>
              <a:t>ns</a:t>
            </a:r>
            <a:r>
              <a:rPr sz="1150">
                <a:solidFill>
                  <a:srgbClr val="E8EEF1"/>
                </a:solidFill>
                <a:latin typeface="Courier New"/>
              </a:rPr>
              <a:t>,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limit</a:t>
            </a:r>
            <a:r>
              <a:rPr sz="1150">
                <a:solidFill>
                  <a:srgbClr val="E8EEF1"/>
                </a:solidFill>
                <a:latin typeface="Courier New"/>
              </a:rPr>
              <a:t>=</a:t>
            </a:r>
            <a:r>
              <a:rPr sz="1150">
                <a:solidFill>
                  <a:srgbClr val="F5C96A"/>
                </a:solidFill>
                <a:latin typeface="Courier New"/>
              </a:rPr>
              <a:t>5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  <a:r>
              <a:rPr sz="1150">
                <a:solidFill>
                  <a:srgbClr val="E8EEF1"/>
                </a:solidFill>
                <a:latin typeface="Courier New"/>
              </a:rPr>
              <a:t>               </a:t>
            </a:r>
            <a:r>
              <a:rPr sz="1150">
                <a:solidFill>
                  <a:srgbClr val="8AA4B0"/>
                </a:solidFill>
                <a:latin typeface="Courier New"/>
              </a:rPr>
              <a:t># legge i ricordi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    </a:t>
            </a:r>
            <a:r>
              <a:rPr sz="1150">
                <a:solidFill>
                  <a:srgbClr val="E8EEF1"/>
                </a:solidFill>
                <a:latin typeface="Courier New"/>
              </a:rPr>
              <a:t>note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=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\n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.</a:t>
            </a:r>
            <a:r>
              <a:rPr sz="1150">
                <a:solidFill>
                  <a:srgbClr val="E8EEF1"/>
                </a:solidFill>
                <a:latin typeface="Courier New"/>
              </a:rPr>
              <a:t>join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E8EEF1"/>
                </a:solidFill>
                <a:latin typeface="Courier New"/>
              </a:rPr>
              <a:t>r</a:t>
            </a:r>
            <a:r>
              <a:rPr sz="1150">
                <a:solidFill>
                  <a:srgbClr val="E8EEF1"/>
                </a:solidFill>
                <a:latin typeface="Courier New"/>
              </a:rPr>
              <a:t>.</a:t>
            </a:r>
            <a:r>
              <a:rPr sz="1150">
                <a:solidFill>
                  <a:srgbClr val="E8EEF1"/>
                </a:solidFill>
                <a:latin typeface="Courier New"/>
              </a:rPr>
              <a:t>value</a:t>
            </a:r>
            <a:r>
              <a:rPr sz="1150">
                <a:solidFill>
                  <a:srgbClr val="E8EEF1"/>
                </a:solidFill>
                <a:latin typeface="Courier New"/>
              </a:rPr>
              <a:t>[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testo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]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 b="1">
                <a:solidFill>
                  <a:srgbClr val="F28C4F"/>
                </a:solidFill>
                <a:latin typeface="Courier New"/>
              </a:rPr>
              <a:t>for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r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F28C4F"/>
                </a:solidFill>
                <a:latin typeface="Courier New"/>
              </a:rPr>
              <a:t>in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ricordi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F28C4F"/>
                </a:solidFill>
                <a:latin typeface="Courier New"/>
              </a:rPr>
              <a:t>or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nessuna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    </a:t>
            </a:r>
            <a:r>
              <a:rPr sz="1150">
                <a:solidFill>
                  <a:srgbClr val="E8EEF1"/>
                </a:solidFill>
                <a:latin typeface="Courier New"/>
              </a:rPr>
              <a:t>sistema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=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SystemMessage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B5D98B"/>
                </a:solidFill>
                <a:latin typeface="Courier New"/>
              </a:rPr>
              <a:t>f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Preferenze note dell</a:t>
            </a:r>
            <a:r>
              <a:rPr sz="1150">
                <a:solidFill>
                  <a:srgbClr val="B5D98B"/>
                </a:solidFill>
                <a:latin typeface="Courier New"/>
              </a:rPr>
              <a:t>'</a:t>
            </a:r>
            <a:r>
              <a:rPr sz="1150">
                <a:solidFill>
                  <a:srgbClr val="B5D98B"/>
                </a:solidFill>
                <a:latin typeface="Courier New"/>
              </a:rPr>
              <a:t>utente:</a:t>
            </a:r>
            <a:r>
              <a:rPr sz="1150">
                <a:solidFill>
                  <a:srgbClr val="B5D98B"/>
                </a:solidFill>
                <a:latin typeface="Courier New"/>
              </a:rPr>
              <a:t>\n</a:t>
            </a:r>
            <a:r>
              <a:rPr sz="1150">
                <a:solidFill>
                  <a:srgbClr val="B5D98B"/>
                </a:solidFill>
                <a:latin typeface="Courier New"/>
              </a:rPr>
              <a:t>{</a:t>
            </a:r>
            <a:r>
              <a:rPr sz="1150">
                <a:solidFill>
                  <a:srgbClr val="E8EEF1"/>
                </a:solidFill>
                <a:latin typeface="Courier New"/>
              </a:rPr>
              <a:t>note</a:t>
            </a:r>
            <a:r>
              <a:rPr sz="1150">
                <a:solidFill>
                  <a:srgbClr val="B5D98B"/>
                </a:solidFill>
                <a:latin typeface="Courier New"/>
              </a:rPr>
              <a:t>}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    </a:t>
            </a:r>
            <a:r>
              <a:rPr sz="1150" b="1">
                <a:solidFill>
                  <a:srgbClr val="F28C4F"/>
                </a:solidFill>
                <a:latin typeface="Courier New"/>
              </a:rPr>
              <a:t>return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{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messages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: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[</a:t>
            </a:r>
            <a:r>
              <a:rPr sz="1150">
                <a:solidFill>
                  <a:srgbClr val="E8EEF1"/>
                </a:solidFill>
                <a:latin typeface="Courier New"/>
              </a:rPr>
              <a:t>llm</a:t>
            </a:r>
            <a:r>
              <a:rPr sz="1150">
                <a:solidFill>
                  <a:srgbClr val="E8EEF1"/>
                </a:solidFill>
                <a:latin typeface="Courier New"/>
              </a:rPr>
              <a:t>.</a:t>
            </a:r>
            <a:r>
              <a:rPr sz="1150">
                <a:solidFill>
                  <a:srgbClr val="E8EEF1"/>
                </a:solidFill>
                <a:latin typeface="Courier New"/>
              </a:rPr>
              <a:t>invoke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E8EEF1"/>
                </a:solidFill>
                <a:latin typeface="Courier New"/>
              </a:rPr>
              <a:t>[</a:t>
            </a:r>
            <a:r>
              <a:rPr sz="1150">
                <a:solidFill>
                  <a:srgbClr val="E8EEF1"/>
                </a:solidFill>
                <a:latin typeface="Courier New"/>
              </a:rPr>
              <a:t>sistema</a:t>
            </a:r>
            <a:r>
              <a:rPr sz="1150">
                <a:solidFill>
                  <a:srgbClr val="E8EEF1"/>
                </a:solidFill>
                <a:latin typeface="Courier New"/>
              </a:rPr>
              <a:t>]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+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state</a:t>
            </a:r>
            <a:r>
              <a:rPr sz="1150">
                <a:solidFill>
                  <a:srgbClr val="E8EEF1"/>
                </a:solidFill>
                <a:latin typeface="Courier New"/>
              </a:rPr>
              <a:t>[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messages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]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  <a:r>
              <a:rPr sz="1150">
                <a:solidFill>
                  <a:srgbClr val="E8EEF1"/>
                </a:solidFill>
                <a:latin typeface="Courier New"/>
              </a:rPr>
              <a:t>]</a:t>
            </a:r>
            <a:r>
              <a:rPr sz="1150">
                <a:solidFill>
                  <a:srgbClr val="E8EEF1"/>
                </a:solidFill>
                <a:latin typeface="Courier New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builder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=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StateGraph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E8EEF1"/>
                </a:solidFill>
                <a:latin typeface="Courier New"/>
              </a:rPr>
              <a:t>MessagesState</a:t>
            </a:r>
            <a:r>
              <a:rPr sz="1150">
                <a:solidFill>
                  <a:srgbClr val="E8EEF1"/>
                </a:solidFill>
                <a:latin typeface="Courier New"/>
              </a:rPr>
              <a:t>,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context_schema</a:t>
            </a:r>
            <a:r>
              <a:rPr sz="1150">
                <a:solidFill>
                  <a:srgbClr val="E8EEF1"/>
                </a:solidFill>
                <a:latin typeface="Courier New"/>
              </a:rPr>
              <a:t>=</a:t>
            </a:r>
            <a:r>
              <a:rPr sz="1150">
                <a:solidFill>
                  <a:srgbClr val="E8EEF1"/>
                </a:solidFill>
                <a:latin typeface="Courier New"/>
              </a:rPr>
              <a:t>Contesto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builder</a:t>
            </a:r>
            <a:r>
              <a:rPr sz="1150">
                <a:solidFill>
                  <a:srgbClr val="E8EEF1"/>
                </a:solidFill>
                <a:latin typeface="Courier New"/>
              </a:rPr>
              <a:t>.</a:t>
            </a:r>
            <a:r>
              <a:rPr sz="1150">
                <a:solidFill>
                  <a:srgbClr val="E8EEF1"/>
                </a:solidFill>
                <a:latin typeface="Courier New"/>
              </a:rPr>
              <a:t>add_node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assistente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,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assistente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builder</a:t>
            </a:r>
            <a:r>
              <a:rPr sz="1150">
                <a:solidFill>
                  <a:srgbClr val="E8EEF1"/>
                </a:solidFill>
                <a:latin typeface="Courier New"/>
              </a:rPr>
              <a:t>.</a:t>
            </a:r>
            <a:r>
              <a:rPr sz="1150">
                <a:solidFill>
                  <a:srgbClr val="E8EEF1"/>
                </a:solidFill>
                <a:latin typeface="Courier New"/>
              </a:rPr>
              <a:t>add_edge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E8EEF1"/>
                </a:solidFill>
                <a:latin typeface="Courier New"/>
              </a:rPr>
              <a:t>START</a:t>
            </a:r>
            <a:r>
              <a:rPr sz="1150">
                <a:solidFill>
                  <a:srgbClr val="E8EEF1"/>
                </a:solidFill>
                <a:latin typeface="Courier New"/>
              </a:rPr>
              <a:t>,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assistente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builder</a:t>
            </a:r>
            <a:r>
              <a:rPr sz="1150">
                <a:solidFill>
                  <a:srgbClr val="E8EEF1"/>
                </a:solidFill>
                <a:latin typeface="Courier New"/>
              </a:rPr>
              <a:t>.</a:t>
            </a:r>
            <a:r>
              <a:rPr sz="1150">
                <a:solidFill>
                  <a:srgbClr val="E8EEF1"/>
                </a:solidFill>
                <a:latin typeface="Courier New"/>
              </a:rPr>
              <a:t>add_edge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assistente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,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END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graph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=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builder</a:t>
            </a:r>
            <a:r>
              <a:rPr sz="1150">
                <a:solidFill>
                  <a:srgbClr val="E8EEF1"/>
                </a:solidFill>
                <a:latin typeface="Courier New"/>
              </a:rPr>
              <a:t>.</a:t>
            </a:r>
            <a:r>
              <a:rPr sz="1150">
                <a:solidFill>
                  <a:srgbClr val="E8EEF1"/>
                </a:solidFill>
                <a:latin typeface="Courier New"/>
              </a:rPr>
              <a:t>compile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E8EEF1"/>
                </a:solidFill>
                <a:latin typeface="Courier New"/>
              </a:rPr>
              <a:t>checkpointer</a:t>
            </a:r>
            <a:r>
              <a:rPr sz="1150">
                <a:solidFill>
                  <a:srgbClr val="E8EEF1"/>
                </a:solidFill>
                <a:latin typeface="Courier New"/>
              </a:rPr>
              <a:t>=</a:t>
            </a:r>
            <a:r>
              <a:rPr sz="1150">
                <a:solidFill>
                  <a:srgbClr val="E8EEF1"/>
                </a:solidFill>
                <a:latin typeface="Courier New"/>
              </a:rPr>
              <a:t>InMemorySaver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  <a:r>
              <a:rPr sz="1150">
                <a:solidFill>
                  <a:srgbClr val="E8EEF1"/>
                </a:solidFill>
                <a:latin typeface="Courier New"/>
              </a:rPr>
              <a:t>,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store</a:t>
            </a:r>
            <a:r>
              <a:rPr sz="1150">
                <a:solidFill>
                  <a:srgbClr val="E8EEF1"/>
                </a:solidFill>
                <a:latin typeface="Courier New"/>
              </a:rPr>
              <a:t>=</a:t>
            </a:r>
            <a:r>
              <a:rPr sz="1150">
                <a:solidFill>
                  <a:srgbClr val="E8EEF1"/>
                </a:solidFill>
                <a:latin typeface="Courier New"/>
              </a:rPr>
              <a:t>InMemoryStore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0" y="4864608"/>
            <a:ext cx="32918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b="0" sz="1000">
                <a:solidFill>
                  <a:srgbClr val="76777B"/>
                </a:solidFill>
                <a:latin typeface="Arial"/>
              </a:rPr>
              <a:t>Esempio: </a:t>
            </a:r>
            <a:r>
              <a:rPr b="1" sz="1000">
                <a:solidFill>
                  <a:srgbClr val="005A77"/>
                </a:solidFill>
                <a:latin typeface="Courier New"/>
              </a:rPr>
              <a:t>24_memoria_lungo_termine.py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2.12 STREAMING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73</a:t>
            </a:fld>
          </a:p>
        </p:txBody>
      </p:sp>
      <p:sp>
        <p:nvSpPr>
          <p:cNvPr id="34" name="Rounded Rectangle 33"/>
          <p:cNvSpPr/>
          <p:nvPr/>
        </p:nvSpPr>
        <p:spPr>
          <a:xfrm>
            <a:off x="457200" y="1051560"/>
            <a:ext cx="8229600" cy="3721608"/>
          </a:xfrm>
          <a:prstGeom prst="roundRect">
            <a:avLst>
              <a:gd name="adj" fmla="val 4000"/>
            </a:avLst>
          </a:prstGeom>
          <a:solidFill>
            <a:srgbClr val="0B2B38"/>
          </a:solidFill>
          <a:ln>
            <a:noFill/>
          </a:ln>
        </p:spPr>
        <p:txBody>
          <a:bodyPr rtlCol="0" anchor="t" wrap="square" lIns="128016" rIns="128016" tIns="91440" bIns="54864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28C4F"/>
                </a:solidFill>
                <a:latin typeface="Courier New"/>
              </a:rPr>
              <a:t>from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langgraph</a:t>
            </a:r>
            <a:r>
              <a:rPr sz="1100">
                <a:solidFill>
                  <a:srgbClr val="E8EEF1"/>
                </a:solidFill>
                <a:latin typeface="Courier New"/>
              </a:rPr>
              <a:t>.</a:t>
            </a:r>
            <a:r>
              <a:rPr sz="1100">
                <a:solidFill>
                  <a:srgbClr val="E8EEF1"/>
                </a:solidFill>
                <a:latin typeface="Courier New"/>
              </a:rPr>
              <a:t>config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 b="1">
                <a:solidFill>
                  <a:srgbClr val="F28C4F"/>
                </a:solidFill>
                <a:latin typeface="Courier New"/>
              </a:rPr>
              <a:t>import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get_stream_writer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28C4F"/>
                </a:solidFill>
                <a:latin typeface="Courier New"/>
              </a:rPr>
              <a:t>def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7FCFF0"/>
                </a:solidFill>
                <a:latin typeface="Courier New"/>
              </a:rPr>
              <a:t>agente</a:t>
            </a:r>
            <a:r>
              <a:rPr sz="1100">
                <a:solidFill>
                  <a:srgbClr val="E8EEF1"/>
                </a:solidFill>
                <a:latin typeface="Courier New"/>
              </a:rPr>
              <a:t>(</a:t>
            </a:r>
            <a:r>
              <a:rPr sz="1100">
                <a:solidFill>
                  <a:srgbClr val="E8EEF1"/>
                </a:solidFill>
                <a:latin typeface="Courier New"/>
              </a:rPr>
              <a:t>state</a:t>
            </a:r>
            <a:r>
              <a:rPr sz="1100">
                <a:solidFill>
                  <a:srgbClr val="E8EEF1"/>
                </a:solidFill>
                <a:latin typeface="Courier New"/>
              </a:rPr>
              <a:t>: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MessagesState</a:t>
            </a:r>
            <a:r>
              <a:rPr sz="1100">
                <a:solidFill>
                  <a:srgbClr val="E8EEF1"/>
                </a:solidFill>
                <a:latin typeface="Courier New"/>
              </a:rPr>
              <a:t>)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-</a:t>
            </a:r>
            <a:r>
              <a:rPr sz="1100">
                <a:solidFill>
                  <a:srgbClr val="E8EEF1"/>
                </a:solidFill>
                <a:latin typeface="Courier New"/>
              </a:rPr>
              <a:t>&gt;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7FCFF0"/>
                </a:solidFill>
                <a:latin typeface="Courier New"/>
              </a:rPr>
              <a:t>dict</a:t>
            </a:r>
            <a:r>
              <a:rPr sz="110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8EEF1"/>
                </a:solidFill>
                <a:latin typeface="Courier New"/>
              </a:rPr>
              <a:t>    </a:t>
            </a:r>
            <a:r>
              <a:rPr sz="1100">
                <a:solidFill>
                  <a:srgbClr val="E8EEF1"/>
                </a:solidFill>
                <a:latin typeface="Courier New"/>
              </a:rPr>
              <a:t>writer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=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get_stream_writer</a:t>
            </a:r>
            <a:r>
              <a:rPr sz="1100">
                <a:solidFill>
                  <a:srgbClr val="E8EEF1"/>
                </a:solidFill>
                <a:latin typeface="Courier New"/>
              </a:rPr>
              <a:t>(</a:t>
            </a:r>
            <a:r>
              <a:rPr sz="11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8EEF1"/>
                </a:solidFill>
                <a:latin typeface="Courier New"/>
              </a:rPr>
              <a:t>    </a:t>
            </a:r>
            <a:r>
              <a:rPr sz="1100">
                <a:solidFill>
                  <a:srgbClr val="E8EEF1"/>
                </a:solidFill>
                <a:latin typeface="Courier New"/>
              </a:rPr>
              <a:t>writer</a:t>
            </a:r>
            <a:r>
              <a:rPr sz="1100">
                <a:solidFill>
                  <a:srgbClr val="E8EEF1"/>
                </a:solidFill>
                <a:latin typeface="Courier New"/>
              </a:rPr>
              <a:t>(</a:t>
            </a:r>
            <a:r>
              <a:rPr sz="1100">
                <a:solidFill>
                  <a:srgbClr val="E8EEF1"/>
                </a:solidFill>
                <a:latin typeface="Courier New"/>
              </a:rPr>
              <a:t>{</a:t>
            </a:r>
            <a:r>
              <a:rPr sz="1100">
                <a:solidFill>
                  <a:srgbClr val="B5D98B"/>
                </a:solidFill>
                <a:latin typeface="Courier New"/>
              </a:rPr>
              <a:t>"</a:t>
            </a:r>
            <a:r>
              <a:rPr sz="1100">
                <a:solidFill>
                  <a:srgbClr val="B5D98B"/>
                </a:solidFill>
                <a:latin typeface="Courier New"/>
              </a:rPr>
              <a:t>stato</a:t>
            </a:r>
            <a:r>
              <a:rPr sz="1100">
                <a:solidFill>
                  <a:srgbClr val="B5D98B"/>
                </a:solidFill>
                <a:latin typeface="Courier New"/>
              </a:rPr>
              <a:t>"</a:t>
            </a:r>
            <a:r>
              <a:rPr sz="1100">
                <a:solidFill>
                  <a:srgbClr val="E8EEF1"/>
                </a:solidFill>
                <a:latin typeface="Courier New"/>
              </a:rPr>
              <a:t>: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B5D98B"/>
                </a:solidFill>
                <a:latin typeface="Courier New"/>
              </a:rPr>
              <a:t>"</a:t>
            </a:r>
            <a:r>
              <a:rPr sz="1100">
                <a:solidFill>
                  <a:srgbClr val="B5D98B"/>
                </a:solidFill>
                <a:latin typeface="Courier New"/>
              </a:rPr>
              <a:t>sto pensando…</a:t>
            </a:r>
            <a:r>
              <a:rPr sz="1100">
                <a:solidFill>
                  <a:srgbClr val="B5D98B"/>
                </a:solidFill>
                <a:latin typeface="Courier New"/>
              </a:rPr>
              <a:t>"</a:t>
            </a:r>
            <a:r>
              <a:rPr sz="1100">
                <a:solidFill>
                  <a:srgbClr val="E8EEF1"/>
                </a:solidFill>
                <a:latin typeface="Courier New"/>
              </a:rPr>
              <a:t>}</a:t>
            </a:r>
            <a:r>
              <a:rPr sz="1100">
                <a:solidFill>
                  <a:srgbClr val="E8EEF1"/>
                </a:solidFill>
                <a:latin typeface="Courier New"/>
              </a:rPr>
              <a:t>)</a:t>
            </a:r>
            <a:r>
              <a:rPr sz="1100">
                <a:solidFill>
                  <a:srgbClr val="E8EEF1"/>
                </a:solidFill>
                <a:latin typeface="Courier New"/>
              </a:rPr>
              <a:t>                </a:t>
            </a:r>
            <a:r>
              <a:rPr sz="1100">
                <a:solidFill>
                  <a:srgbClr val="8AA4B0"/>
                </a:solidFill>
                <a:latin typeface="Courier New"/>
              </a:rPr>
              <a:t># evento CUSTOM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8EEF1"/>
                </a:solidFill>
                <a:latin typeface="Courier New"/>
              </a:rPr>
              <a:t>    </a:t>
            </a:r>
            <a:r>
              <a:rPr sz="1100" b="1">
                <a:solidFill>
                  <a:srgbClr val="F28C4F"/>
                </a:solidFill>
                <a:latin typeface="Courier New"/>
              </a:rPr>
              <a:t>return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{</a:t>
            </a:r>
            <a:r>
              <a:rPr sz="1100">
                <a:solidFill>
                  <a:srgbClr val="B5D98B"/>
                </a:solidFill>
                <a:latin typeface="Courier New"/>
              </a:rPr>
              <a:t>"</a:t>
            </a:r>
            <a:r>
              <a:rPr sz="1100">
                <a:solidFill>
                  <a:srgbClr val="B5D98B"/>
                </a:solidFill>
                <a:latin typeface="Courier New"/>
              </a:rPr>
              <a:t>messages</a:t>
            </a:r>
            <a:r>
              <a:rPr sz="1100">
                <a:solidFill>
                  <a:srgbClr val="B5D98B"/>
                </a:solidFill>
                <a:latin typeface="Courier New"/>
              </a:rPr>
              <a:t>"</a:t>
            </a:r>
            <a:r>
              <a:rPr sz="1100">
                <a:solidFill>
                  <a:srgbClr val="E8EEF1"/>
                </a:solidFill>
                <a:latin typeface="Courier New"/>
              </a:rPr>
              <a:t>: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[</a:t>
            </a:r>
            <a:r>
              <a:rPr sz="1100">
                <a:solidFill>
                  <a:srgbClr val="E8EEF1"/>
                </a:solidFill>
                <a:latin typeface="Courier New"/>
              </a:rPr>
              <a:t>llm</a:t>
            </a:r>
            <a:r>
              <a:rPr sz="1100">
                <a:solidFill>
                  <a:srgbClr val="E8EEF1"/>
                </a:solidFill>
                <a:latin typeface="Courier New"/>
              </a:rPr>
              <a:t>.</a:t>
            </a:r>
            <a:r>
              <a:rPr sz="1100">
                <a:solidFill>
                  <a:srgbClr val="E8EEF1"/>
                </a:solidFill>
                <a:latin typeface="Courier New"/>
              </a:rPr>
              <a:t>invoke</a:t>
            </a:r>
            <a:r>
              <a:rPr sz="1100">
                <a:solidFill>
                  <a:srgbClr val="E8EEF1"/>
                </a:solidFill>
                <a:latin typeface="Courier New"/>
              </a:rPr>
              <a:t>(</a:t>
            </a:r>
            <a:r>
              <a:rPr sz="1100">
                <a:solidFill>
                  <a:srgbClr val="E8EEF1"/>
                </a:solidFill>
                <a:latin typeface="Courier New"/>
              </a:rPr>
              <a:t>state</a:t>
            </a:r>
            <a:r>
              <a:rPr sz="1100">
                <a:solidFill>
                  <a:srgbClr val="E8EEF1"/>
                </a:solidFill>
                <a:latin typeface="Courier New"/>
              </a:rPr>
              <a:t>[</a:t>
            </a:r>
            <a:r>
              <a:rPr sz="1100">
                <a:solidFill>
                  <a:srgbClr val="B5D98B"/>
                </a:solidFill>
                <a:latin typeface="Courier New"/>
              </a:rPr>
              <a:t>"</a:t>
            </a:r>
            <a:r>
              <a:rPr sz="1100">
                <a:solidFill>
                  <a:srgbClr val="B5D98B"/>
                </a:solidFill>
                <a:latin typeface="Courier New"/>
              </a:rPr>
              <a:t>messages</a:t>
            </a:r>
            <a:r>
              <a:rPr sz="1100">
                <a:solidFill>
                  <a:srgbClr val="B5D98B"/>
                </a:solidFill>
                <a:latin typeface="Courier New"/>
              </a:rPr>
              <a:t>"</a:t>
            </a:r>
            <a:r>
              <a:rPr sz="1100">
                <a:solidFill>
                  <a:srgbClr val="E8EEF1"/>
                </a:solidFill>
                <a:latin typeface="Courier New"/>
              </a:rPr>
              <a:t>]</a:t>
            </a:r>
            <a:r>
              <a:rPr sz="1100">
                <a:solidFill>
                  <a:srgbClr val="E8EEF1"/>
                </a:solidFill>
                <a:latin typeface="Courier New"/>
              </a:rPr>
              <a:t>)</a:t>
            </a:r>
            <a:r>
              <a:rPr sz="1100">
                <a:solidFill>
                  <a:srgbClr val="E8EEF1"/>
                </a:solidFill>
                <a:latin typeface="Courier New"/>
              </a:rPr>
              <a:t>]</a:t>
            </a:r>
            <a:r>
              <a:rPr sz="1100">
                <a:solidFill>
                  <a:srgbClr val="E8EEF1"/>
                </a:solidFill>
                <a:latin typeface="Courier New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8EEF1"/>
                </a:solidFill>
                <a:latin typeface="Courier New"/>
              </a:rPr>
              <a:t>builder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=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StateGraph</a:t>
            </a:r>
            <a:r>
              <a:rPr sz="1100">
                <a:solidFill>
                  <a:srgbClr val="E8EEF1"/>
                </a:solidFill>
                <a:latin typeface="Courier New"/>
              </a:rPr>
              <a:t>(</a:t>
            </a:r>
            <a:r>
              <a:rPr sz="1100">
                <a:solidFill>
                  <a:srgbClr val="E8EEF1"/>
                </a:solidFill>
                <a:latin typeface="Courier New"/>
              </a:rPr>
              <a:t>MessagesState</a:t>
            </a:r>
            <a:r>
              <a:rPr sz="11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8EEF1"/>
                </a:solidFill>
                <a:latin typeface="Courier New"/>
              </a:rPr>
              <a:t>builder</a:t>
            </a:r>
            <a:r>
              <a:rPr sz="1100">
                <a:solidFill>
                  <a:srgbClr val="E8EEF1"/>
                </a:solidFill>
                <a:latin typeface="Courier New"/>
              </a:rPr>
              <a:t>.</a:t>
            </a:r>
            <a:r>
              <a:rPr sz="1100">
                <a:solidFill>
                  <a:srgbClr val="E8EEF1"/>
                </a:solidFill>
                <a:latin typeface="Courier New"/>
              </a:rPr>
              <a:t>add_node</a:t>
            </a:r>
            <a:r>
              <a:rPr sz="1100">
                <a:solidFill>
                  <a:srgbClr val="E8EEF1"/>
                </a:solidFill>
                <a:latin typeface="Courier New"/>
              </a:rPr>
              <a:t>(</a:t>
            </a:r>
            <a:r>
              <a:rPr sz="1100">
                <a:solidFill>
                  <a:srgbClr val="B5D98B"/>
                </a:solidFill>
                <a:latin typeface="Courier New"/>
              </a:rPr>
              <a:t>"</a:t>
            </a:r>
            <a:r>
              <a:rPr sz="1100">
                <a:solidFill>
                  <a:srgbClr val="B5D98B"/>
                </a:solidFill>
                <a:latin typeface="Courier New"/>
              </a:rPr>
              <a:t>agente</a:t>
            </a:r>
            <a:r>
              <a:rPr sz="1100">
                <a:solidFill>
                  <a:srgbClr val="B5D98B"/>
                </a:solidFill>
                <a:latin typeface="Courier New"/>
              </a:rPr>
              <a:t>"</a:t>
            </a:r>
            <a:r>
              <a:rPr sz="1100">
                <a:solidFill>
                  <a:srgbClr val="E8EEF1"/>
                </a:solidFill>
                <a:latin typeface="Courier New"/>
              </a:rPr>
              <a:t>,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agente</a:t>
            </a:r>
            <a:r>
              <a:rPr sz="11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8EEF1"/>
                </a:solidFill>
                <a:latin typeface="Courier New"/>
              </a:rPr>
              <a:t>builder</a:t>
            </a:r>
            <a:r>
              <a:rPr sz="1100">
                <a:solidFill>
                  <a:srgbClr val="E8EEF1"/>
                </a:solidFill>
                <a:latin typeface="Courier New"/>
              </a:rPr>
              <a:t>.</a:t>
            </a:r>
            <a:r>
              <a:rPr sz="1100">
                <a:solidFill>
                  <a:srgbClr val="E8EEF1"/>
                </a:solidFill>
                <a:latin typeface="Courier New"/>
              </a:rPr>
              <a:t>add_edge</a:t>
            </a:r>
            <a:r>
              <a:rPr sz="1100">
                <a:solidFill>
                  <a:srgbClr val="E8EEF1"/>
                </a:solidFill>
                <a:latin typeface="Courier New"/>
              </a:rPr>
              <a:t>(</a:t>
            </a:r>
            <a:r>
              <a:rPr sz="1100">
                <a:solidFill>
                  <a:srgbClr val="E8EEF1"/>
                </a:solidFill>
                <a:latin typeface="Courier New"/>
              </a:rPr>
              <a:t>START</a:t>
            </a:r>
            <a:r>
              <a:rPr sz="1100">
                <a:solidFill>
                  <a:srgbClr val="E8EEF1"/>
                </a:solidFill>
                <a:latin typeface="Courier New"/>
              </a:rPr>
              <a:t>,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B5D98B"/>
                </a:solidFill>
                <a:latin typeface="Courier New"/>
              </a:rPr>
              <a:t>"</a:t>
            </a:r>
            <a:r>
              <a:rPr sz="1100">
                <a:solidFill>
                  <a:srgbClr val="B5D98B"/>
                </a:solidFill>
                <a:latin typeface="Courier New"/>
              </a:rPr>
              <a:t>agente</a:t>
            </a:r>
            <a:r>
              <a:rPr sz="1100">
                <a:solidFill>
                  <a:srgbClr val="B5D98B"/>
                </a:solidFill>
                <a:latin typeface="Courier New"/>
              </a:rPr>
              <a:t>"</a:t>
            </a:r>
            <a:r>
              <a:rPr sz="11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8EEF1"/>
                </a:solidFill>
                <a:latin typeface="Courier New"/>
              </a:rPr>
              <a:t>builder</a:t>
            </a:r>
            <a:r>
              <a:rPr sz="1100">
                <a:solidFill>
                  <a:srgbClr val="E8EEF1"/>
                </a:solidFill>
                <a:latin typeface="Courier New"/>
              </a:rPr>
              <a:t>.</a:t>
            </a:r>
            <a:r>
              <a:rPr sz="1100">
                <a:solidFill>
                  <a:srgbClr val="E8EEF1"/>
                </a:solidFill>
                <a:latin typeface="Courier New"/>
              </a:rPr>
              <a:t>add_edge</a:t>
            </a:r>
            <a:r>
              <a:rPr sz="1100">
                <a:solidFill>
                  <a:srgbClr val="E8EEF1"/>
                </a:solidFill>
                <a:latin typeface="Courier New"/>
              </a:rPr>
              <a:t>(</a:t>
            </a:r>
            <a:r>
              <a:rPr sz="1100">
                <a:solidFill>
                  <a:srgbClr val="B5D98B"/>
                </a:solidFill>
                <a:latin typeface="Courier New"/>
              </a:rPr>
              <a:t>"</a:t>
            </a:r>
            <a:r>
              <a:rPr sz="1100">
                <a:solidFill>
                  <a:srgbClr val="B5D98B"/>
                </a:solidFill>
                <a:latin typeface="Courier New"/>
              </a:rPr>
              <a:t>agente</a:t>
            </a:r>
            <a:r>
              <a:rPr sz="1100">
                <a:solidFill>
                  <a:srgbClr val="B5D98B"/>
                </a:solidFill>
                <a:latin typeface="Courier New"/>
              </a:rPr>
              <a:t>"</a:t>
            </a:r>
            <a:r>
              <a:rPr sz="1100">
                <a:solidFill>
                  <a:srgbClr val="E8EEF1"/>
                </a:solidFill>
                <a:latin typeface="Courier New"/>
              </a:rPr>
              <a:t>,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END</a:t>
            </a:r>
            <a:r>
              <a:rPr sz="11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8EEF1"/>
                </a:solidFill>
                <a:latin typeface="Courier New"/>
              </a:rPr>
              <a:t>graph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=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builder</a:t>
            </a:r>
            <a:r>
              <a:rPr sz="1100">
                <a:solidFill>
                  <a:srgbClr val="E8EEF1"/>
                </a:solidFill>
                <a:latin typeface="Courier New"/>
              </a:rPr>
              <a:t>.</a:t>
            </a:r>
            <a:r>
              <a:rPr sz="1100">
                <a:solidFill>
                  <a:srgbClr val="E8EEF1"/>
                </a:solidFill>
                <a:latin typeface="Courier New"/>
              </a:rPr>
              <a:t>compile</a:t>
            </a:r>
            <a:r>
              <a:rPr sz="1100">
                <a:solidFill>
                  <a:srgbClr val="E8EEF1"/>
                </a:solidFill>
                <a:latin typeface="Courier New"/>
              </a:rPr>
              <a:t>(</a:t>
            </a:r>
            <a:r>
              <a:rPr sz="11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8EEF1"/>
                </a:solidFill>
                <a:latin typeface="Courier New"/>
              </a:rPr>
              <a:t>inputs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=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{</a:t>
            </a:r>
            <a:r>
              <a:rPr sz="1100">
                <a:solidFill>
                  <a:srgbClr val="B5D98B"/>
                </a:solidFill>
                <a:latin typeface="Courier New"/>
              </a:rPr>
              <a:t>"</a:t>
            </a:r>
            <a:r>
              <a:rPr sz="1100">
                <a:solidFill>
                  <a:srgbClr val="B5D98B"/>
                </a:solidFill>
                <a:latin typeface="Courier New"/>
              </a:rPr>
              <a:t>messages</a:t>
            </a:r>
            <a:r>
              <a:rPr sz="1100">
                <a:solidFill>
                  <a:srgbClr val="B5D98B"/>
                </a:solidFill>
                <a:latin typeface="Courier New"/>
              </a:rPr>
              <a:t>"</a:t>
            </a:r>
            <a:r>
              <a:rPr sz="1100">
                <a:solidFill>
                  <a:srgbClr val="E8EEF1"/>
                </a:solidFill>
                <a:latin typeface="Courier New"/>
              </a:rPr>
              <a:t>: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[</a:t>
            </a:r>
            <a:r>
              <a:rPr sz="1100">
                <a:solidFill>
                  <a:srgbClr val="E8EEF1"/>
                </a:solidFill>
                <a:latin typeface="Courier New"/>
              </a:rPr>
              <a:t>(</a:t>
            </a:r>
            <a:r>
              <a:rPr sz="1100">
                <a:solidFill>
                  <a:srgbClr val="B5D98B"/>
                </a:solidFill>
                <a:latin typeface="Courier New"/>
              </a:rPr>
              <a:t>"</a:t>
            </a:r>
            <a:r>
              <a:rPr sz="1100">
                <a:solidFill>
                  <a:srgbClr val="B5D98B"/>
                </a:solidFill>
                <a:latin typeface="Courier New"/>
              </a:rPr>
              <a:t>user</a:t>
            </a:r>
            <a:r>
              <a:rPr sz="1100">
                <a:solidFill>
                  <a:srgbClr val="B5D98B"/>
                </a:solidFill>
                <a:latin typeface="Courier New"/>
              </a:rPr>
              <a:t>"</a:t>
            </a:r>
            <a:r>
              <a:rPr sz="1100">
                <a:solidFill>
                  <a:srgbClr val="E8EEF1"/>
                </a:solidFill>
                <a:latin typeface="Courier New"/>
              </a:rPr>
              <a:t>,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B5D98B"/>
                </a:solidFill>
                <a:latin typeface="Courier New"/>
              </a:rPr>
              <a:t>"</a:t>
            </a:r>
            <a:r>
              <a:rPr sz="1100">
                <a:solidFill>
                  <a:srgbClr val="B5D98B"/>
                </a:solidFill>
                <a:latin typeface="Courier New"/>
              </a:rPr>
              <a:t>Spiegami cos</a:t>
            </a:r>
            <a:r>
              <a:rPr sz="1100">
                <a:solidFill>
                  <a:srgbClr val="B5D98B"/>
                </a:solidFill>
                <a:latin typeface="Courier New"/>
              </a:rPr>
              <a:t>'</a:t>
            </a:r>
            <a:r>
              <a:rPr sz="1100">
                <a:solidFill>
                  <a:srgbClr val="B5D98B"/>
                </a:solidFill>
                <a:latin typeface="Courier New"/>
              </a:rPr>
              <a:t>è un grafo in 2 righe</a:t>
            </a:r>
            <a:r>
              <a:rPr sz="1100">
                <a:solidFill>
                  <a:srgbClr val="B5D98B"/>
                </a:solidFill>
                <a:latin typeface="Courier New"/>
              </a:rPr>
              <a:t>"</a:t>
            </a:r>
            <a:r>
              <a:rPr sz="1100">
                <a:solidFill>
                  <a:srgbClr val="E8EEF1"/>
                </a:solidFill>
                <a:latin typeface="Courier New"/>
              </a:rPr>
              <a:t>)</a:t>
            </a:r>
            <a:r>
              <a:rPr sz="1100">
                <a:solidFill>
                  <a:srgbClr val="E8EEF1"/>
                </a:solidFill>
                <a:latin typeface="Courier New"/>
              </a:rPr>
              <a:t>]</a:t>
            </a:r>
            <a:r>
              <a:rPr sz="1100">
                <a:solidFill>
                  <a:srgbClr val="E8EEF1"/>
                </a:solidFill>
                <a:latin typeface="Courier New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8AA4B0"/>
                </a:solidFill>
                <a:latin typeface="Courier New"/>
              </a:rPr>
              <a:t># 1) "values": lo state completo dopo ogni passo | "updates": solo le modifiche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28C4F"/>
                </a:solidFill>
                <a:latin typeface="Courier New"/>
              </a:rPr>
              <a:t>for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chunk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F28C4F"/>
                </a:solidFill>
                <a:latin typeface="Courier New"/>
              </a:rPr>
              <a:t>in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graph</a:t>
            </a:r>
            <a:r>
              <a:rPr sz="1100">
                <a:solidFill>
                  <a:srgbClr val="E8EEF1"/>
                </a:solidFill>
                <a:latin typeface="Courier New"/>
              </a:rPr>
              <a:t>.</a:t>
            </a:r>
            <a:r>
              <a:rPr sz="1100">
                <a:solidFill>
                  <a:srgbClr val="E8EEF1"/>
                </a:solidFill>
                <a:latin typeface="Courier New"/>
              </a:rPr>
              <a:t>stream</a:t>
            </a:r>
            <a:r>
              <a:rPr sz="1100">
                <a:solidFill>
                  <a:srgbClr val="E8EEF1"/>
                </a:solidFill>
                <a:latin typeface="Courier New"/>
              </a:rPr>
              <a:t>(</a:t>
            </a:r>
            <a:r>
              <a:rPr sz="1100">
                <a:solidFill>
                  <a:srgbClr val="E8EEF1"/>
                </a:solidFill>
                <a:latin typeface="Courier New"/>
              </a:rPr>
              <a:t>inputs</a:t>
            </a:r>
            <a:r>
              <a:rPr sz="1100">
                <a:solidFill>
                  <a:srgbClr val="E8EEF1"/>
                </a:solidFill>
                <a:latin typeface="Courier New"/>
              </a:rPr>
              <a:t>,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stream_mode</a:t>
            </a:r>
            <a:r>
              <a:rPr sz="1100">
                <a:solidFill>
                  <a:srgbClr val="E8EEF1"/>
                </a:solidFill>
                <a:latin typeface="Courier New"/>
              </a:rPr>
              <a:t>=</a:t>
            </a:r>
            <a:r>
              <a:rPr sz="1100">
                <a:solidFill>
                  <a:srgbClr val="B5D98B"/>
                </a:solidFill>
                <a:latin typeface="Courier New"/>
              </a:rPr>
              <a:t>"</a:t>
            </a:r>
            <a:r>
              <a:rPr sz="1100">
                <a:solidFill>
                  <a:srgbClr val="B5D98B"/>
                </a:solidFill>
                <a:latin typeface="Courier New"/>
              </a:rPr>
              <a:t>updates</a:t>
            </a:r>
            <a:r>
              <a:rPr sz="1100">
                <a:solidFill>
                  <a:srgbClr val="B5D98B"/>
                </a:solidFill>
                <a:latin typeface="Courier New"/>
              </a:rPr>
              <a:t>"</a:t>
            </a:r>
            <a:r>
              <a:rPr sz="1100">
                <a:solidFill>
                  <a:srgbClr val="E8EEF1"/>
                </a:solidFill>
                <a:latin typeface="Courier New"/>
              </a:rPr>
              <a:t>)</a:t>
            </a:r>
            <a:r>
              <a:rPr sz="110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8EEF1"/>
                </a:solidFill>
                <a:latin typeface="Courier New"/>
              </a:rPr>
              <a:t>    </a:t>
            </a:r>
            <a:r>
              <a:rPr sz="1100">
                <a:solidFill>
                  <a:srgbClr val="7FCFF0"/>
                </a:solidFill>
                <a:latin typeface="Courier New"/>
              </a:rPr>
              <a:t>print</a:t>
            </a:r>
            <a:r>
              <a:rPr sz="1100">
                <a:solidFill>
                  <a:srgbClr val="E8EEF1"/>
                </a:solidFill>
                <a:latin typeface="Courier New"/>
              </a:rPr>
              <a:t>(</a:t>
            </a:r>
            <a:r>
              <a:rPr sz="1100">
                <a:solidFill>
                  <a:srgbClr val="E8EEF1"/>
                </a:solidFill>
                <a:latin typeface="Courier New"/>
              </a:rPr>
              <a:t>chunk</a:t>
            </a:r>
            <a:r>
              <a:rPr sz="11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8AA4B0"/>
                </a:solidFill>
                <a:latin typeface="Courier New"/>
              </a:rPr>
              <a:t># 2) "messages": i token dell'LLM appena generati (effetto "macchina da scrivere")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28C4F"/>
                </a:solidFill>
                <a:latin typeface="Courier New"/>
              </a:rPr>
              <a:t>for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token</a:t>
            </a:r>
            <a:r>
              <a:rPr sz="1100">
                <a:solidFill>
                  <a:srgbClr val="E8EEF1"/>
                </a:solidFill>
                <a:latin typeface="Courier New"/>
              </a:rPr>
              <a:t>,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meta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F28C4F"/>
                </a:solidFill>
                <a:latin typeface="Courier New"/>
              </a:rPr>
              <a:t>in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graph</a:t>
            </a:r>
            <a:r>
              <a:rPr sz="1100">
                <a:solidFill>
                  <a:srgbClr val="E8EEF1"/>
                </a:solidFill>
                <a:latin typeface="Courier New"/>
              </a:rPr>
              <a:t>.</a:t>
            </a:r>
            <a:r>
              <a:rPr sz="1100">
                <a:solidFill>
                  <a:srgbClr val="E8EEF1"/>
                </a:solidFill>
                <a:latin typeface="Courier New"/>
              </a:rPr>
              <a:t>stream</a:t>
            </a:r>
            <a:r>
              <a:rPr sz="1100">
                <a:solidFill>
                  <a:srgbClr val="E8EEF1"/>
                </a:solidFill>
                <a:latin typeface="Courier New"/>
              </a:rPr>
              <a:t>(</a:t>
            </a:r>
            <a:r>
              <a:rPr sz="1100">
                <a:solidFill>
                  <a:srgbClr val="E8EEF1"/>
                </a:solidFill>
                <a:latin typeface="Courier New"/>
              </a:rPr>
              <a:t>inputs</a:t>
            </a:r>
            <a:r>
              <a:rPr sz="1100">
                <a:solidFill>
                  <a:srgbClr val="E8EEF1"/>
                </a:solidFill>
                <a:latin typeface="Courier New"/>
              </a:rPr>
              <a:t>,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stream_mode</a:t>
            </a:r>
            <a:r>
              <a:rPr sz="1100">
                <a:solidFill>
                  <a:srgbClr val="E8EEF1"/>
                </a:solidFill>
                <a:latin typeface="Courier New"/>
              </a:rPr>
              <a:t>=</a:t>
            </a:r>
            <a:r>
              <a:rPr sz="1100">
                <a:solidFill>
                  <a:srgbClr val="B5D98B"/>
                </a:solidFill>
                <a:latin typeface="Courier New"/>
              </a:rPr>
              <a:t>"</a:t>
            </a:r>
            <a:r>
              <a:rPr sz="1100">
                <a:solidFill>
                  <a:srgbClr val="B5D98B"/>
                </a:solidFill>
                <a:latin typeface="Courier New"/>
              </a:rPr>
              <a:t>messages</a:t>
            </a:r>
            <a:r>
              <a:rPr sz="1100">
                <a:solidFill>
                  <a:srgbClr val="B5D98B"/>
                </a:solidFill>
                <a:latin typeface="Courier New"/>
              </a:rPr>
              <a:t>"</a:t>
            </a:r>
            <a:r>
              <a:rPr sz="1100">
                <a:solidFill>
                  <a:srgbClr val="E8EEF1"/>
                </a:solidFill>
                <a:latin typeface="Courier New"/>
              </a:rPr>
              <a:t>)</a:t>
            </a:r>
            <a:r>
              <a:rPr sz="110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8EEF1"/>
                </a:solidFill>
                <a:latin typeface="Courier New"/>
              </a:rPr>
              <a:t>    </a:t>
            </a:r>
            <a:r>
              <a:rPr sz="1100" b="1">
                <a:solidFill>
                  <a:srgbClr val="F28C4F"/>
                </a:solidFill>
                <a:latin typeface="Courier New"/>
              </a:rPr>
              <a:t>if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meta</a:t>
            </a:r>
            <a:r>
              <a:rPr sz="1100">
                <a:solidFill>
                  <a:srgbClr val="E8EEF1"/>
                </a:solidFill>
                <a:latin typeface="Courier New"/>
              </a:rPr>
              <a:t>[</a:t>
            </a:r>
            <a:r>
              <a:rPr sz="1100">
                <a:solidFill>
                  <a:srgbClr val="B5D98B"/>
                </a:solidFill>
                <a:latin typeface="Courier New"/>
              </a:rPr>
              <a:t>"</a:t>
            </a:r>
            <a:r>
              <a:rPr sz="1100">
                <a:solidFill>
                  <a:srgbClr val="B5D98B"/>
                </a:solidFill>
                <a:latin typeface="Courier New"/>
              </a:rPr>
              <a:t>langgraph_node</a:t>
            </a:r>
            <a:r>
              <a:rPr sz="1100">
                <a:solidFill>
                  <a:srgbClr val="B5D98B"/>
                </a:solidFill>
                <a:latin typeface="Courier New"/>
              </a:rPr>
              <a:t>"</a:t>
            </a:r>
            <a:r>
              <a:rPr sz="1100">
                <a:solidFill>
                  <a:srgbClr val="E8EEF1"/>
                </a:solidFill>
                <a:latin typeface="Courier New"/>
              </a:rPr>
              <a:t>]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==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B5D98B"/>
                </a:solidFill>
                <a:latin typeface="Courier New"/>
              </a:rPr>
              <a:t>"</a:t>
            </a:r>
            <a:r>
              <a:rPr sz="1100">
                <a:solidFill>
                  <a:srgbClr val="B5D98B"/>
                </a:solidFill>
                <a:latin typeface="Courier New"/>
              </a:rPr>
              <a:t>agente</a:t>
            </a:r>
            <a:r>
              <a:rPr sz="1100">
                <a:solidFill>
                  <a:srgbClr val="B5D98B"/>
                </a:solidFill>
                <a:latin typeface="Courier New"/>
              </a:rPr>
              <a:t>"</a:t>
            </a:r>
            <a:r>
              <a:rPr sz="110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8EEF1"/>
                </a:solidFill>
                <a:latin typeface="Courier New"/>
              </a:rPr>
              <a:t>        </a:t>
            </a:r>
            <a:r>
              <a:rPr sz="1100">
                <a:solidFill>
                  <a:srgbClr val="7FCFF0"/>
                </a:solidFill>
                <a:latin typeface="Courier New"/>
              </a:rPr>
              <a:t>print</a:t>
            </a:r>
            <a:r>
              <a:rPr sz="1100">
                <a:solidFill>
                  <a:srgbClr val="E8EEF1"/>
                </a:solidFill>
                <a:latin typeface="Courier New"/>
              </a:rPr>
              <a:t>(</a:t>
            </a:r>
            <a:r>
              <a:rPr sz="1100">
                <a:solidFill>
                  <a:srgbClr val="E8EEF1"/>
                </a:solidFill>
                <a:latin typeface="Courier New"/>
              </a:rPr>
              <a:t>token</a:t>
            </a:r>
            <a:r>
              <a:rPr sz="1100">
                <a:solidFill>
                  <a:srgbClr val="E8EEF1"/>
                </a:solidFill>
                <a:latin typeface="Courier New"/>
              </a:rPr>
              <a:t>.</a:t>
            </a:r>
            <a:r>
              <a:rPr sz="1100">
                <a:solidFill>
                  <a:srgbClr val="E8EEF1"/>
                </a:solidFill>
                <a:latin typeface="Courier New"/>
              </a:rPr>
              <a:t>content</a:t>
            </a:r>
            <a:r>
              <a:rPr sz="1100">
                <a:solidFill>
                  <a:srgbClr val="E8EEF1"/>
                </a:solidFill>
                <a:latin typeface="Courier New"/>
              </a:rPr>
              <a:t>,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end</a:t>
            </a:r>
            <a:r>
              <a:rPr sz="1100">
                <a:solidFill>
                  <a:srgbClr val="E8EEF1"/>
                </a:solidFill>
                <a:latin typeface="Courier New"/>
              </a:rPr>
              <a:t>=</a:t>
            </a:r>
            <a:r>
              <a:rPr sz="1100">
                <a:solidFill>
                  <a:srgbClr val="B5D98B"/>
                </a:solidFill>
                <a:latin typeface="Courier New"/>
              </a:rPr>
              <a:t>"</a:t>
            </a:r>
            <a:r>
              <a:rPr sz="1100">
                <a:solidFill>
                  <a:srgbClr val="B5D98B"/>
                </a:solidFill>
                <a:latin typeface="Courier New"/>
              </a:rPr>
              <a:t>"</a:t>
            </a:r>
            <a:r>
              <a:rPr sz="1100">
                <a:solidFill>
                  <a:srgbClr val="E8EEF1"/>
                </a:solidFill>
                <a:latin typeface="Courier New"/>
              </a:rPr>
              <a:t>,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flush</a:t>
            </a:r>
            <a:r>
              <a:rPr sz="1100">
                <a:solidFill>
                  <a:srgbClr val="E8EEF1"/>
                </a:solidFill>
                <a:latin typeface="Courier New"/>
              </a:rPr>
              <a:t>=</a:t>
            </a:r>
            <a:r>
              <a:rPr sz="1100" b="1">
                <a:solidFill>
                  <a:srgbClr val="F28C4F"/>
                </a:solidFill>
                <a:latin typeface="Courier New"/>
              </a:rPr>
              <a:t>True</a:t>
            </a:r>
            <a:r>
              <a:rPr sz="11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8AA4B0"/>
                </a:solidFill>
                <a:latin typeface="Courier New"/>
              </a:rPr>
              <a:t># 3) più modalità insieme → tuple (modalità, dato)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28C4F"/>
                </a:solidFill>
                <a:latin typeface="Courier New"/>
              </a:rPr>
              <a:t>for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modo</a:t>
            </a:r>
            <a:r>
              <a:rPr sz="1100">
                <a:solidFill>
                  <a:srgbClr val="E8EEF1"/>
                </a:solidFill>
                <a:latin typeface="Courier New"/>
              </a:rPr>
              <a:t>,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dato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F28C4F"/>
                </a:solidFill>
                <a:latin typeface="Courier New"/>
              </a:rPr>
              <a:t>in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graph</a:t>
            </a:r>
            <a:r>
              <a:rPr sz="1100">
                <a:solidFill>
                  <a:srgbClr val="E8EEF1"/>
                </a:solidFill>
                <a:latin typeface="Courier New"/>
              </a:rPr>
              <a:t>.</a:t>
            </a:r>
            <a:r>
              <a:rPr sz="1100">
                <a:solidFill>
                  <a:srgbClr val="E8EEF1"/>
                </a:solidFill>
                <a:latin typeface="Courier New"/>
              </a:rPr>
              <a:t>stream</a:t>
            </a:r>
            <a:r>
              <a:rPr sz="1100">
                <a:solidFill>
                  <a:srgbClr val="E8EEF1"/>
                </a:solidFill>
                <a:latin typeface="Courier New"/>
              </a:rPr>
              <a:t>(</a:t>
            </a:r>
            <a:r>
              <a:rPr sz="1100">
                <a:solidFill>
                  <a:srgbClr val="E8EEF1"/>
                </a:solidFill>
                <a:latin typeface="Courier New"/>
              </a:rPr>
              <a:t>inputs</a:t>
            </a:r>
            <a:r>
              <a:rPr sz="1100">
                <a:solidFill>
                  <a:srgbClr val="E8EEF1"/>
                </a:solidFill>
                <a:latin typeface="Courier New"/>
              </a:rPr>
              <a:t>,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stream_mode</a:t>
            </a:r>
            <a:r>
              <a:rPr sz="1100">
                <a:solidFill>
                  <a:srgbClr val="E8EEF1"/>
                </a:solidFill>
                <a:latin typeface="Courier New"/>
              </a:rPr>
              <a:t>=</a:t>
            </a:r>
            <a:r>
              <a:rPr sz="1100">
                <a:solidFill>
                  <a:srgbClr val="E8EEF1"/>
                </a:solidFill>
                <a:latin typeface="Courier New"/>
              </a:rPr>
              <a:t>[</a:t>
            </a:r>
            <a:r>
              <a:rPr sz="1100">
                <a:solidFill>
                  <a:srgbClr val="B5D98B"/>
                </a:solidFill>
                <a:latin typeface="Courier New"/>
              </a:rPr>
              <a:t>"</a:t>
            </a:r>
            <a:r>
              <a:rPr sz="1100">
                <a:solidFill>
                  <a:srgbClr val="B5D98B"/>
                </a:solidFill>
                <a:latin typeface="Courier New"/>
              </a:rPr>
              <a:t>custom</a:t>
            </a:r>
            <a:r>
              <a:rPr sz="1100">
                <a:solidFill>
                  <a:srgbClr val="B5D98B"/>
                </a:solidFill>
                <a:latin typeface="Courier New"/>
              </a:rPr>
              <a:t>"</a:t>
            </a:r>
            <a:r>
              <a:rPr sz="1100">
                <a:solidFill>
                  <a:srgbClr val="E8EEF1"/>
                </a:solidFill>
                <a:latin typeface="Courier New"/>
              </a:rPr>
              <a:t>,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B5D98B"/>
                </a:solidFill>
                <a:latin typeface="Courier New"/>
              </a:rPr>
              <a:t>"</a:t>
            </a:r>
            <a:r>
              <a:rPr sz="1100">
                <a:solidFill>
                  <a:srgbClr val="B5D98B"/>
                </a:solidFill>
                <a:latin typeface="Courier New"/>
              </a:rPr>
              <a:t>updates</a:t>
            </a:r>
            <a:r>
              <a:rPr sz="1100">
                <a:solidFill>
                  <a:srgbClr val="B5D98B"/>
                </a:solidFill>
                <a:latin typeface="Courier New"/>
              </a:rPr>
              <a:t>"</a:t>
            </a:r>
            <a:r>
              <a:rPr sz="1100">
                <a:solidFill>
                  <a:srgbClr val="E8EEF1"/>
                </a:solidFill>
                <a:latin typeface="Courier New"/>
              </a:rPr>
              <a:t>]</a:t>
            </a:r>
            <a:r>
              <a:rPr sz="1100">
                <a:solidFill>
                  <a:srgbClr val="E8EEF1"/>
                </a:solidFill>
                <a:latin typeface="Courier New"/>
              </a:rPr>
              <a:t>)</a:t>
            </a:r>
            <a:r>
              <a:rPr sz="110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8EEF1"/>
                </a:solidFill>
                <a:latin typeface="Courier New"/>
              </a:rPr>
              <a:t>    </a:t>
            </a:r>
            <a:r>
              <a:rPr sz="1100">
                <a:solidFill>
                  <a:srgbClr val="7FCFF0"/>
                </a:solidFill>
                <a:latin typeface="Courier New"/>
              </a:rPr>
              <a:t>print</a:t>
            </a:r>
            <a:r>
              <a:rPr sz="1100">
                <a:solidFill>
                  <a:srgbClr val="E8EEF1"/>
                </a:solidFill>
                <a:latin typeface="Courier New"/>
              </a:rPr>
              <a:t>(</a:t>
            </a:r>
            <a:r>
              <a:rPr sz="1100">
                <a:solidFill>
                  <a:srgbClr val="E8EEF1"/>
                </a:solidFill>
                <a:latin typeface="Courier New"/>
              </a:rPr>
              <a:t>modo</a:t>
            </a:r>
            <a:r>
              <a:rPr sz="1100">
                <a:solidFill>
                  <a:srgbClr val="E8EEF1"/>
                </a:solidFill>
                <a:latin typeface="Courier New"/>
              </a:rPr>
              <a:t>,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dato</a:t>
            </a:r>
            <a:r>
              <a:rPr sz="1100">
                <a:solidFill>
                  <a:srgbClr val="E8EEF1"/>
                </a:solidFill>
                <a:latin typeface="Courier New"/>
              </a:rPr>
              <a:t>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0" y="4864608"/>
            <a:ext cx="32918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b="0" sz="1000">
                <a:solidFill>
                  <a:srgbClr val="76777B"/>
                </a:solidFill>
                <a:latin typeface="Arial"/>
              </a:rPr>
              <a:t>Esempio: </a:t>
            </a:r>
            <a:r>
              <a:rPr b="1" sz="1000">
                <a:solidFill>
                  <a:srgbClr val="005A77"/>
                </a:solidFill>
                <a:latin typeface="Courier New"/>
              </a:rPr>
              <a:t>25_streaming.py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2.13 ARCHITETTURE MULTI-AGENTE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74</a:t>
            </a:fld>
          </a:p>
        </p:txBody>
      </p:sp>
      <p:sp>
        <p:nvSpPr>
          <p:cNvPr id="34" name="Rounded Rectangle 33"/>
          <p:cNvSpPr/>
          <p:nvPr/>
        </p:nvSpPr>
        <p:spPr>
          <a:xfrm>
            <a:off x="457200" y="1051560"/>
            <a:ext cx="4023360" cy="146304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66928" y="1124712"/>
            <a:ext cx="380390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400">
                <a:solidFill>
                  <a:srgbClr val="DF6426"/>
                </a:solidFill>
                <a:latin typeface="Arial"/>
              </a:rPr>
              <a:t>Supervisor (agenti come tool)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1508760"/>
            <a:ext cx="3803904" cy="9601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200">
                <a:solidFill>
                  <a:srgbClr val="003548"/>
                </a:solidFill>
                <a:latin typeface="Arial"/>
              </a:rPr>
              <a:t>un agente coordinatore chiama i sotto-agenti come se fossero tool e compone la risposta</a:t>
            </a:r>
          </a:p>
          <a:p>
            <a:pPr algn="l">
              <a:spcAft>
                <a:spcPts val="400"/>
              </a:spcAft>
            </a:pPr>
            <a:r>
              <a:rPr b="0" sz="1200">
                <a:solidFill>
                  <a:srgbClr val="003548"/>
                </a:solidFill>
                <a:latin typeface="Arial"/>
              </a:rPr>
              <a:t>esempio </a:t>
            </a:r>
            <a:r>
              <a:rPr b="1" sz="1200">
                <a:solidFill>
                  <a:srgbClr val="DF6426"/>
                </a:solidFill>
                <a:latin typeface="Courier New"/>
              </a:rPr>
              <a:t>26_*.py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663440" y="1051560"/>
            <a:ext cx="4023360" cy="146304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773168" y="1124712"/>
            <a:ext cx="380390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400">
                <a:solidFill>
                  <a:srgbClr val="DF6426"/>
                </a:solidFill>
                <a:latin typeface="Arial"/>
              </a:rPr>
              <a:t>Router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73168" y="1508760"/>
            <a:ext cx="3803904" cy="9601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200">
                <a:solidFill>
                  <a:srgbClr val="003548"/>
                </a:solidFill>
                <a:latin typeface="Arial"/>
              </a:rPr>
              <a:t>un nodo classifica la richiesta e passa il controllo a un agente specializzato</a:t>
            </a:r>
          </a:p>
          <a:p>
            <a:pPr algn="l">
              <a:spcAft>
                <a:spcPts val="400"/>
              </a:spcAft>
            </a:pPr>
            <a:r>
              <a:rPr b="0" sz="1200">
                <a:solidFill>
                  <a:srgbClr val="003548"/>
                </a:solidFill>
                <a:latin typeface="Arial"/>
              </a:rPr>
              <a:t>esempio </a:t>
            </a:r>
            <a:r>
              <a:rPr b="1" sz="1200">
                <a:solidFill>
                  <a:srgbClr val="DF6426"/>
                </a:solidFill>
                <a:latin typeface="Courier New"/>
              </a:rPr>
              <a:t>27_*.py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2651760"/>
            <a:ext cx="4023360" cy="146304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566928" y="2724912"/>
            <a:ext cx="380390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400">
                <a:solidFill>
                  <a:srgbClr val="DF6426"/>
                </a:solidFill>
                <a:latin typeface="Arial"/>
              </a:rPr>
              <a:t>Handoff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3108960"/>
            <a:ext cx="3803904" cy="9601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200">
                <a:solidFill>
                  <a:srgbClr val="003548"/>
                </a:solidFill>
                <a:latin typeface="Arial"/>
              </a:rPr>
              <a:t>gli agenti si passano il controllo con </a:t>
            </a:r>
            <a:r>
              <a:rPr b="1" sz="1200">
                <a:solidFill>
                  <a:srgbClr val="DF6426"/>
                </a:solidFill>
                <a:latin typeface="Courier New"/>
              </a:rPr>
              <a:t>Command(goto=…)</a:t>
            </a:r>
          </a:p>
          <a:p>
            <a:pPr algn="l">
              <a:spcAft>
                <a:spcPts val="400"/>
              </a:spcAft>
            </a:pPr>
            <a:r>
              <a:rPr b="0" sz="1200">
                <a:solidFill>
                  <a:srgbClr val="003548"/>
                </a:solidFill>
                <a:latin typeface="Arial"/>
              </a:rPr>
              <a:t>esempio </a:t>
            </a:r>
            <a:r>
              <a:rPr b="1" sz="1200">
                <a:solidFill>
                  <a:srgbClr val="DF6426"/>
                </a:solidFill>
                <a:latin typeface="Courier New"/>
              </a:rPr>
              <a:t>19_*.py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663440" y="2651760"/>
            <a:ext cx="4023360" cy="146304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4773168" y="2724912"/>
            <a:ext cx="380390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400">
                <a:solidFill>
                  <a:srgbClr val="DF6426"/>
                </a:solidFill>
                <a:latin typeface="Arial"/>
              </a:rPr>
              <a:t>Workflow custom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73168" y="3108960"/>
            <a:ext cx="3803904" cy="9601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200">
                <a:solidFill>
                  <a:srgbClr val="003548"/>
                </a:solidFill>
                <a:latin typeface="Arial"/>
              </a:rPr>
              <a:t>grafo deterministico che usa agenti solo in alcuni nodi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200">
                <a:solidFill>
                  <a:srgbClr val="005A77"/>
                </a:solidFill>
                <a:latin typeface="Arial"/>
              </a:rPr>
              <a:t>Con modelli locali piccoli: </a:t>
            </a:r>
            <a:r>
              <a:rPr b="1" sz="1200">
                <a:solidFill>
                  <a:srgbClr val="005A77"/>
                </a:solidFill>
                <a:latin typeface="Arial"/>
              </a:rPr>
              <a:t>pochi agenti, pochi tool ciascuno, prompt molto specifici</a:t>
            </a:r>
            <a:r>
              <a:rPr b="0" sz="1200">
                <a:solidFill>
                  <a:srgbClr val="005A77"/>
                </a:solidFill>
                <a:latin typeface="Arial"/>
              </a:rPr>
              <a:t>. Il router con output strutturato è il pattern più robusto.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2.14 SUPERVISOR: AGENTI COME TOOL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75</a:t>
            </a:fld>
          </a:p>
        </p:txBody>
      </p:sp>
      <p:sp>
        <p:nvSpPr>
          <p:cNvPr id="34" name="Rounded Rectangle 33"/>
          <p:cNvSpPr/>
          <p:nvPr/>
        </p:nvSpPr>
        <p:spPr>
          <a:xfrm>
            <a:off x="457200" y="1051560"/>
            <a:ext cx="8229600" cy="3681983"/>
          </a:xfrm>
          <a:prstGeom prst="roundRect">
            <a:avLst>
              <a:gd name="adj" fmla="val 4000"/>
            </a:avLst>
          </a:prstGeom>
          <a:solidFill>
            <a:srgbClr val="0B2B38"/>
          </a:solidFill>
          <a:ln>
            <a:noFill/>
          </a:ln>
        </p:spPr>
        <p:txBody>
          <a:bodyPr rtlCol="0" anchor="t" wrap="square" lIns="128016" rIns="128016" tIns="91440" bIns="54864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28C4F"/>
                </a:solidFill>
                <a:latin typeface="Courier New"/>
              </a:rPr>
              <a:t>from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langchain</a:t>
            </a:r>
            <a:r>
              <a:rPr sz="1200">
                <a:solidFill>
                  <a:srgbClr val="E8EEF1"/>
                </a:solidFill>
                <a:latin typeface="Courier New"/>
              </a:rPr>
              <a:t>.</a:t>
            </a:r>
            <a:r>
              <a:rPr sz="1200">
                <a:solidFill>
                  <a:srgbClr val="E8EEF1"/>
                </a:solidFill>
                <a:latin typeface="Courier New"/>
              </a:rPr>
              <a:t>agents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 b="1">
                <a:solidFill>
                  <a:srgbClr val="F28C4F"/>
                </a:solidFill>
                <a:latin typeface="Courier New"/>
              </a:rPr>
              <a:t>import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create_agent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commerciale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=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create_agent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get_llm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  <a:r>
              <a:rPr sz="1200">
                <a:solidFill>
                  <a:srgbClr val="E8EEF1"/>
                </a:solidFill>
                <a:latin typeface="Courier New"/>
              </a:rPr>
              <a:t>,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tools</a:t>
            </a:r>
            <a:r>
              <a:rPr sz="1200">
                <a:solidFill>
                  <a:srgbClr val="E8EEF1"/>
                </a:solidFill>
                <a:latin typeface="Courier New"/>
              </a:rPr>
              <a:t>=</a:t>
            </a:r>
            <a:r>
              <a:rPr sz="1200">
                <a:solidFill>
                  <a:srgbClr val="E8EEF1"/>
                </a:solidFill>
                <a:latin typeface="Courier New"/>
              </a:rPr>
              <a:t>[</a:t>
            </a:r>
            <a:r>
              <a:rPr sz="1200">
                <a:solidFill>
                  <a:srgbClr val="E8EEF1"/>
                </a:solidFill>
                <a:latin typeface="Courier New"/>
              </a:rPr>
              <a:t>cerca_listino</a:t>
            </a:r>
            <a:r>
              <a:rPr sz="1200">
                <a:solidFill>
                  <a:srgbClr val="E8EEF1"/>
                </a:solidFill>
                <a:latin typeface="Courier New"/>
              </a:rPr>
              <a:t>]</a:t>
            </a:r>
            <a:r>
              <a:rPr sz="1200">
                <a:solidFill>
                  <a:srgbClr val="E8EEF1"/>
                </a:solidFill>
                <a:latin typeface="Courier New"/>
              </a:rPr>
              <a:t>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    </a:t>
            </a:r>
            <a:r>
              <a:rPr sz="1200">
                <a:solidFill>
                  <a:srgbClr val="E8EEF1"/>
                </a:solidFill>
                <a:latin typeface="Courier New"/>
              </a:rPr>
              <a:t>system_prompt</a:t>
            </a:r>
            <a:r>
              <a:rPr sz="1200">
                <a:solidFill>
                  <a:srgbClr val="E8EEF1"/>
                </a:solidFill>
                <a:latin typeface="Courier New"/>
              </a:rPr>
              <a:t>=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Sei un commerciale: trovi i prezzi di listino.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contabile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=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create_agent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get_llm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  <a:r>
              <a:rPr sz="1200">
                <a:solidFill>
                  <a:srgbClr val="E8EEF1"/>
                </a:solidFill>
                <a:latin typeface="Courier New"/>
              </a:rPr>
              <a:t>,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tools</a:t>
            </a:r>
            <a:r>
              <a:rPr sz="1200">
                <a:solidFill>
                  <a:srgbClr val="E8EEF1"/>
                </a:solidFill>
                <a:latin typeface="Courier New"/>
              </a:rPr>
              <a:t>=</a:t>
            </a:r>
            <a:r>
              <a:rPr sz="1200">
                <a:solidFill>
                  <a:srgbClr val="E8EEF1"/>
                </a:solidFill>
                <a:latin typeface="Courier New"/>
              </a:rPr>
              <a:t>[</a:t>
            </a:r>
            <a:r>
              <a:rPr sz="1200">
                <a:solidFill>
                  <a:srgbClr val="E8EEF1"/>
                </a:solidFill>
                <a:latin typeface="Courier New"/>
              </a:rPr>
              <a:t>calcola_iva</a:t>
            </a:r>
            <a:r>
              <a:rPr sz="1200">
                <a:solidFill>
                  <a:srgbClr val="E8EEF1"/>
                </a:solidFill>
                <a:latin typeface="Courier New"/>
              </a:rPr>
              <a:t>]</a:t>
            </a:r>
            <a:r>
              <a:rPr sz="1200">
                <a:solidFill>
                  <a:srgbClr val="E8EEF1"/>
                </a:solidFill>
                <a:latin typeface="Courier New"/>
              </a:rPr>
              <a:t>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    </a:t>
            </a:r>
            <a:r>
              <a:rPr sz="1200">
                <a:solidFill>
                  <a:srgbClr val="E8EEF1"/>
                </a:solidFill>
                <a:latin typeface="Courier New"/>
              </a:rPr>
              <a:t>system_prompt</a:t>
            </a:r>
            <a:r>
              <a:rPr sz="1200">
                <a:solidFill>
                  <a:srgbClr val="E8EEF1"/>
                </a:solidFill>
                <a:latin typeface="Courier New"/>
              </a:rPr>
              <a:t>=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Sei un contabile: calcoli l</a:t>
            </a:r>
            <a:r>
              <a:rPr sz="1200">
                <a:solidFill>
                  <a:srgbClr val="B5D98B"/>
                </a:solidFill>
                <a:latin typeface="Courier New"/>
              </a:rPr>
              <a:t>'</a:t>
            </a:r>
            <a:r>
              <a:rPr sz="1200">
                <a:solidFill>
                  <a:srgbClr val="B5D98B"/>
                </a:solidFill>
                <a:latin typeface="Courier New"/>
              </a:rPr>
              <a:t>IVA.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5C96A"/>
                </a:solidFill>
                <a:latin typeface="Courier New"/>
              </a:rPr>
              <a:t>@tool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28C4F"/>
                </a:solidFill>
                <a:latin typeface="Courier New"/>
              </a:rPr>
              <a:t>def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7FCFF0"/>
                </a:solidFill>
                <a:latin typeface="Courier New"/>
              </a:rPr>
              <a:t>chiedi_al_commerciale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richiesta</a:t>
            </a:r>
            <a:r>
              <a:rPr sz="1200">
                <a:solidFill>
                  <a:srgbClr val="E8EEF1"/>
                </a:solidFill>
                <a:latin typeface="Courier New"/>
              </a:rPr>
              <a:t>: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7FCFF0"/>
                </a:solidFill>
                <a:latin typeface="Courier New"/>
              </a:rPr>
              <a:t>str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-</a:t>
            </a:r>
            <a:r>
              <a:rPr sz="1200">
                <a:solidFill>
                  <a:srgbClr val="E8EEF1"/>
                </a:solidFill>
                <a:latin typeface="Courier New"/>
              </a:rPr>
              <a:t>&gt;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7FCFF0"/>
                </a:solidFill>
                <a:latin typeface="Courier New"/>
              </a:rPr>
              <a:t>str</a:t>
            </a:r>
            <a:r>
              <a:rPr sz="120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    </a:t>
            </a:r>
            <a:r>
              <a:rPr sz="1200">
                <a:solidFill>
                  <a:srgbClr val="B5D98B"/>
                </a:solidFill>
                <a:latin typeface="Courier New"/>
              </a:rPr>
              <a:t>"""Delega al commerciale domande su prodotti e prezzi di listino."""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    </a:t>
            </a:r>
            <a:r>
              <a:rPr sz="1200">
                <a:solidFill>
                  <a:srgbClr val="E8EEF1"/>
                </a:solidFill>
                <a:latin typeface="Courier New"/>
              </a:rPr>
              <a:t>out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=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commerciale</a:t>
            </a:r>
            <a:r>
              <a:rPr sz="1200">
                <a:solidFill>
                  <a:srgbClr val="E8EEF1"/>
                </a:solidFill>
                <a:latin typeface="Courier New"/>
              </a:rPr>
              <a:t>.</a:t>
            </a:r>
            <a:r>
              <a:rPr sz="1200">
                <a:solidFill>
                  <a:srgbClr val="E8EEF1"/>
                </a:solidFill>
                <a:latin typeface="Courier New"/>
              </a:rPr>
              <a:t>invoke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{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messages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: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[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user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,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richiesta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  <a:r>
              <a:rPr sz="1200">
                <a:solidFill>
                  <a:srgbClr val="E8EEF1"/>
                </a:solidFill>
                <a:latin typeface="Courier New"/>
              </a:rPr>
              <a:t>]</a:t>
            </a:r>
            <a:r>
              <a:rPr sz="1200">
                <a:solidFill>
                  <a:srgbClr val="E8EEF1"/>
                </a:solidFill>
                <a:latin typeface="Courier New"/>
              </a:rPr>
              <a:t>}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    </a:t>
            </a:r>
            <a:r>
              <a:rPr sz="1200" b="1">
                <a:solidFill>
                  <a:srgbClr val="F28C4F"/>
                </a:solidFill>
                <a:latin typeface="Courier New"/>
              </a:rPr>
              <a:t>return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out</a:t>
            </a:r>
            <a:r>
              <a:rPr sz="1200">
                <a:solidFill>
                  <a:srgbClr val="E8EEF1"/>
                </a:solidFill>
                <a:latin typeface="Courier New"/>
              </a:rPr>
              <a:t>[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messages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]</a:t>
            </a:r>
            <a:r>
              <a:rPr sz="1200">
                <a:solidFill>
                  <a:srgbClr val="E8EEF1"/>
                </a:solidFill>
                <a:latin typeface="Courier New"/>
              </a:rPr>
              <a:t>[</a:t>
            </a:r>
            <a:r>
              <a:rPr sz="1200">
                <a:solidFill>
                  <a:srgbClr val="E8EEF1"/>
                </a:solidFill>
                <a:latin typeface="Courier New"/>
              </a:rPr>
              <a:t>-</a:t>
            </a:r>
            <a:r>
              <a:rPr sz="1200">
                <a:solidFill>
                  <a:srgbClr val="F5C96A"/>
                </a:solidFill>
                <a:latin typeface="Courier New"/>
              </a:rPr>
              <a:t>1</a:t>
            </a:r>
            <a:r>
              <a:rPr sz="1200">
                <a:solidFill>
                  <a:srgbClr val="E8EEF1"/>
                </a:solidFill>
                <a:latin typeface="Courier New"/>
              </a:rPr>
              <a:t>]</a:t>
            </a:r>
            <a:r>
              <a:rPr sz="1200">
                <a:solidFill>
                  <a:srgbClr val="E8EEF1"/>
                </a:solidFill>
                <a:latin typeface="Courier New"/>
              </a:rPr>
              <a:t>.</a:t>
            </a:r>
            <a:r>
              <a:rPr sz="1200">
                <a:solidFill>
                  <a:srgbClr val="E8EEF1"/>
                </a:solidFill>
                <a:latin typeface="Courier New"/>
              </a:rPr>
              <a:t>content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5C96A"/>
                </a:solidFill>
                <a:latin typeface="Courier New"/>
              </a:rPr>
              <a:t>@tool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28C4F"/>
                </a:solidFill>
                <a:latin typeface="Courier New"/>
              </a:rPr>
              <a:t>def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7FCFF0"/>
                </a:solidFill>
                <a:latin typeface="Courier New"/>
              </a:rPr>
              <a:t>chiedi_al_contabile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richiesta</a:t>
            </a:r>
            <a:r>
              <a:rPr sz="1200">
                <a:solidFill>
                  <a:srgbClr val="E8EEF1"/>
                </a:solidFill>
                <a:latin typeface="Courier New"/>
              </a:rPr>
              <a:t>: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7FCFF0"/>
                </a:solidFill>
                <a:latin typeface="Courier New"/>
              </a:rPr>
              <a:t>str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-</a:t>
            </a:r>
            <a:r>
              <a:rPr sz="1200">
                <a:solidFill>
                  <a:srgbClr val="E8EEF1"/>
                </a:solidFill>
                <a:latin typeface="Courier New"/>
              </a:rPr>
              <a:t>&gt;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7FCFF0"/>
                </a:solidFill>
                <a:latin typeface="Courier New"/>
              </a:rPr>
              <a:t>str</a:t>
            </a:r>
            <a:r>
              <a:rPr sz="120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    </a:t>
            </a:r>
            <a:r>
              <a:rPr sz="1200">
                <a:solidFill>
                  <a:srgbClr val="B5D98B"/>
                </a:solidFill>
                <a:latin typeface="Courier New"/>
              </a:rPr>
              <a:t>"""Delega al contabile i calcoli di IVA e totali."""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    </a:t>
            </a:r>
            <a:r>
              <a:rPr sz="1200">
                <a:solidFill>
                  <a:srgbClr val="E8EEF1"/>
                </a:solidFill>
                <a:latin typeface="Courier New"/>
              </a:rPr>
              <a:t>out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=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contabile</a:t>
            </a:r>
            <a:r>
              <a:rPr sz="1200">
                <a:solidFill>
                  <a:srgbClr val="E8EEF1"/>
                </a:solidFill>
                <a:latin typeface="Courier New"/>
              </a:rPr>
              <a:t>.</a:t>
            </a:r>
            <a:r>
              <a:rPr sz="1200">
                <a:solidFill>
                  <a:srgbClr val="E8EEF1"/>
                </a:solidFill>
                <a:latin typeface="Courier New"/>
              </a:rPr>
              <a:t>invoke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{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messages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: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[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user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,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richiesta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  <a:r>
              <a:rPr sz="1200">
                <a:solidFill>
                  <a:srgbClr val="E8EEF1"/>
                </a:solidFill>
                <a:latin typeface="Courier New"/>
              </a:rPr>
              <a:t>]</a:t>
            </a:r>
            <a:r>
              <a:rPr sz="1200">
                <a:solidFill>
                  <a:srgbClr val="E8EEF1"/>
                </a:solidFill>
                <a:latin typeface="Courier New"/>
              </a:rPr>
              <a:t>}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    </a:t>
            </a:r>
            <a:r>
              <a:rPr sz="1200" b="1">
                <a:solidFill>
                  <a:srgbClr val="F28C4F"/>
                </a:solidFill>
                <a:latin typeface="Courier New"/>
              </a:rPr>
              <a:t>return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out</a:t>
            </a:r>
            <a:r>
              <a:rPr sz="1200">
                <a:solidFill>
                  <a:srgbClr val="E8EEF1"/>
                </a:solidFill>
                <a:latin typeface="Courier New"/>
              </a:rPr>
              <a:t>[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messages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]</a:t>
            </a:r>
            <a:r>
              <a:rPr sz="1200">
                <a:solidFill>
                  <a:srgbClr val="E8EEF1"/>
                </a:solidFill>
                <a:latin typeface="Courier New"/>
              </a:rPr>
              <a:t>[</a:t>
            </a:r>
            <a:r>
              <a:rPr sz="1200">
                <a:solidFill>
                  <a:srgbClr val="E8EEF1"/>
                </a:solidFill>
                <a:latin typeface="Courier New"/>
              </a:rPr>
              <a:t>-</a:t>
            </a:r>
            <a:r>
              <a:rPr sz="1200">
                <a:solidFill>
                  <a:srgbClr val="F5C96A"/>
                </a:solidFill>
                <a:latin typeface="Courier New"/>
              </a:rPr>
              <a:t>1</a:t>
            </a:r>
            <a:r>
              <a:rPr sz="1200">
                <a:solidFill>
                  <a:srgbClr val="E8EEF1"/>
                </a:solidFill>
                <a:latin typeface="Courier New"/>
              </a:rPr>
              <a:t>]</a:t>
            </a:r>
            <a:r>
              <a:rPr sz="1200">
                <a:solidFill>
                  <a:srgbClr val="E8EEF1"/>
                </a:solidFill>
                <a:latin typeface="Courier New"/>
              </a:rPr>
              <a:t>.</a:t>
            </a:r>
            <a:r>
              <a:rPr sz="1200">
                <a:solidFill>
                  <a:srgbClr val="E8EEF1"/>
                </a:solidFill>
                <a:latin typeface="Courier New"/>
              </a:rPr>
              <a:t>content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supervisore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=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create_agent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get_llm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  <a:r>
              <a:rPr sz="1200">
                <a:solidFill>
                  <a:srgbClr val="E8EEF1"/>
                </a:solidFill>
                <a:latin typeface="Courier New"/>
              </a:rPr>
              <a:t>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    </a:t>
            </a:r>
            <a:r>
              <a:rPr sz="1200">
                <a:solidFill>
                  <a:srgbClr val="E8EEF1"/>
                </a:solidFill>
                <a:latin typeface="Courier New"/>
              </a:rPr>
              <a:t>tools</a:t>
            </a:r>
            <a:r>
              <a:rPr sz="1200">
                <a:solidFill>
                  <a:srgbClr val="E8EEF1"/>
                </a:solidFill>
                <a:latin typeface="Courier New"/>
              </a:rPr>
              <a:t>=</a:t>
            </a:r>
            <a:r>
              <a:rPr sz="1200">
                <a:solidFill>
                  <a:srgbClr val="E8EEF1"/>
                </a:solidFill>
                <a:latin typeface="Courier New"/>
              </a:rPr>
              <a:t>[</a:t>
            </a:r>
            <a:r>
              <a:rPr sz="1200">
                <a:solidFill>
                  <a:srgbClr val="E8EEF1"/>
                </a:solidFill>
                <a:latin typeface="Courier New"/>
              </a:rPr>
              <a:t>chiedi_al_commerciale</a:t>
            </a:r>
            <a:r>
              <a:rPr sz="1200">
                <a:solidFill>
                  <a:srgbClr val="E8EEF1"/>
                </a:solidFill>
                <a:latin typeface="Courier New"/>
              </a:rPr>
              <a:t>,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chiedi_al_contabile</a:t>
            </a:r>
            <a:r>
              <a:rPr sz="1200">
                <a:solidFill>
                  <a:srgbClr val="E8EEF1"/>
                </a:solidFill>
                <a:latin typeface="Courier New"/>
              </a:rPr>
              <a:t>]</a:t>
            </a:r>
            <a:r>
              <a:rPr sz="1200">
                <a:solidFill>
                  <a:srgbClr val="E8EEF1"/>
                </a:solidFill>
                <a:latin typeface="Courier New"/>
              </a:rPr>
              <a:t>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    </a:t>
            </a:r>
            <a:r>
              <a:rPr sz="1200">
                <a:solidFill>
                  <a:srgbClr val="E8EEF1"/>
                </a:solidFill>
                <a:latin typeface="Courier New"/>
              </a:rPr>
              <a:t>system_prompt</a:t>
            </a:r>
            <a:r>
              <a:rPr sz="1200">
                <a:solidFill>
                  <a:srgbClr val="E8EEF1"/>
                </a:solidFill>
                <a:latin typeface="Courier New"/>
              </a:rPr>
              <a:t>=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Coordini un team. Delega ogni sotto-problema allo specialista 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                  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giusto, poi componi tu la risposta finale per il cliente.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0" y="4864608"/>
            <a:ext cx="32918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b="0" sz="1000">
                <a:solidFill>
                  <a:srgbClr val="76777B"/>
                </a:solidFill>
                <a:latin typeface="Arial"/>
              </a:rPr>
              <a:t>Esempio: </a:t>
            </a:r>
            <a:r>
              <a:rPr b="1" sz="1000">
                <a:solidFill>
                  <a:srgbClr val="005A77"/>
                </a:solidFill>
                <a:latin typeface="Courier New"/>
              </a:rPr>
              <a:t>26_multi_agente_supervisor.py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2.15 ROUTER CON HANDOFF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76</a:t>
            </a:fld>
          </a:p>
        </p:txBody>
      </p:sp>
      <p:sp>
        <p:nvSpPr>
          <p:cNvPr id="34" name="Rounded Rectangle 33"/>
          <p:cNvSpPr/>
          <p:nvPr/>
        </p:nvSpPr>
        <p:spPr>
          <a:xfrm>
            <a:off x="457200" y="1051560"/>
            <a:ext cx="8229600" cy="3539617"/>
          </a:xfrm>
          <a:prstGeom prst="roundRect">
            <a:avLst>
              <a:gd name="adj" fmla="val 4000"/>
            </a:avLst>
          </a:prstGeom>
          <a:solidFill>
            <a:srgbClr val="0B2B38"/>
          </a:solidFill>
          <a:ln>
            <a:noFill/>
          </a:ln>
        </p:spPr>
        <p:txBody>
          <a:bodyPr rtlCol="0" anchor="t" wrap="square" lIns="128016" rIns="128016" tIns="91440" bIns="54864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F28C4F"/>
                </a:solidFill>
                <a:latin typeface="Courier New"/>
              </a:rPr>
              <a:t>class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7FCFF0"/>
                </a:solidFill>
                <a:latin typeface="Courier New"/>
              </a:rPr>
              <a:t>Rotta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E8EEF1"/>
                </a:solidFill>
                <a:latin typeface="Courier New"/>
              </a:rPr>
              <a:t>BaseModel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  <a:r>
              <a:rPr sz="115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    </a:t>
            </a:r>
            <a:r>
              <a:rPr sz="1150">
                <a:solidFill>
                  <a:srgbClr val="E8EEF1"/>
                </a:solidFill>
                <a:latin typeface="Courier New"/>
              </a:rPr>
              <a:t>agente</a:t>
            </a:r>
            <a:r>
              <a:rPr sz="1150">
                <a:solidFill>
                  <a:srgbClr val="E8EEF1"/>
                </a:solidFill>
                <a:latin typeface="Courier New"/>
              </a:rPr>
              <a:t>: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Literal</a:t>
            </a:r>
            <a:r>
              <a:rPr sz="1150">
                <a:solidFill>
                  <a:srgbClr val="E8EEF1"/>
                </a:solidFill>
                <a:latin typeface="Courier New"/>
              </a:rPr>
              <a:t>[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policy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,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booking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,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generico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]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router_llm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=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get_llm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  <a:r>
              <a:rPr sz="1150">
                <a:solidFill>
                  <a:srgbClr val="E8EEF1"/>
                </a:solidFill>
                <a:latin typeface="Courier New"/>
              </a:rPr>
              <a:t>.</a:t>
            </a:r>
            <a:r>
              <a:rPr sz="1150">
                <a:solidFill>
                  <a:srgbClr val="E8EEF1"/>
                </a:solidFill>
                <a:latin typeface="Courier New"/>
              </a:rPr>
              <a:t>with_structured_output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E8EEF1"/>
                </a:solidFill>
                <a:latin typeface="Courier New"/>
              </a:rPr>
              <a:t>Rotta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PROMPT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=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Classifica l</a:t>
            </a:r>
            <a:r>
              <a:rPr sz="1150">
                <a:solidFill>
                  <a:srgbClr val="B5D98B"/>
                </a:solidFill>
                <a:latin typeface="Courier New"/>
              </a:rPr>
              <a:t>'</a:t>
            </a:r>
            <a:r>
              <a:rPr sz="1150">
                <a:solidFill>
                  <a:srgbClr val="B5D98B"/>
                </a:solidFill>
                <a:latin typeface="Courier New"/>
              </a:rPr>
              <a:t>ultima richiesta: </a:t>
            </a:r>
            <a:r>
              <a:rPr sz="1150">
                <a:solidFill>
                  <a:srgbClr val="B5D98B"/>
                </a:solidFill>
                <a:latin typeface="Courier New"/>
              </a:rPr>
              <a:t>'</a:t>
            </a:r>
            <a:r>
              <a:rPr sz="1150">
                <a:solidFill>
                  <a:srgbClr val="B5D98B"/>
                </a:solidFill>
                <a:latin typeface="Courier New"/>
              </a:rPr>
              <a:t>policy</a:t>
            </a:r>
            <a:r>
              <a:rPr sz="1150">
                <a:solidFill>
                  <a:srgbClr val="B5D98B"/>
                </a:solidFill>
                <a:latin typeface="Courier New"/>
              </a:rPr>
              <a:t>'</a:t>
            </a:r>
            <a:r>
              <a:rPr sz="1150">
                <a:solidFill>
                  <a:srgbClr val="B5D98B"/>
                </a:solidFill>
                <a:latin typeface="Courier New"/>
              </a:rPr>
              <a:t> per regole/penali/costi, 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          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'</a:t>
            </a:r>
            <a:r>
              <a:rPr sz="1150">
                <a:solidFill>
                  <a:srgbClr val="B5D98B"/>
                </a:solidFill>
                <a:latin typeface="Courier New"/>
              </a:rPr>
              <a:t>booking</a:t>
            </a:r>
            <a:r>
              <a:rPr sz="1150">
                <a:solidFill>
                  <a:srgbClr val="B5D98B"/>
                </a:solidFill>
                <a:latin typeface="Courier New"/>
              </a:rPr>
              <a:t>'</a:t>
            </a:r>
            <a:r>
              <a:rPr sz="1150">
                <a:solidFill>
                  <a:srgbClr val="B5D98B"/>
                </a:solidFill>
                <a:latin typeface="Courier New"/>
              </a:rPr>
              <a:t> per prenotare o disdire, </a:t>
            </a:r>
            <a:r>
              <a:rPr sz="1150">
                <a:solidFill>
                  <a:srgbClr val="B5D98B"/>
                </a:solidFill>
                <a:latin typeface="Courier New"/>
              </a:rPr>
              <a:t>'</a:t>
            </a:r>
            <a:r>
              <a:rPr sz="1150">
                <a:solidFill>
                  <a:srgbClr val="B5D98B"/>
                </a:solidFill>
                <a:latin typeface="Courier New"/>
              </a:rPr>
              <a:t>generico</a:t>
            </a:r>
            <a:r>
              <a:rPr sz="1150">
                <a:solidFill>
                  <a:srgbClr val="B5D98B"/>
                </a:solidFill>
                <a:latin typeface="Courier New"/>
              </a:rPr>
              <a:t>'</a:t>
            </a:r>
            <a:r>
              <a:rPr sz="1150">
                <a:solidFill>
                  <a:srgbClr val="B5D98B"/>
                </a:solidFill>
                <a:latin typeface="Courier New"/>
              </a:rPr>
              <a:t> per il resto.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F28C4F"/>
                </a:solidFill>
                <a:latin typeface="Courier New"/>
              </a:rPr>
              <a:t>def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7FCFF0"/>
                </a:solidFill>
                <a:latin typeface="Courier New"/>
              </a:rPr>
              <a:t>router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E8EEF1"/>
                </a:solidFill>
                <a:latin typeface="Courier New"/>
              </a:rPr>
              <a:t>state</a:t>
            </a:r>
            <a:r>
              <a:rPr sz="1150">
                <a:solidFill>
                  <a:srgbClr val="E8EEF1"/>
                </a:solidFill>
                <a:latin typeface="Courier New"/>
              </a:rPr>
              <a:t>: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MessagesState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-</a:t>
            </a:r>
            <a:r>
              <a:rPr sz="1150">
                <a:solidFill>
                  <a:srgbClr val="E8EEF1"/>
                </a:solidFill>
                <a:latin typeface="Courier New"/>
              </a:rPr>
              <a:t>&gt;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Command</a:t>
            </a:r>
            <a:r>
              <a:rPr sz="1150">
                <a:solidFill>
                  <a:srgbClr val="E8EEF1"/>
                </a:solidFill>
                <a:latin typeface="Courier New"/>
              </a:rPr>
              <a:t>[</a:t>
            </a:r>
            <a:r>
              <a:rPr sz="1150">
                <a:solidFill>
                  <a:srgbClr val="E8EEF1"/>
                </a:solidFill>
                <a:latin typeface="Courier New"/>
              </a:rPr>
              <a:t>Literal</a:t>
            </a:r>
            <a:r>
              <a:rPr sz="1150">
                <a:solidFill>
                  <a:srgbClr val="E8EEF1"/>
                </a:solidFill>
                <a:latin typeface="Courier New"/>
              </a:rPr>
              <a:t>[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policy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,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booking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,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generico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]</a:t>
            </a:r>
            <a:r>
              <a:rPr sz="1150">
                <a:solidFill>
                  <a:srgbClr val="E8EEF1"/>
                </a:solidFill>
                <a:latin typeface="Courier New"/>
              </a:rPr>
              <a:t>]</a:t>
            </a:r>
            <a:r>
              <a:rPr sz="115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    </a:t>
            </a:r>
            <a:r>
              <a:rPr sz="1150">
                <a:solidFill>
                  <a:srgbClr val="E8EEF1"/>
                </a:solidFill>
                <a:latin typeface="Courier New"/>
              </a:rPr>
              <a:t>rotta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=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router_llm</a:t>
            </a:r>
            <a:r>
              <a:rPr sz="1150">
                <a:solidFill>
                  <a:srgbClr val="E8EEF1"/>
                </a:solidFill>
                <a:latin typeface="Courier New"/>
              </a:rPr>
              <a:t>.</a:t>
            </a:r>
            <a:r>
              <a:rPr sz="1150">
                <a:solidFill>
                  <a:srgbClr val="E8EEF1"/>
                </a:solidFill>
                <a:latin typeface="Courier New"/>
              </a:rPr>
              <a:t>invoke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E8EEF1"/>
                </a:solidFill>
                <a:latin typeface="Courier New"/>
              </a:rPr>
              <a:t>[</a:t>
            </a:r>
            <a:r>
              <a:rPr sz="1150">
                <a:solidFill>
                  <a:srgbClr val="E8EEF1"/>
                </a:solidFill>
                <a:latin typeface="Courier New"/>
              </a:rPr>
              <a:t>SystemMessage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E8EEF1"/>
                </a:solidFill>
                <a:latin typeface="Courier New"/>
              </a:rPr>
              <a:t>PROMPT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  <a:r>
              <a:rPr sz="1150">
                <a:solidFill>
                  <a:srgbClr val="E8EEF1"/>
                </a:solidFill>
                <a:latin typeface="Courier New"/>
              </a:rPr>
              <a:t>]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+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state</a:t>
            </a:r>
            <a:r>
              <a:rPr sz="1150">
                <a:solidFill>
                  <a:srgbClr val="E8EEF1"/>
                </a:solidFill>
                <a:latin typeface="Courier New"/>
              </a:rPr>
              <a:t>[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messages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]</a:t>
            </a:r>
            <a:r>
              <a:rPr sz="1150">
                <a:solidFill>
                  <a:srgbClr val="E8EEF1"/>
                </a:solidFill>
                <a:latin typeface="Courier New"/>
              </a:rPr>
              <a:t>[</a:t>
            </a:r>
            <a:r>
              <a:rPr sz="1150">
                <a:solidFill>
                  <a:srgbClr val="E8EEF1"/>
                </a:solidFill>
                <a:latin typeface="Courier New"/>
              </a:rPr>
              <a:t>-</a:t>
            </a:r>
            <a:r>
              <a:rPr sz="1150">
                <a:solidFill>
                  <a:srgbClr val="F5C96A"/>
                </a:solidFill>
                <a:latin typeface="Courier New"/>
              </a:rPr>
              <a:t>3</a:t>
            </a:r>
            <a:r>
              <a:rPr sz="1150">
                <a:solidFill>
                  <a:srgbClr val="E8EEF1"/>
                </a:solidFill>
                <a:latin typeface="Courier New"/>
              </a:rPr>
              <a:t>:</a:t>
            </a:r>
            <a:r>
              <a:rPr sz="1150">
                <a:solidFill>
                  <a:srgbClr val="E8EEF1"/>
                </a:solidFill>
                <a:latin typeface="Courier New"/>
              </a:rPr>
              <a:t>]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    </a:t>
            </a:r>
            <a:r>
              <a:rPr sz="1150" b="1">
                <a:solidFill>
                  <a:srgbClr val="F28C4F"/>
                </a:solidFill>
                <a:latin typeface="Courier New"/>
              </a:rPr>
              <a:t>return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Command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E8EEF1"/>
                </a:solidFill>
                <a:latin typeface="Courier New"/>
              </a:rPr>
              <a:t>goto</a:t>
            </a:r>
            <a:r>
              <a:rPr sz="1150">
                <a:solidFill>
                  <a:srgbClr val="E8EEF1"/>
                </a:solidFill>
                <a:latin typeface="Courier New"/>
              </a:rPr>
              <a:t>=</a:t>
            </a:r>
            <a:r>
              <a:rPr sz="1150">
                <a:solidFill>
                  <a:srgbClr val="E8EEF1"/>
                </a:solidFill>
                <a:latin typeface="Courier New"/>
              </a:rPr>
              <a:t>rotta</a:t>
            </a:r>
            <a:r>
              <a:rPr sz="1150">
                <a:solidFill>
                  <a:srgbClr val="E8EEF1"/>
                </a:solidFill>
                <a:latin typeface="Courier New"/>
              </a:rPr>
              <a:t>.</a:t>
            </a:r>
            <a:r>
              <a:rPr sz="1150">
                <a:solidFill>
                  <a:srgbClr val="E8EEF1"/>
                </a:solidFill>
                <a:latin typeface="Courier New"/>
              </a:rPr>
              <a:t>agente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  <a:r>
              <a:rPr sz="1150">
                <a:solidFill>
                  <a:srgbClr val="E8EEF1"/>
                </a:solidFill>
                <a:latin typeface="Courier New"/>
              </a:rPr>
              <a:t>          </a:t>
            </a:r>
            <a:r>
              <a:rPr sz="1150">
                <a:solidFill>
                  <a:srgbClr val="8AA4B0"/>
                </a:solidFill>
                <a:latin typeface="Courier New"/>
              </a:rPr>
              <a:t># handoff: passa il controllo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F28C4F"/>
                </a:solidFill>
                <a:latin typeface="Courier New"/>
              </a:rPr>
              <a:t>def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7FCFF0"/>
                </a:solidFill>
                <a:latin typeface="Courier New"/>
              </a:rPr>
              <a:t>generico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E8EEF1"/>
                </a:solidFill>
                <a:latin typeface="Courier New"/>
              </a:rPr>
              <a:t>state</a:t>
            </a:r>
            <a:r>
              <a:rPr sz="1150">
                <a:solidFill>
                  <a:srgbClr val="E8EEF1"/>
                </a:solidFill>
                <a:latin typeface="Courier New"/>
              </a:rPr>
              <a:t>: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MessagesState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-</a:t>
            </a:r>
            <a:r>
              <a:rPr sz="1150">
                <a:solidFill>
                  <a:srgbClr val="E8EEF1"/>
                </a:solidFill>
                <a:latin typeface="Courier New"/>
              </a:rPr>
              <a:t>&gt;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7FCFF0"/>
                </a:solidFill>
                <a:latin typeface="Courier New"/>
              </a:rPr>
              <a:t>dict</a:t>
            </a:r>
            <a:r>
              <a:rPr sz="115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    </a:t>
            </a:r>
            <a:r>
              <a:rPr sz="1150" b="1">
                <a:solidFill>
                  <a:srgbClr val="F28C4F"/>
                </a:solidFill>
                <a:latin typeface="Courier New"/>
              </a:rPr>
              <a:t>return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{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messages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: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[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ai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,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Posso aiutarti con policy e prenotazioni.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  <a:r>
              <a:rPr sz="1150">
                <a:solidFill>
                  <a:srgbClr val="E8EEF1"/>
                </a:solidFill>
                <a:latin typeface="Courier New"/>
              </a:rPr>
              <a:t>]</a:t>
            </a:r>
            <a:r>
              <a:rPr sz="1150">
                <a:solidFill>
                  <a:srgbClr val="E8EEF1"/>
                </a:solidFill>
                <a:latin typeface="Courier New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builder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=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StateGraph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E8EEF1"/>
                </a:solidFill>
                <a:latin typeface="Courier New"/>
              </a:rPr>
              <a:t>MessagesState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builder</a:t>
            </a:r>
            <a:r>
              <a:rPr sz="1150">
                <a:solidFill>
                  <a:srgbClr val="E8EEF1"/>
                </a:solidFill>
                <a:latin typeface="Courier New"/>
              </a:rPr>
              <a:t>.</a:t>
            </a:r>
            <a:r>
              <a:rPr sz="1150">
                <a:solidFill>
                  <a:srgbClr val="E8EEF1"/>
                </a:solidFill>
                <a:latin typeface="Courier New"/>
              </a:rPr>
              <a:t>add_node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router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,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router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builder</a:t>
            </a:r>
            <a:r>
              <a:rPr sz="1150">
                <a:solidFill>
                  <a:srgbClr val="E8EEF1"/>
                </a:solidFill>
                <a:latin typeface="Courier New"/>
              </a:rPr>
              <a:t>.</a:t>
            </a:r>
            <a:r>
              <a:rPr sz="1150">
                <a:solidFill>
                  <a:srgbClr val="E8EEF1"/>
                </a:solidFill>
                <a:latin typeface="Courier New"/>
              </a:rPr>
              <a:t>add_node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policy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,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agente_policy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  <a:r>
              <a:rPr sz="1150">
                <a:solidFill>
                  <a:srgbClr val="E8EEF1"/>
                </a:solidFill>
                <a:latin typeface="Courier New"/>
              </a:rPr>
              <a:t>       </a:t>
            </a:r>
            <a:r>
              <a:rPr sz="1150">
                <a:solidFill>
                  <a:srgbClr val="8AA4B0"/>
                </a:solidFill>
                <a:latin typeface="Courier New"/>
              </a:rPr>
              <a:t># un agente compilato è un nodo!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builder</a:t>
            </a:r>
            <a:r>
              <a:rPr sz="1150">
                <a:solidFill>
                  <a:srgbClr val="E8EEF1"/>
                </a:solidFill>
                <a:latin typeface="Courier New"/>
              </a:rPr>
              <a:t>.</a:t>
            </a:r>
            <a:r>
              <a:rPr sz="1150">
                <a:solidFill>
                  <a:srgbClr val="E8EEF1"/>
                </a:solidFill>
                <a:latin typeface="Courier New"/>
              </a:rPr>
              <a:t>add_node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booking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,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agente_booking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builder</a:t>
            </a:r>
            <a:r>
              <a:rPr sz="1150">
                <a:solidFill>
                  <a:srgbClr val="E8EEF1"/>
                </a:solidFill>
                <a:latin typeface="Courier New"/>
              </a:rPr>
              <a:t>.</a:t>
            </a:r>
            <a:r>
              <a:rPr sz="1150">
                <a:solidFill>
                  <a:srgbClr val="E8EEF1"/>
                </a:solidFill>
                <a:latin typeface="Courier New"/>
              </a:rPr>
              <a:t>add_node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generico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,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generico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builder</a:t>
            </a:r>
            <a:r>
              <a:rPr sz="1150">
                <a:solidFill>
                  <a:srgbClr val="E8EEF1"/>
                </a:solidFill>
                <a:latin typeface="Courier New"/>
              </a:rPr>
              <a:t>.</a:t>
            </a:r>
            <a:r>
              <a:rPr sz="1150">
                <a:solidFill>
                  <a:srgbClr val="E8EEF1"/>
                </a:solidFill>
                <a:latin typeface="Courier New"/>
              </a:rPr>
              <a:t>add_edge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E8EEF1"/>
                </a:solidFill>
                <a:latin typeface="Courier New"/>
              </a:rPr>
              <a:t>START</a:t>
            </a:r>
            <a:r>
              <a:rPr sz="1150">
                <a:solidFill>
                  <a:srgbClr val="E8EEF1"/>
                </a:solidFill>
                <a:latin typeface="Courier New"/>
              </a:rPr>
              <a:t>,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router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F28C4F"/>
                </a:solidFill>
                <a:latin typeface="Courier New"/>
              </a:rPr>
              <a:t>for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n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F28C4F"/>
                </a:solidFill>
                <a:latin typeface="Courier New"/>
              </a:rPr>
              <a:t>in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policy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,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booking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,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generico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  <a:r>
              <a:rPr sz="115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    </a:t>
            </a:r>
            <a:r>
              <a:rPr sz="1150">
                <a:solidFill>
                  <a:srgbClr val="E8EEF1"/>
                </a:solidFill>
                <a:latin typeface="Courier New"/>
              </a:rPr>
              <a:t>builder</a:t>
            </a:r>
            <a:r>
              <a:rPr sz="1150">
                <a:solidFill>
                  <a:srgbClr val="E8EEF1"/>
                </a:solidFill>
                <a:latin typeface="Courier New"/>
              </a:rPr>
              <a:t>.</a:t>
            </a:r>
            <a:r>
              <a:rPr sz="1150">
                <a:solidFill>
                  <a:srgbClr val="E8EEF1"/>
                </a:solidFill>
                <a:latin typeface="Courier New"/>
              </a:rPr>
              <a:t>add_edge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E8EEF1"/>
                </a:solidFill>
                <a:latin typeface="Courier New"/>
              </a:rPr>
              <a:t>n</a:t>
            </a:r>
            <a:r>
              <a:rPr sz="1150">
                <a:solidFill>
                  <a:srgbClr val="E8EEF1"/>
                </a:solidFill>
                <a:latin typeface="Courier New"/>
              </a:rPr>
              <a:t>,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END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  <a:r>
              <a:rPr sz="1150">
                <a:solidFill>
                  <a:srgbClr val="E8EEF1"/>
                </a:solidFill>
                <a:latin typeface="Courier New"/>
              </a:rPr>
              <a:t>                    </a:t>
            </a:r>
            <a:r>
              <a:rPr sz="1150">
                <a:solidFill>
                  <a:srgbClr val="8AA4B0"/>
                </a:solidFill>
                <a:latin typeface="Courier New"/>
              </a:rPr>
              <a:t># un giro per turno di conversazione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graph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=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builder</a:t>
            </a:r>
            <a:r>
              <a:rPr sz="1150">
                <a:solidFill>
                  <a:srgbClr val="E8EEF1"/>
                </a:solidFill>
                <a:latin typeface="Courier New"/>
              </a:rPr>
              <a:t>.</a:t>
            </a:r>
            <a:r>
              <a:rPr sz="1150">
                <a:solidFill>
                  <a:srgbClr val="E8EEF1"/>
                </a:solidFill>
                <a:latin typeface="Courier New"/>
              </a:rPr>
              <a:t>compile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E8EEF1"/>
                </a:solidFill>
                <a:latin typeface="Courier New"/>
              </a:rPr>
              <a:t>checkpointer</a:t>
            </a:r>
            <a:r>
              <a:rPr sz="1150">
                <a:solidFill>
                  <a:srgbClr val="E8EEF1"/>
                </a:solidFill>
                <a:latin typeface="Courier New"/>
              </a:rPr>
              <a:t>=</a:t>
            </a:r>
            <a:r>
              <a:rPr sz="1150">
                <a:solidFill>
                  <a:srgbClr val="E8EEF1"/>
                </a:solidFill>
                <a:latin typeface="Courier New"/>
              </a:rPr>
              <a:t>InMemorySaver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0" y="4864608"/>
            <a:ext cx="32918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b="0" sz="1000">
                <a:solidFill>
                  <a:srgbClr val="76777B"/>
                </a:solidFill>
                <a:latin typeface="Arial"/>
              </a:rPr>
              <a:t>Esempio: </a:t>
            </a:r>
            <a:r>
              <a:rPr b="1" sz="1000">
                <a:solidFill>
                  <a:srgbClr val="005A77"/>
                </a:solidFill>
                <a:latin typeface="Courier New"/>
              </a:rPr>
              <a:t>27_multi_agente_router.py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2.16 RAG AGENTICO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77</a:t>
            </a:fld>
          </a:p>
        </p:txBody>
      </p:sp>
      <p:sp>
        <p:nvSpPr>
          <p:cNvPr id="34" name="TextBox 33"/>
          <p:cNvSpPr txBox="1"/>
          <p:nvPr/>
        </p:nvSpPr>
        <p:spPr>
          <a:xfrm>
            <a:off x="457200" y="1051560"/>
            <a:ext cx="4114800" cy="3657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350">
                <a:solidFill>
                  <a:srgbClr val="003548"/>
                </a:solidFill>
                <a:latin typeface="Arial"/>
              </a:rPr>
              <a:t>Nel RAG classico si recupera </a:t>
            </a:r>
            <a:r>
              <a:rPr b="1" sz="1350">
                <a:solidFill>
                  <a:srgbClr val="003548"/>
                </a:solidFill>
                <a:latin typeface="Arial"/>
              </a:rPr>
              <a:t>sempre</a:t>
            </a:r>
            <a:r>
              <a:rPr b="0" sz="1350">
                <a:solidFill>
                  <a:srgbClr val="003548"/>
                </a:solidFill>
                <a:latin typeface="Arial"/>
              </a:rPr>
              <a:t> prima di rispondere.</a:t>
            </a:r>
          </a:p>
          <a:p>
            <a:pPr algn="l">
              <a:spcAft>
                <a:spcPts val="400"/>
              </a:spcAft>
            </a:pPr>
            <a:r>
              <a:rPr b="0" sz="1350">
                <a:solidFill>
                  <a:srgbClr val="003548"/>
                </a:solidFill>
                <a:latin typeface="Arial"/>
              </a:rPr>
              <a:t>Nel RAG </a:t>
            </a:r>
            <a:r>
              <a:rPr b="1" sz="1350">
                <a:solidFill>
                  <a:srgbClr val="003548"/>
                </a:solidFill>
                <a:latin typeface="Arial"/>
              </a:rPr>
              <a:t>agentico</a:t>
            </a:r>
            <a:r>
              <a:rPr b="0" sz="1350">
                <a:solidFill>
                  <a:srgbClr val="003548"/>
                </a:solidFill>
                <a:latin typeface="Arial"/>
              </a:rPr>
              <a:t> il recupero è un passo che il grafo (o l'agente) può: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1" sz="1350">
                <a:solidFill>
                  <a:srgbClr val="003548"/>
                </a:solidFill>
                <a:latin typeface="Arial"/>
              </a:rPr>
              <a:t>decidere</a:t>
            </a:r>
            <a:r>
              <a:rPr b="0" sz="1350">
                <a:solidFill>
                  <a:srgbClr val="003548"/>
                </a:solidFill>
                <a:latin typeface="Arial"/>
              </a:rPr>
              <a:t> se fare (retriever come tool)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1" sz="1350">
                <a:solidFill>
                  <a:srgbClr val="003548"/>
                </a:solidFill>
                <a:latin typeface="Arial"/>
              </a:rPr>
              <a:t>valutare</a:t>
            </a:r>
            <a:r>
              <a:rPr b="0" sz="1350">
                <a:solidFill>
                  <a:srgbClr val="003548"/>
                </a:solidFill>
                <a:latin typeface="Arial"/>
              </a:rPr>
              <a:t> (i documenti sono pertinenti?)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1" sz="1350">
                <a:solidFill>
                  <a:srgbClr val="003548"/>
                </a:solidFill>
                <a:latin typeface="Arial"/>
              </a:rPr>
              <a:t>ripetere</a:t>
            </a:r>
            <a:r>
              <a:rPr b="0" sz="1350">
                <a:solidFill>
                  <a:srgbClr val="003548"/>
                </a:solidFill>
                <a:latin typeface="Arial"/>
              </a:rPr>
              <a:t> riformulando la query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1" sz="1350">
                <a:solidFill>
                  <a:srgbClr val="003548"/>
                </a:solidFill>
                <a:latin typeface="Arial"/>
              </a:rPr>
              <a:t>rinunciare</a:t>
            </a:r>
            <a:r>
              <a:rPr b="0" sz="1350">
                <a:solidFill>
                  <a:srgbClr val="003548"/>
                </a:solidFill>
                <a:latin typeface="Arial"/>
              </a:rPr>
              <a:t> dicendo "non lo so" invece di inventare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937760" y="1188720"/>
            <a:ext cx="1554480" cy="502920"/>
          </a:xfrm>
          <a:prstGeom prst="roundRect">
            <a:avLst>
              <a:gd name="adj" fmla="val 30000"/>
            </a:avLst>
          </a:prstGeom>
          <a:solidFill>
            <a:srgbClr val="2E7D5B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recupera</a:t>
            </a:r>
          </a:p>
        </p:txBody>
      </p:sp>
      <p:sp>
        <p:nvSpPr>
          <p:cNvPr id="36" name="Diamond 35"/>
          <p:cNvSpPr/>
          <p:nvPr/>
        </p:nvSpPr>
        <p:spPr>
          <a:xfrm>
            <a:off x="4892040" y="2286000"/>
            <a:ext cx="1645920" cy="731520"/>
          </a:xfrm>
          <a:prstGeom prst="diamond">
            <a:avLst/>
          </a:prstGeom>
          <a:solidFill>
            <a:srgbClr val="F6B26B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1" sz="1050">
                <a:solidFill>
                  <a:srgbClr val="003548"/>
                </a:solidFill>
                <a:latin typeface="Arial"/>
              </a:rPr>
              <a:t>pertinente?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937760" y="3611880"/>
            <a:ext cx="1554480" cy="502920"/>
          </a:xfrm>
          <a:prstGeom prst="roundRect">
            <a:avLst>
              <a:gd name="adj" fmla="val 30000"/>
            </a:avLst>
          </a:prstGeom>
          <a:solidFill>
            <a:srgbClr val="DF6426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genera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086600" y="1188720"/>
            <a:ext cx="1463040" cy="502920"/>
          </a:xfrm>
          <a:prstGeom prst="roundRect">
            <a:avLst>
              <a:gd name="adj" fmla="val 30000"/>
            </a:avLst>
          </a:prstGeom>
          <a:solidFill>
            <a:srgbClr val="DF6426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1" sz="1050">
                <a:solidFill>
                  <a:srgbClr val="FFFFFF"/>
                </a:solidFill>
                <a:latin typeface="Arial"/>
              </a:rPr>
              <a:t>riscrivi query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086600" y="3611880"/>
            <a:ext cx="1463040" cy="502920"/>
          </a:xfrm>
          <a:prstGeom prst="roundRect">
            <a:avLst>
              <a:gd name="adj" fmla="val 30000"/>
            </a:avLst>
          </a:prstGeom>
          <a:solidFill>
            <a:srgbClr val="005A77"/>
          </a:solidFill>
          <a:ln>
            <a:noFill/>
          </a:ln>
        </p:spPr>
        <p:txBody>
          <a:bodyPr rtlCol="0" anchor="ctr" lIns="36576" rIns="36576" tIns="18288" bIns="18288" wrap="square"/>
          <a:lstStyle/>
          <a:p>
            <a:pPr algn="ctr"/>
            <a:r>
              <a:rPr b="1" sz="1050">
                <a:solidFill>
                  <a:srgbClr val="FFFFFF"/>
                </a:solidFill>
                <a:latin typeface="Arial"/>
              </a:rPr>
              <a:t>"non lo so"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715000" y="1691640"/>
            <a:ext cx="0" cy="594360"/>
          </a:xfrm>
          <a:prstGeom prst="line">
            <a:avLst/>
          </a:prstGeom>
          <a:ln w="22225">
            <a:solidFill>
              <a:srgbClr val="003548"/>
            </a:solidFill>
            <a:tailEnd type="triangle" w="med" len="med"/>
          </a:ln>
        </p:spPr>
      </p:cxnSp>
      <p:cxnSp>
        <p:nvCxnSpPr>
          <p:cNvPr id="41" name="Connector 40"/>
          <p:cNvCxnSpPr/>
          <p:nvPr/>
        </p:nvCxnSpPr>
        <p:spPr>
          <a:xfrm>
            <a:off x="5715000" y="3017520"/>
            <a:ext cx="0" cy="594360"/>
          </a:xfrm>
          <a:prstGeom prst="line">
            <a:avLst/>
          </a:prstGeom>
          <a:ln w="22225">
            <a:solidFill>
              <a:srgbClr val="003548"/>
            </a:solidFill>
            <a:prstDash val="dash"/>
            <a:tailEnd type="triangle" w="med" len="med"/>
          </a:ln>
        </p:spPr>
      </p:cxnSp>
      <p:sp>
        <p:nvSpPr>
          <p:cNvPr id="42" name="TextBox 41"/>
          <p:cNvSpPr txBox="1"/>
          <p:nvPr/>
        </p:nvSpPr>
        <p:spPr>
          <a:xfrm>
            <a:off x="5532120" y="3195828"/>
            <a:ext cx="365760" cy="237744"/>
          </a:xfrm>
          <a:prstGeom prst="rect">
            <a:avLst/>
          </a:prstGeom>
          <a:solidFill>
            <a:srgbClr val="FFFFFF"/>
          </a:solidFill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b="1" sz="900">
                <a:solidFill>
                  <a:srgbClr val="DF6426"/>
                </a:solidFill>
                <a:latin typeface="Arial"/>
              </a:rPr>
              <a:t>sì</a:t>
            </a:r>
          </a:p>
        </p:txBody>
      </p:sp>
      <p:cxnSp>
        <p:nvCxnSpPr>
          <p:cNvPr id="43" name="Connector 42"/>
          <p:cNvCxnSpPr/>
          <p:nvPr/>
        </p:nvCxnSpPr>
        <p:spPr>
          <a:xfrm flipV="1">
            <a:off x="6537960" y="1691640"/>
            <a:ext cx="1280160" cy="960120"/>
          </a:xfrm>
          <a:prstGeom prst="line">
            <a:avLst/>
          </a:prstGeom>
          <a:ln w="22225">
            <a:solidFill>
              <a:srgbClr val="003548"/>
            </a:solidFill>
            <a:prstDash val="dash"/>
            <a:tailEnd type="triangle" w="med" len="med"/>
          </a:ln>
        </p:spPr>
      </p:cxnSp>
      <p:sp>
        <p:nvSpPr>
          <p:cNvPr id="44" name="TextBox 43"/>
          <p:cNvSpPr txBox="1"/>
          <p:nvPr/>
        </p:nvSpPr>
        <p:spPr>
          <a:xfrm>
            <a:off x="6995159" y="2052828"/>
            <a:ext cx="365760" cy="237744"/>
          </a:xfrm>
          <a:prstGeom prst="rect">
            <a:avLst/>
          </a:prstGeom>
          <a:solidFill>
            <a:srgbClr val="FFFFFF"/>
          </a:solidFill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b="1" sz="900">
                <a:solidFill>
                  <a:srgbClr val="DF6426"/>
                </a:solidFill>
                <a:latin typeface="Arial"/>
              </a:rPr>
              <a:t>no</a:t>
            </a:r>
          </a:p>
        </p:txBody>
      </p:sp>
      <p:cxnSp>
        <p:nvCxnSpPr>
          <p:cNvPr id="45" name="Connector 44"/>
          <p:cNvCxnSpPr/>
          <p:nvPr/>
        </p:nvCxnSpPr>
        <p:spPr>
          <a:xfrm flipH="1">
            <a:off x="6492240" y="1440180"/>
            <a:ext cx="594360" cy="0"/>
          </a:xfrm>
          <a:prstGeom prst="line">
            <a:avLst/>
          </a:prstGeom>
          <a:ln w="22225">
            <a:solidFill>
              <a:srgbClr val="003548"/>
            </a:solidFill>
            <a:tailEnd type="triangle" w="med" len="med"/>
          </a:ln>
        </p:spPr>
      </p:cxnSp>
      <p:cxnSp>
        <p:nvCxnSpPr>
          <p:cNvPr id="46" name="Connector 45"/>
          <p:cNvCxnSpPr/>
          <p:nvPr/>
        </p:nvCxnSpPr>
        <p:spPr>
          <a:xfrm>
            <a:off x="6537960" y="2651760"/>
            <a:ext cx="1280160" cy="960120"/>
          </a:xfrm>
          <a:prstGeom prst="line">
            <a:avLst/>
          </a:prstGeom>
          <a:ln w="22225">
            <a:solidFill>
              <a:srgbClr val="003548"/>
            </a:solidFill>
            <a:prstDash val="dash"/>
            <a:tailEnd type="triangle" w="med" len="med"/>
          </a:ln>
        </p:spPr>
      </p:cxnSp>
      <p:sp>
        <p:nvSpPr>
          <p:cNvPr id="47" name="TextBox 46"/>
          <p:cNvSpPr txBox="1"/>
          <p:nvPr/>
        </p:nvSpPr>
        <p:spPr>
          <a:xfrm>
            <a:off x="6720840" y="3012948"/>
            <a:ext cx="914400" cy="237744"/>
          </a:xfrm>
          <a:prstGeom prst="rect">
            <a:avLst/>
          </a:prstGeom>
          <a:solidFill>
            <a:srgbClr val="FFFFFF"/>
          </a:solidFill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b="1" sz="900">
                <a:solidFill>
                  <a:srgbClr val="DF6426"/>
                </a:solidFill>
                <a:latin typeface="Arial"/>
              </a:rPr>
              <a:t>2 tentativi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2.16 INDICIZZARE UN PDF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78</a:t>
            </a:fld>
          </a:p>
        </p:txBody>
      </p:sp>
      <p:sp>
        <p:nvSpPr>
          <p:cNvPr id="34" name="Rounded Rectangle 33"/>
          <p:cNvSpPr/>
          <p:nvPr/>
        </p:nvSpPr>
        <p:spPr>
          <a:xfrm>
            <a:off x="457200" y="1051560"/>
            <a:ext cx="8229600" cy="3721608"/>
          </a:xfrm>
          <a:prstGeom prst="roundRect">
            <a:avLst>
              <a:gd name="adj" fmla="val 4000"/>
            </a:avLst>
          </a:prstGeom>
          <a:solidFill>
            <a:srgbClr val="0B2B38"/>
          </a:solidFill>
          <a:ln>
            <a:noFill/>
          </a:ln>
        </p:spPr>
        <p:txBody>
          <a:bodyPr rtlCol="0" anchor="t" wrap="square" lIns="128016" rIns="128016" tIns="91440" bIns="54864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28C4F"/>
                </a:solidFill>
                <a:latin typeface="Courier New"/>
              </a:rPr>
              <a:t>from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pypdf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 b="1">
                <a:solidFill>
                  <a:srgbClr val="F28C4F"/>
                </a:solidFill>
                <a:latin typeface="Courier New"/>
              </a:rPr>
              <a:t>import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PdfReader</a:t>
            </a:r>
            <a:r>
              <a:rPr sz="1100">
                <a:solidFill>
                  <a:srgbClr val="E8EEF1"/>
                </a:solidFill>
                <a:latin typeface="Courier New"/>
              </a:rPr>
              <a:t>                                  </a:t>
            </a:r>
            <a:r>
              <a:rPr sz="1100">
                <a:solidFill>
                  <a:srgbClr val="8AA4B0"/>
                </a:solidFill>
                <a:latin typeface="Courier New"/>
              </a:rPr>
              <a:t># pip install pypdf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28C4F"/>
                </a:solidFill>
                <a:latin typeface="Courier New"/>
              </a:rPr>
              <a:t>from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langchain_core</a:t>
            </a:r>
            <a:r>
              <a:rPr sz="1100">
                <a:solidFill>
                  <a:srgbClr val="E8EEF1"/>
                </a:solidFill>
                <a:latin typeface="Courier New"/>
              </a:rPr>
              <a:t>.</a:t>
            </a:r>
            <a:r>
              <a:rPr sz="1100">
                <a:solidFill>
                  <a:srgbClr val="E8EEF1"/>
                </a:solidFill>
                <a:latin typeface="Courier New"/>
              </a:rPr>
              <a:t>documents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 b="1">
                <a:solidFill>
                  <a:srgbClr val="F28C4F"/>
                </a:solidFill>
                <a:latin typeface="Courier New"/>
              </a:rPr>
              <a:t>import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Document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28C4F"/>
                </a:solidFill>
                <a:latin typeface="Courier New"/>
              </a:rPr>
              <a:t>from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langchain_text_splitters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 b="1">
                <a:solidFill>
                  <a:srgbClr val="F28C4F"/>
                </a:solidFill>
                <a:latin typeface="Courier New"/>
              </a:rPr>
              <a:t>import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RecursiveCharacterTextSplitter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28C4F"/>
                </a:solidFill>
                <a:latin typeface="Courier New"/>
              </a:rPr>
              <a:t>from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langchain_chroma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 b="1">
                <a:solidFill>
                  <a:srgbClr val="F28C4F"/>
                </a:solidFill>
                <a:latin typeface="Courier New"/>
              </a:rPr>
              <a:t>import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Chroma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8AA4B0"/>
                </a:solidFill>
                <a:latin typeface="Courier New"/>
              </a:rPr>
              <a:t># 1 Document per pagina, con metadati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8EEF1"/>
                </a:solidFill>
                <a:latin typeface="Courier New"/>
              </a:rPr>
              <a:t>docs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=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[</a:t>
            </a:r>
            <a:r>
              <a:rPr sz="1100">
                <a:solidFill>
                  <a:srgbClr val="E8EEF1"/>
                </a:solidFill>
                <a:latin typeface="Courier New"/>
              </a:rPr>
              <a:t>Document</a:t>
            </a:r>
            <a:r>
              <a:rPr sz="1100">
                <a:solidFill>
                  <a:srgbClr val="E8EEF1"/>
                </a:solidFill>
                <a:latin typeface="Courier New"/>
              </a:rPr>
              <a:t>(</a:t>
            </a:r>
            <a:r>
              <a:rPr sz="1100">
                <a:solidFill>
                  <a:srgbClr val="E8EEF1"/>
                </a:solidFill>
                <a:latin typeface="Courier New"/>
              </a:rPr>
              <a:t>page_content</a:t>
            </a:r>
            <a:r>
              <a:rPr sz="1100">
                <a:solidFill>
                  <a:srgbClr val="E8EEF1"/>
                </a:solidFill>
                <a:latin typeface="Courier New"/>
              </a:rPr>
              <a:t>=</a:t>
            </a:r>
            <a:r>
              <a:rPr sz="1100">
                <a:solidFill>
                  <a:srgbClr val="E8EEF1"/>
                </a:solidFill>
                <a:latin typeface="Courier New"/>
              </a:rPr>
              <a:t>p</a:t>
            </a:r>
            <a:r>
              <a:rPr sz="1100">
                <a:solidFill>
                  <a:srgbClr val="E8EEF1"/>
                </a:solidFill>
                <a:latin typeface="Courier New"/>
              </a:rPr>
              <a:t>.</a:t>
            </a:r>
            <a:r>
              <a:rPr sz="1100">
                <a:solidFill>
                  <a:srgbClr val="E8EEF1"/>
                </a:solidFill>
                <a:latin typeface="Courier New"/>
              </a:rPr>
              <a:t>extract_text</a:t>
            </a:r>
            <a:r>
              <a:rPr sz="1100">
                <a:solidFill>
                  <a:srgbClr val="E8EEF1"/>
                </a:solidFill>
                <a:latin typeface="Courier New"/>
              </a:rPr>
              <a:t>(</a:t>
            </a:r>
            <a:r>
              <a:rPr sz="1100">
                <a:solidFill>
                  <a:srgbClr val="E8EEF1"/>
                </a:solidFill>
                <a:latin typeface="Courier New"/>
              </a:rPr>
              <a:t>)</a:t>
            </a:r>
            <a:r>
              <a:rPr sz="1100">
                <a:solidFill>
                  <a:srgbClr val="E8EEF1"/>
                </a:solidFill>
                <a:latin typeface="Courier New"/>
              </a:rPr>
              <a:t>,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metadata</a:t>
            </a:r>
            <a:r>
              <a:rPr sz="1100">
                <a:solidFill>
                  <a:srgbClr val="E8EEF1"/>
                </a:solidFill>
                <a:latin typeface="Courier New"/>
              </a:rPr>
              <a:t>=</a:t>
            </a:r>
            <a:r>
              <a:rPr sz="1100">
                <a:solidFill>
                  <a:srgbClr val="E8EEF1"/>
                </a:solidFill>
                <a:latin typeface="Courier New"/>
              </a:rPr>
              <a:t>{</a:t>
            </a:r>
            <a:r>
              <a:rPr sz="1100">
                <a:solidFill>
                  <a:srgbClr val="B5D98B"/>
                </a:solidFill>
                <a:latin typeface="Courier New"/>
              </a:rPr>
              <a:t>"</a:t>
            </a:r>
            <a:r>
              <a:rPr sz="1100">
                <a:solidFill>
                  <a:srgbClr val="B5D98B"/>
                </a:solidFill>
                <a:latin typeface="Courier New"/>
              </a:rPr>
              <a:t>page</a:t>
            </a:r>
            <a:r>
              <a:rPr sz="1100">
                <a:solidFill>
                  <a:srgbClr val="B5D98B"/>
                </a:solidFill>
                <a:latin typeface="Courier New"/>
              </a:rPr>
              <a:t>"</a:t>
            </a:r>
            <a:r>
              <a:rPr sz="1100">
                <a:solidFill>
                  <a:srgbClr val="E8EEF1"/>
                </a:solidFill>
                <a:latin typeface="Courier New"/>
              </a:rPr>
              <a:t>: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i</a:t>
            </a:r>
            <a:r>
              <a:rPr sz="1100">
                <a:solidFill>
                  <a:srgbClr val="E8EEF1"/>
                </a:solidFill>
                <a:latin typeface="Courier New"/>
              </a:rPr>
              <a:t>}</a:t>
            </a:r>
            <a:r>
              <a:rPr sz="11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8EEF1"/>
                </a:solidFill>
                <a:latin typeface="Courier New"/>
              </a:rPr>
              <a:t>        </a:t>
            </a:r>
            <a:r>
              <a:rPr sz="1100" b="1">
                <a:solidFill>
                  <a:srgbClr val="F28C4F"/>
                </a:solidFill>
                <a:latin typeface="Courier New"/>
              </a:rPr>
              <a:t>for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i</a:t>
            </a:r>
            <a:r>
              <a:rPr sz="1100">
                <a:solidFill>
                  <a:srgbClr val="E8EEF1"/>
                </a:solidFill>
                <a:latin typeface="Courier New"/>
              </a:rPr>
              <a:t>,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p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F28C4F"/>
                </a:solidFill>
                <a:latin typeface="Courier New"/>
              </a:rPr>
              <a:t>in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7FCFF0"/>
                </a:solidFill>
                <a:latin typeface="Courier New"/>
              </a:rPr>
              <a:t>enumerate</a:t>
            </a:r>
            <a:r>
              <a:rPr sz="1100">
                <a:solidFill>
                  <a:srgbClr val="E8EEF1"/>
                </a:solidFill>
                <a:latin typeface="Courier New"/>
              </a:rPr>
              <a:t>(</a:t>
            </a:r>
            <a:r>
              <a:rPr sz="1100">
                <a:solidFill>
                  <a:srgbClr val="E8EEF1"/>
                </a:solidFill>
                <a:latin typeface="Courier New"/>
              </a:rPr>
              <a:t>PdfReader</a:t>
            </a:r>
            <a:r>
              <a:rPr sz="1100">
                <a:solidFill>
                  <a:srgbClr val="E8EEF1"/>
                </a:solidFill>
                <a:latin typeface="Courier New"/>
              </a:rPr>
              <a:t>(</a:t>
            </a:r>
            <a:r>
              <a:rPr sz="1100">
                <a:solidFill>
                  <a:srgbClr val="E8EEF1"/>
                </a:solidFill>
                <a:latin typeface="Courier New"/>
              </a:rPr>
              <a:t>PDF</a:t>
            </a:r>
            <a:r>
              <a:rPr sz="1100">
                <a:solidFill>
                  <a:srgbClr val="E8EEF1"/>
                </a:solidFill>
                <a:latin typeface="Courier New"/>
              </a:rPr>
              <a:t>)</a:t>
            </a:r>
            <a:r>
              <a:rPr sz="1100">
                <a:solidFill>
                  <a:srgbClr val="E8EEF1"/>
                </a:solidFill>
                <a:latin typeface="Courier New"/>
              </a:rPr>
              <a:t>.</a:t>
            </a:r>
            <a:r>
              <a:rPr sz="1100">
                <a:solidFill>
                  <a:srgbClr val="E8EEF1"/>
                </a:solidFill>
                <a:latin typeface="Courier New"/>
              </a:rPr>
              <a:t>pages</a:t>
            </a:r>
            <a:r>
              <a:rPr sz="1100">
                <a:solidFill>
                  <a:srgbClr val="E8EEF1"/>
                </a:solidFill>
                <a:latin typeface="Courier New"/>
              </a:rPr>
              <a:t>)</a:t>
            </a:r>
            <a:r>
              <a:rPr sz="1100">
                <a:solidFill>
                  <a:srgbClr val="E8EEF1"/>
                </a:solidFill>
                <a:latin typeface="Courier New"/>
              </a:rPr>
              <a:t>]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8EEF1"/>
                </a:solidFill>
                <a:latin typeface="Courier New"/>
              </a:rPr>
              <a:t>splitter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=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RecursiveCharacterTextSplitter</a:t>
            </a:r>
            <a:r>
              <a:rPr sz="1100">
                <a:solidFill>
                  <a:srgbClr val="E8EEF1"/>
                </a:solidFill>
                <a:latin typeface="Courier New"/>
              </a:rPr>
              <a:t>(</a:t>
            </a:r>
            <a:r>
              <a:rPr sz="1100">
                <a:solidFill>
                  <a:srgbClr val="E8EEF1"/>
                </a:solidFill>
                <a:latin typeface="Courier New"/>
              </a:rPr>
              <a:t>chunk_size</a:t>
            </a:r>
            <a:r>
              <a:rPr sz="1100">
                <a:solidFill>
                  <a:srgbClr val="E8EEF1"/>
                </a:solidFill>
                <a:latin typeface="Courier New"/>
              </a:rPr>
              <a:t>=</a:t>
            </a:r>
            <a:r>
              <a:rPr sz="1100">
                <a:solidFill>
                  <a:srgbClr val="F5C96A"/>
                </a:solidFill>
                <a:latin typeface="Courier New"/>
              </a:rPr>
              <a:t>600</a:t>
            </a:r>
            <a:r>
              <a:rPr sz="1100">
                <a:solidFill>
                  <a:srgbClr val="E8EEF1"/>
                </a:solidFill>
                <a:latin typeface="Courier New"/>
              </a:rPr>
              <a:t>,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chunk_overlap</a:t>
            </a:r>
            <a:r>
              <a:rPr sz="1100">
                <a:solidFill>
                  <a:srgbClr val="E8EEF1"/>
                </a:solidFill>
                <a:latin typeface="Courier New"/>
              </a:rPr>
              <a:t>=</a:t>
            </a:r>
            <a:r>
              <a:rPr sz="1100">
                <a:solidFill>
                  <a:srgbClr val="F5C96A"/>
                </a:solidFill>
                <a:latin typeface="Courier New"/>
              </a:rPr>
              <a:t>80</a:t>
            </a:r>
            <a:r>
              <a:rPr sz="11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8EEF1"/>
                </a:solidFill>
                <a:latin typeface="Courier New"/>
              </a:rPr>
              <a:t>chunks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=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splitter</a:t>
            </a:r>
            <a:r>
              <a:rPr sz="1100">
                <a:solidFill>
                  <a:srgbClr val="E8EEF1"/>
                </a:solidFill>
                <a:latin typeface="Courier New"/>
              </a:rPr>
              <a:t>.</a:t>
            </a:r>
            <a:r>
              <a:rPr sz="1100">
                <a:solidFill>
                  <a:srgbClr val="E8EEF1"/>
                </a:solidFill>
                <a:latin typeface="Courier New"/>
              </a:rPr>
              <a:t>split_documents</a:t>
            </a:r>
            <a:r>
              <a:rPr sz="1100">
                <a:solidFill>
                  <a:srgbClr val="E8EEF1"/>
                </a:solidFill>
                <a:latin typeface="Courier New"/>
              </a:rPr>
              <a:t>(</a:t>
            </a:r>
            <a:r>
              <a:rPr sz="1100">
                <a:solidFill>
                  <a:srgbClr val="E8EEF1"/>
                </a:solidFill>
                <a:latin typeface="Courier New"/>
              </a:rPr>
              <a:t>docs</a:t>
            </a:r>
            <a:r>
              <a:rPr sz="1100">
                <a:solidFill>
                  <a:srgbClr val="E8EEF1"/>
                </a:solidFill>
                <a:latin typeface="Courier New"/>
              </a:rPr>
              <a:t>)</a:t>
            </a:r>
            <a:r>
              <a:rPr sz="1100">
                <a:solidFill>
                  <a:srgbClr val="E8EEF1"/>
                </a:solidFill>
                <a:latin typeface="Courier New"/>
              </a:rPr>
              <a:t>                    </a:t>
            </a:r>
            <a:r>
              <a:rPr sz="1100">
                <a:solidFill>
                  <a:srgbClr val="8AA4B0"/>
                </a:solidFill>
                <a:latin typeface="Courier New"/>
              </a:rPr>
              <a:t># pezzi sovrapposti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8EEF1"/>
                </a:solidFill>
                <a:latin typeface="Courier New"/>
              </a:rPr>
              <a:t>vectorstore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=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Chroma</a:t>
            </a:r>
            <a:r>
              <a:rPr sz="1100">
                <a:solidFill>
                  <a:srgbClr val="E8EEF1"/>
                </a:solidFill>
                <a:latin typeface="Courier New"/>
              </a:rPr>
              <a:t>.</a:t>
            </a:r>
            <a:r>
              <a:rPr sz="1100">
                <a:solidFill>
                  <a:srgbClr val="E8EEF1"/>
                </a:solidFill>
                <a:latin typeface="Courier New"/>
              </a:rPr>
              <a:t>from_documents</a:t>
            </a:r>
            <a:r>
              <a:rPr sz="1100">
                <a:solidFill>
                  <a:srgbClr val="E8EEF1"/>
                </a:solidFill>
                <a:latin typeface="Courier New"/>
              </a:rPr>
              <a:t>(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8EEF1"/>
                </a:solidFill>
                <a:latin typeface="Courier New"/>
              </a:rPr>
              <a:t>    </a:t>
            </a:r>
            <a:r>
              <a:rPr sz="1100">
                <a:solidFill>
                  <a:srgbClr val="E8EEF1"/>
                </a:solidFill>
                <a:latin typeface="Courier New"/>
              </a:rPr>
              <a:t>chunks</a:t>
            </a:r>
            <a:r>
              <a:rPr sz="1100">
                <a:solidFill>
                  <a:srgbClr val="E8EEF1"/>
                </a:solidFill>
                <a:latin typeface="Courier New"/>
              </a:rPr>
              <a:t>,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embedding</a:t>
            </a:r>
            <a:r>
              <a:rPr sz="1100">
                <a:solidFill>
                  <a:srgbClr val="E8EEF1"/>
                </a:solidFill>
                <a:latin typeface="Courier New"/>
              </a:rPr>
              <a:t>=</a:t>
            </a:r>
            <a:r>
              <a:rPr sz="1100">
                <a:solidFill>
                  <a:srgbClr val="E8EEF1"/>
                </a:solidFill>
                <a:latin typeface="Courier New"/>
              </a:rPr>
              <a:t>get_embeddings</a:t>
            </a:r>
            <a:r>
              <a:rPr sz="1100">
                <a:solidFill>
                  <a:srgbClr val="E8EEF1"/>
                </a:solidFill>
                <a:latin typeface="Courier New"/>
              </a:rPr>
              <a:t>(</a:t>
            </a:r>
            <a:r>
              <a:rPr sz="1100">
                <a:solidFill>
                  <a:srgbClr val="E8EEF1"/>
                </a:solidFill>
                <a:latin typeface="Courier New"/>
              </a:rPr>
              <a:t>)</a:t>
            </a:r>
            <a:r>
              <a:rPr sz="1100">
                <a:solidFill>
                  <a:srgbClr val="E8EEF1"/>
                </a:solidFill>
                <a:latin typeface="Courier New"/>
              </a:rPr>
              <a:t>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8EEF1"/>
                </a:solidFill>
                <a:latin typeface="Courier New"/>
              </a:rPr>
              <a:t>    </a:t>
            </a:r>
            <a:r>
              <a:rPr sz="1100">
                <a:solidFill>
                  <a:srgbClr val="E8EEF1"/>
                </a:solidFill>
                <a:latin typeface="Courier New"/>
              </a:rPr>
              <a:t>collection_name</a:t>
            </a:r>
            <a:r>
              <a:rPr sz="1100">
                <a:solidFill>
                  <a:srgbClr val="E8EEF1"/>
                </a:solidFill>
                <a:latin typeface="Courier New"/>
              </a:rPr>
              <a:t>=</a:t>
            </a:r>
            <a:r>
              <a:rPr sz="1100">
                <a:solidFill>
                  <a:srgbClr val="B5D98B"/>
                </a:solidFill>
                <a:latin typeface="Courier New"/>
              </a:rPr>
              <a:t>"</a:t>
            </a:r>
            <a:r>
              <a:rPr sz="1100">
                <a:solidFill>
                  <a:srgbClr val="B5D98B"/>
                </a:solidFill>
                <a:latin typeface="Courier New"/>
              </a:rPr>
              <a:t>regolamento</a:t>
            </a:r>
            <a:r>
              <a:rPr sz="1100">
                <a:solidFill>
                  <a:srgbClr val="B5D98B"/>
                </a:solidFill>
                <a:latin typeface="Courier New"/>
              </a:rPr>
              <a:t>"</a:t>
            </a:r>
            <a:r>
              <a:rPr sz="1100">
                <a:solidFill>
                  <a:srgbClr val="E8EEF1"/>
                </a:solidFill>
                <a:latin typeface="Courier New"/>
              </a:rPr>
              <a:t>,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persist_directory</a:t>
            </a:r>
            <a:r>
              <a:rPr sz="1100">
                <a:solidFill>
                  <a:srgbClr val="E8EEF1"/>
                </a:solidFill>
                <a:latin typeface="Courier New"/>
              </a:rPr>
              <a:t>=</a:t>
            </a:r>
            <a:r>
              <a:rPr sz="1100">
                <a:solidFill>
                  <a:srgbClr val="B5D98B"/>
                </a:solidFill>
                <a:latin typeface="Courier New"/>
              </a:rPr>
              <a:t>"</a:t>
            </a:r>
            <a:r>
              <a:rPr sz="1100">
                <a:solidFill>
                  <a:srgbClr val="B5D98B"/>
                </a:solidFill>
                <a:latin typeface="Courier New"/>
              </a:rPr>
              <a:t>./chroma_db</a:t>
            </a:r>
            <a:r>
              <a:rPr sz="1100">
                <a:solidFill>
                  <a:srgbClr val="B5D98B"/>
                </a:solidFill>
                <a:latin typeface="Courier New"/>
              </a:rPr>
              <a:t>"</a:t>
            </a:r>
            <a:r>
              <a:rPr sz="1100">
                <a:solidFill>
                  <a:srgbClr val="E8EEF1"/>
                </a:solidFill>
                <a:latin typeface="Courier New"/>
              </a:rPr>
              <a:t>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8EEF1"/>
                </a:solidFill>
                <a:latin typeface="Courier New"/>
              </a:rPr>
              <a:t>    </a:t>
            </a:r>
            <a:r>
              <a:rPr sz="1100">
                <a:solidFill>
                  <a:srgbClr val="E8EEF1"/>
                </a:solidFill>
                <a:latin typeface="Courier New"/>
              </a:rPr>
              <a:t>ids</a:t>
            </a:r>
            <a:r>
              <a:rPr sz="1100">
                <a:solidFill>
                  <a:srgbClr val="E8EEF1"/>
                </a:solidFill>
                <a:latin typeface="Courier New"/>
              </a:rPr>
              <a:t>=</a:t>
            </a:r>
            <a:r>
              <a:rPr sz="1100">
                <a:solidFill>
                  <a:srgbClr val="E8EEF1"/>
                </a:solidFill>
                <a:latin typeface="Courier New"/>
              </a:rPr>
              <a:t>[</a:t>
            </a:r>
            <a:r>
              <a:rPr sz="1100">
                <a:solidFill>
                  <a:srgbClr val="B5D98B"/>
                </a:solidFill>
                <a:latin typeface="Courier New"/>
              </a:rPr>
              <a:t>f</a:t>
            </a:r>
            <a:r>
              <a:rPr sz="1100">
                <a:solidFill>
                  <a:srgbClr val="B5D98B"/>
                </a:solidFill>
                <a:latin typeface="Courier New"/>
              </a:rPr>
              <a:t>"</a:t>
            </a:r>
            <a:r>
              <a:rPr sz="1100">
                <a:solidFill>
                  <a:srgbClr val="B5D98B"/>
                </a:solidFill>
                <a:latin typeface="Courier New"/>
              </a:rPr>
              <a:t>chunk-</a:t>
            </a:r>
            <a:r>
              <a:rPr sz="1100">
                <a:solidFill>
                  <a:srgbClr val="B5D98B"/>
                </a:solidFill>
                <a:latin typeface="Courier New"/>
              </a:rPr>
              <a:t>{</a:t>
            </a:r>
            <a:r>
              <a:rPr sz="1100">
                <a:solidFill>
                  <a:srgbClr val="E8EEF1"/>
                </a:solidFill>
                <a:latin typeface="Courier New"/>
              </a:rPr>
              <a:t>i</a:t>
            </a:r>
            <a:r>
              <a:rPr sz="1100">
                <a:solidFill>
                  <a:srgbClr val="B5D98B"/>
                </a:solidFill>
                <a:latin typeface="Courier New"/>
              </a:rPr>
              <a:t>}</a:t>
            </a:r>
            <a:r>
              <a:rPr sz="1100">
                <a:solidFill>
                  <a:srgbClr val="B5D98B"/>
                </a:solidFill>
                <a:latin typeface="Courier New"/>
              </a:rPr>
              <a:t>"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 b="1">
                <a:solidFill>
                  <a:srgbClr val="F28C4F"/>
                </a:solidFill>
                <a:latin typeface="Courier New"/>
              </a:rPr>
              <a:t>for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i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F28C4F"/>
                </a:solidFill>
                <a:latin typeface="Courier New"/>
              </a:rPr>
              <a:t>in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7FCFF0"/>
                </a:solidFill>
                <a:latin typeface="Courier New"/>
              </a:rPr>
              <a:t>range</a:t>
            </a:r>
            <a:r>
              <a:rPr sz="1100">
                <a:solidFill>
                  <a:srgbClr val="E8EEF1"/>
                </a:solidFill>
                <a:latin typeface="Courier New"/>
              </a:rPr>
              <a:t>(</a:t>
            </a:r>
            <a:r>
              <a:rPr sz="1100">
                <a:solidFill>
                  <a:srgbClr val="7FCFF0"/>
                </a:solidFill>
                <a:latin typeface="Courier New"/>
              </a:rPr>
              <a:t>len</a:t>
            </a:r>
            <a:r>
              <a:rPr sz="1100">
                <a:solidFill>
                  <a:srgbClr val="E8EEF1"/>
                </a:solidFill>
                <a:latin typeface="Courier New"/>
              </a:rPr>
              <a:t>(</a:t>
            </a:r>
            <a:r>
              <a:rPr sz="1100">
                <a:solidFill>
                  <a:srgbClr val="E8EEF1"/>
                </a:solidFill>
                <a:latin typeface="Courier New"/>
              </a:rPr>
              <a:t>chunks</a:t>
            </a:r>
            <a:r>
              <a:rPr sz="1100">
                <a:solidFill>
                  <a:srgbClr val="E8EEF1"/>
                </a:solidFill>
                <a:latin typeface="Courier New"/>
              </a:rPr>
              <a:t>)</a:t>
            </a:r>
            <a:r>
              <a:rPr sz="1100">
                <a:solidFill>
                  <a:srgbClr val="E8EEF1"/>
                </a:solidFill>
                <a:latin typeface="Courier New"/>
              </a:rPr>
              <a:t>)</a:t>
            </a:r>
            <a:r>
              <a:rPr sz="1100">
                <a:solidFill>
                  <a:srgbClr val="E8EEF1"/>
                </a:solidFill>
                <a:latin typeface="Courier New"/>
              </a:rPr>
              <a:t>]</a:t>
            </a:r>
            <a:r>
              <a:rPr sz="1100">
                <a:solidFill>
                  <a:srgbClr val="E8EEF1"/>
                </a:solidFill>
                <a:latin typeface="Courier New"/>
              </a:rPr>
              <a:t>,</a:t>
            </a:r>
            <a:r>
              <a:rPr sz="1100">
                <a:solidFill>
                  <a:srgbClr val="E8EEF1"/>
                </a:solidFill>
                <a:latin typeface="Courier New"/>
              </a:rPr>
              <a:t>   </a:t>
            </a:r>
            <a:r>
              <a:rPr sz="1100">
                <a:solidFill>
                  <a:srgbClr val="8AA4B0"/>
                </a:solidFill>
                <a:latin typeface="Courier New"/>
              </a:rPr>
              <a:t># niente duplicati se rilanci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8EEF1"/>
                </a:solidFill>
                <a:latin typeface="Courier New"/>
              </a:rPr>
              <a:t>retriever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=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vectorstore</a:t>
            </a:r>
            <a:r>
              <a:rPr sz="1100">
                <a:solidFill>
                  <a:srgbClr val="E8EEF1"/>
                </a:solidFill>
                <a:latin typeface="Courier New"/>
              </a:rPr>
              <a:t>.</a:t>
            </a:r>
            <a:r>
              <a:rPr sz="1100">
                <a:solidFill>
                  <a:srgbClr val="E8EEF1"/>
                </a:solidFill>
                <a:latin typeface="Courier New"/>
              </a:rPr>
              <a:t>as_retriever</a:t>
            </a:r>
            <a:r>
              <a:rPr sz="1100">
                <a:solidFill>
                  <a:srgbClr val="E8EEF1"/>
                </a:solidFill>
                <a:latin typeface="Courier New"/>
              </a:rPr>
              <a:t>(</a:t>
            </a:r>
            <a:r>
              <a:rPr sz="1100">
                <a:solidFill>
                  <a:srgbClr val="E8EEF1"/>
                </a:solidFill>
                <a:latin typeface="Courier New"/>
              </a:rPr>
              <a:t>search_kwargs</a:t>
            </a:r>
            <a:r>
              <a:rPr sz="1100">
                <a:solidFill>
                  <a:srgbClr val="E8EEF1"/>
                </a:solidFill>
                <a:latin typeface="Courier New"/>
              </a:rPr>
              <a:t>=</a:t>
            </a:r>
            <a:r>
              <a:rPr sz="1100">
                <a:solidFill>
                  <a:srgbClr val="E8EEF1"/>
                </a:solidFill>
                <a:latin typeface="Courier New"/>
              </a:rPr>
              <a:t>{</a:t>
            </a:r>
            <a:r>
              <a:rPr sz="1100">
                <a:solidFill>
                  <a:srgbClr val="B5D98B"/>
                </a:solidFill>
                <a:latin typeface="Courier New"/>
              </a:rPr>
              <a:t>"</a:t>
            </a:r>
            <a:r>
              <a:rPr sz="1100">
                <a:solidFill>
                  <a:srgbClr val="B5D98B"/>
                </a:solidFill>
                <a:latin typeface="Courier New"/>
              </a:rPr>
              <a:t>k</a:t>
            </a:r>
            <a:r>
              <a:rPr sz="1100">
                <a:solidFill>
                  <a:srgbClr val="B5D98B"/>
                </a:solidFill>
                <a:latin typeface="Courier New"/>
              </a:rPr>
              <a:t>"</a:t>
            </a:r>
            <a:r>
              <a:rPr sz="1100">
                <a:solidFill>
                  <a:srgbClr val="E8EEF1"/>
                </a:solidFill>
                <a:latin typeface="Courier New"/>
              </a:rPr>
              <a:t>: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F5C96A"/>
                </a:solidFill>
                <a:latin typeface="Courier New"/>
              </a:rPr>
              <a:t>3</a:t>
            </a:r>
            <a:r>
              <a:rPr sz="1100">
                <a:solidFill>
                  <a:srgbClr val="E8EEF1"/>
                </a:solidFill>
                <a:latin typeface="Courier New"/>
              </a:rPr>
              <a:t>}</a:t>
            </a:r>
            <a:r>
              <a:rPr sz="11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F5C96A"/>
                </a:solidFill>
                <a:latin typeface="Courier New"/>
              </a:rPr>
              <a:t>@tool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28C4F"/>
                </a:solidFill>
                <a:latin typeface="Courier New"/>
              </a:rPr>
              <a:t>def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7FCFF0"/>
                </a:solidFill>
                <a:latin typeface="Courier New"/>
              </a:rPr>
              <a:t>cerca_regolamento</a:t>
            </a:r>
            <a:r>
              <a:rPr sz="1100">
                <a:solidFill>
                  <a:srgbClr val="E8EEF1"/>
                </a:solidFill>
                <a:latin typeface="Courier New"/>
              </a:rPr>
              <a:t>(</a:t>
            </a:r>
            <a:r>
              <a:rPr sz="1100">
                <a:solidFill>
                  <a:srgbClr val="E8EEF1"/>
                </a:solidFill>
                <a:latin typeface="Courier New"/>
              </a:rPr>
              <a:t>query</a:t>
            </a:r>
            <a:r>
              <a:rPr sz="1100">
                <a:solidFill>
                  <a:srgbClr val="E8EEF1"/>
                </a:solidFill>
                <a:latin typeface="Courier New"/>
              </a:rPr>
              <a:t>: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7FCFF0"/>
                </a:solidFill>
                <a:latin typeface="Courier New"/>
              </a:rPr>
              <a:t>str</a:t>
            </a:r>
            <a:r>
              <a:rPr sz="1100">
                <a:solidFill>
                  <a:srgbClr val="E8EEF1"/>
                </a:solidFill>
                <a:latin typeface="Courier New"/>
              </a:rPr>
              <a:t>)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-</a:t>
            </a:r>
            <a:r>
              <a:rPr sz="1100">
                <a:solidFill>
                  <a:srgbClr val="E8EEF1"/>
                </a:solidFill>
                <a:latin typeface="Courier New"/>
              </a:rPr>
              <a:t>&gt;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7FCFF0"/>
                </a:solidFill>
                <a:latin typeface="Courier New"/>
              </a:rPr>
              <a:t>str</a:t>
            </a:r>
            <a:r>
              <a:rPr sz="110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8EEF1"/>
                </a:solidFill>
                <a:latin typeface="Courier New"/>
              </a:rPr>
              <a:t>    </a:t>
            </a:r>
            <a:r>
              <a:rPr sz="1100">
                <a:solidFill>
                  <a:srgbClr val="B5D98B"/>
                </a:solidFill>
                <a:latin typeface="Courier New"/>
              </a:rPr>
              <a:t>"""Cerca nel regolamento del coworking: orari, prezzi, disdette, regole."""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8EEF1"/>
                </a:solidFill>
                <a:latin typeface="Courier New"/>
              </a:rPr>
              <a:t>    </a:t>
            </a:r>
            <a:r>
              <a:rPr sz="1100">
                <a:solidFill>
                  <a:srgbClr val="E8EEF1"/>
                </a:solidFill>
                <a:latin typeface="Courier New"/>
              </a:rPr>
              <a:t>risultati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=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retriever</a:t>
            </a:r>
            <a:r>
              <a:rPr sz="1100">
                <a:solidFill>
                  <a:srgbClr val="E8EEF1"/>
                </a:solidFill>
                <a:latin typeface="Courier New"/>
              </a:rPr>
              <a:t>.</a:t>
            </a:r>
            <a:r>
              <a:rPr sz="1100">
                <a:solidFill>
                  <a:srgbClr val="E8EEF1"/>
                </a:solidFill>
                <a:latin typeface="Courier New"/>
              </a:rPr>
              <a:t>invoke</a:t>
            </a:r>
            <a:r>
              <a:rPr sz="1100">
                <a:solidFill>
                  <a:srgbClr val="E8EEF1"/>
                </a:solidFill>
                <a:latin typeface="Courier New"/>
              </a:rPr>
              <a:t>(</a:t>
            </a:r>
            <a:r>
              <a:rPr sz="1100">
                <a:solidFill>
                  <a:srgbClr val="E8EEF1"/>
                </a:solidFill>
                <a:latin typeface="Courier New"/>
              </a:rPr>
              <a:t>query</a:t>
            </a:r>
            <a:r>
              <a:rPr sz="11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8EEF1"/>
                </a:solidFill>
                <a:latin typeface="Courier New"/>
              </a:rPr>
              <a:t>    </a:t>
            </a:r>
            <a:r>
              <a:rPr sz="1100" b="1">
                <a:solidFill>
                  <a:srgbClr val="F28C4F"/>
                </a:solidFill>
                <a:latin typeface="Courier New"/>
              </a:rPr>
              <a:t>return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B5D98B"/>
                </a:solidFill>
                <a:latin typeface="Courier New"/>
              </a:rPr>
              <a:t>"</a:t>
            </a:r>
            <a:r>
              <a:rPr sz="1100">
                <a:solidFill>
                  <a:srgbClr val="B5D98B"/>
                </a:solidFill>
                <a:latin typeface="Courier New"/>
              </a:rPr>
              <a:t>\n</a:t>
            </a:r>
            <a:r>
              <a:rPr sz="1100">
                <a:solidFill>
                  <a:srgbClr val="B5D98B"/>
                </a:solidFill>
                <a:latin typeface="Courier New"/>
              </a:rPr>
              <a:t>\n</a:t>
            </a:r>
            <a:r>
              <a:rPr sz="1100">
                <a:solidFill>
                  <a:srgbClr val="B5D98B"/>
                </a:solidFill>
                <a:latin typeface="Courier New"/>
              </a:rPr>
              <a:t>"</a:t>
            </a:r>
            <a:r>
              <a:rPr sz="1100">
                <a:solidFill>
                  <a:srgbClr val="E8EEF1"/>
                </a:solidFill>
                <a:latin typeface="Courier New"/>
              </a:rPr>
              <a:t>.</a:t>
            </a:r>
            <a:r>
              <a:rPr sz="1100">
                <a:solidFill>
                  <a:srgbClr val="E8EEF1"/>
                </a:solidFill>
                <a:latin typeface="Courier New"/>
              </a:rPr>
              <a:t>join</a:t>
            </a:r>
            <a:r>
              <a:rPr sz="1100">
                <a:solidFill>
                  <a:srgbClr val="E8EEF1"/>
                </a:solidFill>
                <a:latin typeface="Courier New"/>
              </a:rPr>
              <a:t>(</a:t>
            </a:r>
            <a:r>
              <a:rPr sz="1100">
                <a:solidFill>
                  <a:srgbClr val="B5D98B"/>
                </a:solidFill>
                <a:latin typeface="Courier New"/>
              </a:rPr>
              <a:t>f</a:t>
            </a:r>
            <a:r>
              <a:rPr sz="1100">
                <a:solidFill>
                  <a:srgbClr val="B5D98B"/>
                </a:solidFill>
                <a:latin typeface="Courier New"/>
              </a:rPr>
              <a:t>"</a:t>
            </a:r>
            <a:r>
              <a:rPr sz="1100">
                <a:solidFill>
                  <a:srgbClr val="B5D98B"/>
                </a:solidFill>
                <a:latin typeface="Courier New"/>
              </a:rPr>
              <a:t>[pag. </a:t>
            </a:r>
            <a:r>
              <a:rPr sz="1100">
                <a:solidFill>
                  <a:srgbClr val="B5D98B"/>
                </a:solidFill>
                <a:latin typeface="Courier New"/>
              </a:rPr>
              <a:t>{</a:t>
            </a:r>
            <a:r>
              <a:rPr sz="1100">
                <a:solidFill>
                  <a:srgbClr val="E8EEF1"/>
                </a:solidFill>
                <a:latin typeface="Courier New"/>
              </a:rPr>
              <a:t>d</a:t>
            </a:r>
            <a:r>
              <a:rPr sz="1100">
                <a:solidFill>
                  <a:srgbClr val="E8EEF1"/>
                </a:solidFill>
                <a:latin typeface="Courier New"/>
              </a:rPr>
              <a:t>.</a:t>
            </a:r>
            <a:r>
              <a:rPr sz="1100">
                <a:solidFill>
                  <a:srgbClr val="E8EEF1"/>
                </a:solidFill>
                <a:latin typeface="Courier New"/>
              </a:rPr>
              <a:t>metadata</a:t>
            </a:r>
            <a:r>
              <a:rPr sz="1100">
                <a:solidFill>
                  <a:srgbClr val="E8EEF1"/>
                </a:solidFill>
                <a:latin typeface="Courier New"/>
              </a:rPr>
              <a:t>.</a:t>
            </a:r>
            <a:r>
              <a:rPr sz="1100">
                <a:solidFill>
                  <a:srgbClr val="E8EEF1"/>
                </a:solidFill>
                <a:latin typeface="Courier New"/>
              </a:rPr>
              <a:t>get</a:t>
            </a:r>
            <a:r>
              <a:rPr sz="1100">
                <a:solidFill>
                  <a:srgbClr val="E8EEF1"/>
                </a:solidFill>
                <a:latin typeface="Courier New"/>
              </a:rPr>
              <a:t>(</a:t>
            </a:r>
            <a:r>
              <a:rPr sz="1100">
                <a:solidFill>
                  <a:srgbClr val="B5D98B"/>
                </a:solidFill>
                <a:latin typeface="Courier New"/>
              </a:rPr>
              <a:t>'</a:t>
            </a:r>
            <a:r>
              <a:rPr sz="1100">
                <a:solidFill>
                  <a:srgbClr val="B5D98B"/>
                </a:solidFill>
                <a:latin typeface="Courier New"/>
              </a:rPr>
              <a:t>page</a:t>
            </a:r>
            <a:r>
              <a:rPr sz="1100">
                <a:solidFill>
                  <a:srgbClr val="B5D98B"/>
                </a:solidFill>
                <a:latin typeface="Courier New"/>
              </a:rPr>
              <a:t>'</a:t>
            </a:r>
            <a:r>
              <a:rPr sz="1100">
                <a:solidFill>
                  <a:srgbClr val="E8EEF1"/>
                </a:solidFill>
                <a:latin typeface="Courier New"/>
              </a:rPr>
              <a:t>,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F5C96A"/>
                </a:solidFill>
                <a:latin typeface="Courier New"/>
              </a:rPr>
              <a:t>0</a:t>
            </a:r>
            <a:r>
              <a:rPr sz="1100">
                <a:solidFill>
                  <a:srgbClr val="E8EEF1"/>
                </a:solidFill>
                <a:latin typeface="Courier New"/>
              </a:rPr>
              <a:t>)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+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F5C96A"/>
                </a:solidFill>
                <a:latin typeface="Courier New"/>
              </a:rPr>
              <a:t>1</a:t>
            </a:r>
            <a:r>
              <a:rPr sz="1100">
                <a:solidFill>
                  <a:srgbClr val="B5D98B"/>
                </a:solidFill>
                <a:latin typeface="Courier New"/>
              </a:rPr>
              <a:t>}</a:t>
            </a:r>
            <a:r>
              <a:rPr sz="1100">
                <a:solidFill>
                  <a:srgbClr val="B5D98B"/>
                </a:solidFill>
                <a:latin typeface="Courier New"/>
              </a:rPr>
              <a:t>] </a:t>
            </a:r>
            <a:r>
              <a:rPr sz="1100">
                <a:solidFill>
                  <a:srgbClr val="B5D98B"/>
                </a:solidFill>
                <a:latin typeface="Courier New"/>
              </a:rPr>
              <a:t>{</a:t>
            </a:r>
            <a:r>
              <a:rPr sz="1100">
                <a:solidFill>
                  <a:srgbClr val="E8EEF1"/>
                </a:solidFill>
                <a:latin typeface="Courier New"/>
              </a:rPr>
              <a:t>d</a:t>
            </a:r>
            <a:r>
              <a:rPr sz="1100">
                <a:solidFill>
                  <a:srgbClr val="E8EEF1"/>
                </a:solidFill>
                <a:latin typeface="Courier New"/>
              </a:rPr>
              <a:t>.</a:t>
            </a:r>
            <a:r>
              <a:rPr sz="1100">
                <a:solidFill>
                  <a:srgbClr val="E8EEF1"/>
                </a:solidFill>
                <a:latin typeface="Courier New"/>
              </a:rPr>
              <a:t>page_content</a:t>
            </a:r>
            <a:r>
              <a:rPr sz="1100">
                <a:solidFill>
                  <a:srgbClr val="B5D98B"/>
                </a:solidFill>
                <a:latin typeface="Courier New"/>
              </a:rPr>
              <a:t>}</a:t>
            </a:r>
            <a:r>
              <a:rPr sz="1100">
                <a:solidFill>
                  <a:srgbClr val="B5D98B"/>
                </a:solidFill>
                <a:latin typeface="Courier New"/>
              </a:rPr>
              <a:t>"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8EEF1"/>
                </a:solidFill>
                <a:latin typeface="Courier New"/>
              </a:rPr>
              <a:t>                       </a:t>
            </a:r>
            <a:r>
              <a:rPr sz="1100" b="1">
                <a:solidFill>
                  <a:srgbClr val="F28C4F"/>
                </a:solidFill>
                <a:latin typeface="Courier New"/>
              </a:rPr>
              <a:t>for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d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F28C4F"/>
                </a:solidFill>
                <a:latin typeface="Courier New"/>
              </a:rPr>
              <a:t>in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risultati</a:t>
            </a:r>
            <a:r>
              <a:rPr sz="1100">
                <a:solidFill>
                  <a:srgbClr val="E8EEF1"/>
                </a:solidFill>
                <a:latin typeface="Courier New"/>
              </a:rPr>
              <a:t>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0" y="4864608"/>
            <a:ext cx="32918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b="0" sz="1000">
                <a:solidFill>
                  <a:srgbClr val="76777B"/>
                </a:solidFill>
                <a:latin typeface="Arial"/>
              </a:rPr>
              <a:t>Esempio: </a:t>
            </a:r>
            <a:r>
              <a:rPr b="1" sz="1000">
                <a:solidFill>
                  <a:srgbClr val="005A77"/>
                </a:solidFill>
                <a:latin typeface="Courier New"/>
              </a:rPr>
              <a:t>28_rag_agentico.py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2.17 RAG CORRETTIVO – NODI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79</a:t>
            </a:fld>
          </a:p>
        </p:txBody>
      </p:sp>
      <p:sp>
        <p:nvSpPr>
          <p:cNvPr id="34" name="Rounded Rectangle 33"/>
          <p:cNvSpPr/>
          <p:nvPr/>
        </p:nvSpPr>
        <p:spPr>
          <a:xfrm>
            <a:off x="457200" y="1051560"/>
            <a:ext cx="8229600" cy="3681983"/>
          </a:xfrm>
          <a:prstGeom prst="roundRect">
            <a:avLst>
              <a:gd name="adj" fmla="val 4000"/>
            </a:avLst>
          </a:prstGeom>
          <a:solidFill>
            <a:srgbClr val="0B2B38"/>
          </a:solidFill>
          <a:ln>
            <a:noFill/>
          </a:ln>
        </p:spPr>
        <p:txBody>
          <a:bodyPr rtlCol="0" anchor="t" wrap="square" lIns="128016" rIns="128016" tIns="91440" bIns="54864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28C4F"/>
                </a:solidFill>
                <a:latin typeface="Courier New"/>
              </a:rPr>
              <a:t>class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7FCFF0"/>
                </a:solidFill>
                <a:latin typeface="Courier New"/>
              </a:rPr>
              <a:t>Giudizio</a:t>
            </a:r>
            <a:r>
              <a:rPr sz="950">
                <a:solidFill>
                  <a:srgbClr val="E8EEF1"/>
                </a:solidFill>
                <a:latin typeface="Courier New"/>
              </a:rPr>
              <a:t>(</a:t>
            </a:r>
            <a:r>
              <a:rPr sz="950">
                <a:solidFill>
                  <a:srgbClr val="E8EEF1"/>
                </a:solidFill>
                <a:latin typeface="Courier New"/>
              </a:rPr>
              <a:t>BaseModel</a:t>
            </a:r>
            <a:r>
              <a:rPr sz="950">
                <a:solidFill>
                  <a:srgbClr val="E8EEF1"/>
                </a:solidFill>
                <a:latin typeface="Courier New"/>
              </a:rPr>
              <a:t>)</a:t>
            </a:r>
            <a:r>
              <a:rPr sz="95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8EEF1"/>
                </a:solidFill>
                <a:latin typeface="Courier New"/>
              </a:rPr>
              <a:t>    </a:t>
            </a:r>
            <a:r>
              <a:rPr sz="950">
                <a:solidFill>
                  <a:srgbClr val="E8EEF1"/>
                </a:solidFill>
                <a:latin typeface="Courier New"/>
              </a:rPr>
              <a:t>pertinente</a:t>
            </a:r>
            <a:r>
              <a:rPr sz="950">
                <a:solidFill>
                  <a:srgbClr val="E8EEF1"/>
                </a:solidFill>
                <a:latin typeface="Courier New"/>
              </a:rPr>
              <a:t>: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7FCFF0"/>
                </a:solidFill>
                <a:latin typeface="Courier New"/>
              </a:rPr>
              <a:t>bool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=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Field</a:t>
            </a:r>
            <a:r>
              <a:rPr sz="950">
                <a:solidFill>
                  <a:srgbClr val="E8EEF1"/>
                </a:solidFill>
                <a:latin typeface="Courier New"/>
              </a:rPr>
              <a:t>(</a:t>
            </a:r>
            <a:r>
              <a:rPr sz="950">
                <a:solidFill>
                  <a:srgbClr val="E8EEF1"/>
                </a:solidFill>
                <a:latin typeface="Courier New"/>
              </a:rPr>
              <a:t>description</a:t>
            </a:r>
            <a:r>
              <a:rPr sz="950">
                <a:solidFill>
                  <a:srgbClr val="E8EEF1"/>
                </a:solidFill>
                <a:latin typeface="Courier New"/>
              </a:rPr>
              <a:t>=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B5D98B"/>
                </a:solidFill>
                <a:latin typeface="Courier New"/>
              </a:rPr>
              <a:t>I documenti contengono la risposta?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8EEF1"/>
                </a:solidFill>
                <a:latin typeface="Courier New"/>
              </a:rPr>
              <a:t>grader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=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get_llm</a:t>
            </a:r>
            <a:r>
              <a:rPr sz="950">
                <a:solidFill>
                  <a:srgbClr val="E8EEF1"/>
                </a:solidFill>
                <a:latin typeface="Courier New"/>
              </a:rPr>
              <a:t>(</a:t>
            </a:r>
            <a:r>
              <a:rPr sz="950">
                <a:solidFill>
                  <a:srgbClr val="E8EEF1"/>
                </a:solidFill>
                <a:latin typeface="Courier New"/>
              </a:rPr>
              <a:t>)</a:t>
            </a:r>
            <a:r>
              <a:rPr sz="950">
                <a:solidFill>
                  <a:srgbClr val="E8EEF1"/>
                </a:solidFill>
                <a:latin typeface="Courier New"/>
              </a:rPr>
              <a:t>.</a:t>
            </a:r>
            <a:r>
              <a:rPr sz="950">
                <a:solidFill>
                  <a:srgbClr val="E8EEF1"/>
                </a:solidFill>
                <a:latin typeface="Courier New"/>
              </a:rPr>
              <a:t>with_structured_output</a:t>
            </a:r>
            <a:r>
              <a:rPr sz="950">
                <a:solidFill>
                  <a:srgbClr val="E8EEF1"/>
                </a:solidFill>
                <a:latin typeface="Courier New"/>
              </a:rPr>
              <a:t>(</a:t>
            </a:r>
            <a:r>
              <a:rPr sz="950">
                <a:solidFill>
                  <a:srgbClr val="E8EEF1"/>
                </a:solidFill>
                <a:latin typeface="Courier New"/>
              </a:rPr>
              <a:t>Giudizio</a:t>
            </a:r>
            <a:r>
              <a:rPr sz="95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28C4F"/>
                </a:solidFill>
                <a:latin typeface="Courier New"/>
              </a:rPr>
              <a:t>def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7FCFF0"/>
                </a:solidFill>
                <a:latin typeface="Courier New"/>
              </a:rPr>
              <a:t>recupera</a:t>
            </a:r>
            <a:r>
              <a:rPr sz="950">
                <a:solidFill>
                  <a:srgbClr val="E8EEF1"/>
                </a:solidFill>
                <a:latin typeface="Courier New"/>
              </a:rPr>
              <a:t>(</a:t>
            </a:r>
            <a:r>
              <a:rPr sz="950">
                <a:solidFill>
                  <a:srgbClr val="E8EEF1"/>
                </a:solidFill>
                <a:latin typeface="Courier New"/>
              </a:rPr>
              <a:t>state</a:t>
            </a:r>
            <a:r>
              <a:rPr sz="950">
                <a:solidFill>
                  <a:srgbClr val="E8EEF1"/>
                </a:solidFill>
                <a:latin typeface="Courier New"/>
              </a:rPr>
              <a:t>: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State</a:t>
            </a:r>
            <a:r>
              <a:rPr sz="950">
                <a:solidFill>
                  <a:srgbClr val="E8EEF1"/>
                </a:solidFill>
                <a:latin typeface="Courier New"/>
              </a:rPr>
              <a:t>)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-</a:t>
            </a:r>
            <a:r>
              <a:rPr sz="950">
                <a:solidFill>
                  <a:srgbClr val="E8EEF1"/>
                </a:solidFill>
                <a:latin typeface="Courier New"/>
              </a:rPr>
              <a:t>&gt;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7FCFF0"/>
                </a:solidFill>
                <a:latin typeface="Courier New"/>
              </a:rPr>
              <a:t>dict</a:t>
            </a:r>
            <a:r>
              <a:rPr sz="95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8EEF1"/>
                </a:solidFill>
                <a:latin typeface="Courier New"/>
              </a:rPr>
              <a:t>    </a:t>
            </a:r>
            <a:r>
              <a:rPr sz="950">
                <a:solidFill>
                  <a:srgbClr val="E8EEF1"/>
                </a:solidFill>
                <a:latin typeface="Courier New"/>
              </a:rPr>
              <a:t>q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=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state</a:t>
            </a:r>
            <a:r>
              <a:rPr sz="950">
                <a:solidFill>
                  <a:srgbClr val="E8EEF1"/>
                </a:solidFill>
                <a:latin typeface="Courier New"/>
              </a:rPr>
              <a:t>.</a:t>
            </a:r>
            <a:r>
              <a:rPr sz="950">
                <a:solidFill>
                  <a:srgbClr val="E8EEF1"/>
                </a:solidFill>
                <a:latin typeface="Courier New"/>
              </a:rPr>
              <a:t>get</a:t>
            </a:r>
            <a:r>
              <a:rPr sz="950">
                <a:solidFill>
                  <a:srgbClr val="E8EEF1"/>
                </a:solidFill>
                <a:latin typeface="Courier New"/>
              </a:rPr>
              <a:t>(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B5D98B"/>
                </a:solidFill>
                <a:latin typeface="Courier New"/>
              </a:rPr>
              <a:t>query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E8EEF1"/>
                </a:solidFill>
                <a:latin typeface="Courier New"/>
              </a:rPr>
              <a:t>)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F28C4F"/>
                </a:solidFill>
                <a:latin typeface="Courier New"/>
              </a:rPr>
              <a:t>or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state</a:t>
            </a:r>
            <a:r>
              <a:rPr sz="950">
                <a:solidFill>
                  <a:srgbClr val="E8EEF1"/>
                </a:solidFill>
                <a:latin typeface="Courier New"/>
              </a:rPr>
              <a:t>[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B5D98B"/>
                </a:solidFill>
                <a:latin typeface="Courier New"/>
              </a:rPr>
              <a:t>domanda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E8EEF1"/>
                </a:solidFill>
                <a:latin typeface="Courier New"/>
              </a:rPr>
              <a:t>]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8EEF1"/>
                </a:solidFill>
                <a:latin typeface="Courier New"/>
              </a:rPr>
              <a:t>    </a:t>
            </a:r>
            <a:r>
              <a:rPr sz="950" b="1">
                <a:solidFill>
                  <a:srgbClr val="F28C4F"/>
                </a:solidFill>
                <a:latin typeface="Courier New"/>
              </a:rPr>
              <a:t>return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{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B5D98B"/>
                </a:solidFill>
                <a:latin typeface="Courier New"/>
              </a:rPr>
              <a:t>documenti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E8EEF1"/>
                </a:solidFill>
                <a:latin typeface="Courier New"/>
              </a:rPr>
              <a:t>: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[</a:t>
            </a:r>
            <a:r>
              <a:rPr sz="950">
                <a:solidFill>
                  <a:srgbClr val="E8EEF1"/>
                </a:solidFill>
                <a:latin typeface="Courier New"/>
              </a:rPr>
              <a:t>d</a:t>
            </a:r>
            <a:r>
              <a:rPr sz="950">
                <a:solidFill>
                  <a:srgbClr val="E8EEF1"/>
                </a:solidFill>
                <a:latin typeface="Courier New"/>
              </a:rPr>
              <a:t>.</a:t>
            </a:r>
            <a:r>
              <a:rPr sz="950">
                <a:solidFill>
                  <a:srgbClr val="E8EEF1"/>
                </a:solidFill>
                <a:latin typeface="Courier New"/>
              </a:rPr>
              <a:t>page_content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 b="1">
                <a:solidFill>
                  <a:srgbClr val="F28C4F"/>
                </a:solidFill>
                <a:latin typeface="Courier New"/>
              </a:rPr>
              <a:t>for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d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F28C4F"/>
                </a:solidFill>
                <a:latin typeface="Courier New"/>
              </a:rPr>
              <a:t>in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retriever</a:t>
            </a:r>
            <a:r>
              <a:rPr sz="950">
                <a:solidFill>
                  <a:srgbClr val="E8EEF1"/>
                </a:solidFill>
                <a:latin typeface="Courier New"/>
              </a:rPr>
              <a:t>.</a:t>
            </a:r>
            <a:r>
              <a:rPr sz="950">
                <a:solidFill>
                  <a:srgbClr val="E8EEF1"/>
                </a:solidFill>
                <a:latin typeface="Courier New"/>
              </a:rPr>
              <a:t>invoke</a:t>
            </a:r>
            <a:r>
              <a:rPr sz="950">
                <a:solidFill>
                  <a:srgbClr val="E8EEF1"/>
                </a:solidFill>
                <a:latin typeface="Courier New"/>
              </a:rPr>
              <a:t>(</a:t>
            </a:r>
            <a:r>
              <a:rPr sz="950">
                <a:solidFill>
                  <a:srgbClr val="E8EEF1"/>
                </a:solidFill>
                <a:latin typeface="Courier New"/>
              </a:rPr>
              <a:t>q</a:t>
            </a:r>
            <a:r>
              <a:rPr sz="950">
                <a:solidFill>
                  <a:srgbClr val="E8EEF1"/>
                </a:solidFill>
                <a:latin typeface="Courier New"/>
              </a:rPr>
              <a:t>)</a:t>
            </a:r>
            <a:r>
              <a:rPr sz="950">
                <a:solidFill>
                  <a:srgbClr val="E8EEF1"/>
                </a:solidFill>
                <a:latin typeface="Courier New"/>
              </a:rPr>
              <a:t>]</a:t>
            </a:r>
            <a:r>
              <a:rPr sz="950">
                <a:solidFill>
                  <a:srgbClr val="E8EEF1"/>
                </a:solidFill>
                <a:latin typeface="Courier New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28C4F"/>
                </a:solidFill>
                <a:latin typeface="Courier New"/>
              </a:rPr>
              <a:t>def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7FCFF0"/>
                </a:solidFill>
                <a:latin typeface="Courier New"/>
              </a:rPr>
              <a:t>valuta</a:t>
            </a:r>
            <a:r>
              <a:rPr sz="950">
                <a:solidFill>
                  <a:srgbClr val="E8EEF1"/>
                </a:solidFill>
                <a:latin typeface="Courier New"/>
              </a:rPr>
              <a:t>(</a:t>
            </a:r>
            <a:r>
              <a:rPr sz="950">
                <a:solidFill>
                  <a:srgbClr val="E8EEF1"/>
                </a:solidFill>
                <a:latin typeface="Courier New"/>
              </a:rPr>
              <a:t>state</a:t>
            </a:r>
            <a:r>
              <a:rPr sz="950">
                <a:solidFill>
                  <a:srgbClr val="E8EEF1"/>
                </a:solidFill>
                <a:latin typeface="Courier New"/>
              </a:rPr>
              <a:t>: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State</a:t>
            </a:r>
            <a:r>
              <a:rPr sz="950">
                <a:solidFill>
                  <a:srgbClr val="E8EEF1"/>
                </a:solidFill>
                <a:latin typeface="Courier New"/>
              </a:rPr>
              <a:t>)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-</a:t>
            </a:r>
            <a:r>
              <a:rPr sz="950">
                <a:solidFill>
                  <a:srgbClr val="E8EEF1"/>
                </a:solidFill>
                <a:latin typeface="Courier New"/>
              </a:rPr>
              <a:t>&gt;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7FCFF0"/>
                </a:solidFill>
                <a:latin typeface="Courier New"/>
              </a:rPr>
              <a:t>dict</a:t>
            </a:r>
            <a:r>
              <a:rPr sz="95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8EEF1"/>
                </a:solidFill>
                <a:latin typeface="Courier New"/>
              </a:rPr>
              <a:t>    </a:t>
            </a:r>
            <a:r>
              <a:rPr sz="950">
                <a:solidFill>
                  <a:srgbClr val="E8EEF1"/>
                </a:solidFill>
                <a:latin typeface="Courier New"/>
              </a:rPr>
              <a:t>g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=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grader</a:t>
            </a:r>
            <a:r>
              <a:rPr sz="950">
                <a:solidFill>
                  <a:srgbClr val="E8EEF1"/>
                </a:solidFill>
                <a:latin typeface="Courier New"/>
              </a:rPr>
              <a:t>.</a:t>
            </a:r>
            <a:r>
              <a:rPr sz="950">
                <a:solidFill>
                  <a:srgbClr val="E8EEF1"/>
                </a:solidFill>
                <a:latin typeface="Courier New"/>
              </a:rPr>
              <a:t>invoke</a:t>
            </a:r>
            <a:r>
              <a:rPr sz="950">
                <a:solidFill>
                  <a:srgbClr val="E8EEF1"/>
                </a:solidFill>
                <a:latin typeface="Courier New"/>
              </a:rPr>
              <a:t>(</a:t>
            </a:r>
            <a:r>
              <a:rPr sz="950">
                <a:solidFill>
                  <a:srgbClr val="B5D98B"/>
                </a:solidFill>
                <a:latin typeface="Courier New"/>
              </a:rPr>
              <a:t>f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B5D98B"/>
                </a:solidFill>
                <a:latin typeface="Courier New"/>
              </a:rPr>
              <a:t>Domanda: </a:t>
            </a:r>
            <a:r>
              <a:rPr sz="950">
                <a:solidFill>
                  <a:srgbClr val="B5D98B"/>
                </a:solidFill>
                <a:latin typeface="Courier New"/>
              </a:rPr>
              <a:t>{</a:t>
            </a:r>
            <a:r>
              <a:rPr sz="950">
                <a:solidFill>
                  <a:srgbClr val="E8EEF1"/>
                </a:solidFill>
                <a:latin typeface="Courier New"/>
              </a:rPr>
              <a:t>state</a:t>
            </a:r>
            <a:r>
              <a:rPr sz="950">
                <a:solidFill>
                  <a:srgbClr val="E8EEF1"/>
                </a:solidFill>
                <a:latin typeface="Courier New"/>
              </a:rPr>
              <a:t>[</a:t>
            </a:r>
            <a:r>
              <a:rPr sz="950">
                <a:solidFill>
                  <a:srgbClr val="B5D98B"/>
                </a:solidFill>
                <a:latin typeface="Courier New"/>
              </a:rPr>
              <a:t>'</a:t>
            </a:r>
            <a:r>
              <a:rPr sz="950">
                <a:solidFill>
                  <a:srgbClr val="B5D98B"/>
                </a:solidFill>
                <a:latin typeface="Courier New"/>
              </a:rPr>
              <a:t>domanda</a:t>
            </a:r>
            <a:r>
              <a:rPr sz="950">
                <a:solidFill>
                  <a:srgbClr val="B5D98B"/>
                </a:solidFill>
                <a:latin typeface="Courier New"/>
              </a:rPr>
              <a:t>'</a:t>
            </a:r>
            <a:r>
              <a:rPr sz="950">
                <a:solidFill>
                  <a:srgbClr val="E8EEF1"/>
                </a:solidFill>
                <a:latin typeface="Courier New"/>
              </a:rPr>
              <a:t>]</a:t>
            </a:r>
            <a:r>
              <a:rPr sz="950">
                <a:solidFill>
                  <a:srgbClr val="B5D98B"/>
                </a:solidFill>
                <a:latin typeface="Courier New"/>
              </a:rPr>
              <a:t>}</a:t>
            </a:r>
            <a:r>
              <a:rPr sz="950">
                <a:solidFill>
                  <a:srgbClr val="B5D98B"/>
                </a:solidFill>
                <a:latin typeface="Courier New"/>
              </a:rPr>
              <a:t>\n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8EEF1"/>
                </a:solidFill>
                <a:latin typeface="Courier New"/>
              </a:rPr>
              <a:t>                      </a:t>
            </a:r>
            <a:r>
              <a:rPr sz="950">
                <a:solidFill>
                  <a:srgbClr val="B5D98B"/>
                </a:solidFill>
                <a:latin typeface="Courier New"/>
              </a:rPr>
              <a:t>f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B5D98B"/>
                </a:solidFill>
                <a:latin typeface="Courier New"/>
              </a:rPr>
              <a:t>Documenti: </a:t>
            </a:r>
            <a:r>
              <a:rPr sz="950">
                <a:solidFill>
                  <a:srgbClr val="B5D98B"/>
                </a:solidFill>
                <a:latin typeface="Courier New"/>
              </a:rPr>
              <a:t>{</a:t>
            </a:r>
            <a:r>
              <a:rPr sz="950">
                <a:solidFill>
                  <a:srgbClr val="E8EEF1"/>
                </a:solidFill>
                <a:latin typeface="Courier New"/>
              </a:rPr>
              <a:t>state</a:t>
            </a:r>
            <a:r>
              <a:rPr sz="950">
                <a:solidFill>
                  <a:srgbClr val="E8EEF1"/>
                </a:solidFill>
                <a:latin typeface="Courier New"/>
              </a:rPr>
              <a:t>[</a:t>
            </a:r>
            <a:r>
              <a:rPr sz="950">
                <a:solidFill>
                  <a:srgbClr val="B5D98B"/>
                </a:solidFill>
                <a:latin typeface="Courier New"/>
              </a:rPr>
              <a:t>'</a:t>
            </a:r>
            <a:r>
              <a:rPr sz="950">
                <a:solidFill>
                  <a:srgbClr val="B5D98B"/>
                </a:solidFill>
                <a:latin typeface="Courier New"/>
              </a:rPr>
              <a:t>documenti</a:t>
            </a:r>
            <a:r>
              <a:rPr sz="950">
                <a:solidFill>
                  <a:srgbClr val="B5D98B"/>
                </a:solidFill>
                <a:latin typeface="Courier New"/>
              </a:rPr>
              <a:t>'</a:t>
            </a:r>
            <a:r>
              <a:rPr sz="950">
                <a:solidFill>
                  <a:srgbClr val="E8EEF1"/>
                </a:solidFill>
                <a:latin typeface="Courier New"/>
              </a:rPr>
              <a:t>]</a:t>
            </a:r>
            <a:r>
              <a:rPr sz="950">
                <a:solidFill>
                  <a:srgbClr val="B5D98B"/>
                </a:solidFill>
                <a:latin typeface="Courier New"/>
              </a:rPr>
              <a:t>}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8EEF1"/>
                </a:solidFill>
                <a:latin typeface="Courier New"/>
              </a:rPr>
              <a:t>    </a:t>
            </a:r>
            <a:r>
              <a:rPr sz="950" b="1">
                <a:solidFill>
                  <a:srgbClr val="F28C4F"/>
                </a:solidFill>
                <a:latin typeface="Courier New"/>
              </a:rPr>
              <a:t>return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{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B5D98B"/>
                </a:solidFill>
                <a:latin typeface="Courier New"/>
              </a:rPr>
              <a:t>pertinente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E8EEF1"/>
                </a:solidFill>
                <a:latin typeface="Courier New"/>
              </a:rPr>
              <a:t>: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g</a:t>
            </a:r>
            <a:r>
              <a:rPr sz="950">
                <a:solidFill>
                  <a:srgbClr val="E8EEF1"/>
                </a:solidFill>
                <a:latin typeface="Courier New"/>
              </a:rPr>
              <a:t>.</a:t>
            </a:r>
            <a:r>
              <a:rPr sz="950">
                <a:solidFill>
                  <a:srgbClr val="E8EEF1"/>
                </a:solidFill>
                <a:latin typeface="Courier New"/>
              </a:rPr>
              <a:t>pertinente</a:t>
            </a:r>
            <a:r>
              <a:rPr sz="950">
                <a:solidFill>
                  <a:srgbClr val="E8EEF1"/>
                </a:solidFill>
                <a:latin typeface="Courier New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28C4F"/>
                </a:solidFill>
                <a:latin typeface="Courier New"/>
              </a:rPr>
              <a:t>def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7FCFF0"/>
                </a:solidFill>
                <a:latin typeface="Courier New"/>
              </a:rPr>
              <a:t>riscrivi</a:t>
            </a:r>
            <a:r>
              <a:rPr sz="950">
                <a:solidFill>
                  <a:srgbClr val="E8EEF1"/>
                </a:solidFill>
                <a:latin typeface="Courier New"/>
              </a:rPr>
              <a:t>(</a:t>
            </a:r>
            <a:r>
              <a:rPr sz="950">
                <a:solidFill>
                  <a:srgbClr val="E8EEF1"/>
                </a:solidFill>
                <a:latin typeface="Courier New"/>
              </a:rPr>
              <a:t>state</a:t>
            </a:r>
            <a:r>
              <a:rPr sz="950">
                <a:solidFill>
                  <a:srgbClr val="E8EEF1"/>
                </a:solidFill>
                <a:latin typeface="Courier New"/>
              </a:rPr>
              <a:t>: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State</a:t>
            </a:r>
            <a:r>
              <a:rPr sz="950">
                <a:solidFill>
                  <a:srgbClr val="E8EEF1"/>
                </a:solidFill>
                <a:latin typeface="Courier New"/>
              </a:rPr>
              <a:t>)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-</a:t>
            </a:r>
            <a:r>
              <a:rPr sz="950">
                <a:solidFill>
                  <a:srgbClr val="E8EEF1"/>
                </a:solidFill>
                <a:latin typeface="Courier New"/>
              </a:rPr>
              <a:t>&gt;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7FCFF0"/>
                </a:solidFill>
                <a:latin typeface="Courier New"/>
              </a:rPr>
              <a:t>dict</a:t>
            </a:r>
            <a:r>
              <a:rPr sz="95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8EEF1"/>
                </a:solidFill>
                <a:latin typeface="Courier New"/>
              </a:rPr>
              <a:t>    </a:t>
            </a:r>
            <a:r>
              <a:rPr sz="950">
                <a:solidFill>
                  <a:srgbClr val="E8EEF1"/>
                </a:solidFill>
                <a:latin typeface="Courier New"/>
              </a:rPr>
              <a:t>q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=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llm</a:t>
            </a:r>
            <a:r>
              <a:rPr sz="950">
                <a:solidFill>
                  <a:srgbClr val="E8EEF1"/>
                </a:solidFill>
                <a:latin typeface="Courier New"/>
              </a:rPr>
              <a:t>.</a:t>
            </a:r>
            <a:r>
              <a:rPr sz="950">
                <a:solidFill>
                  <a:srgbClr val="E8EEF1"/>
                </a:solidFill>
                <a:latin typeface="Courier New"/>
              </a:rPr>
              <a:t>invoke</a:t>
            </a:r>
            <a:r>
              <a:rPr sz="950">
                <a:solidFill>
                  <a:srgbClr val="E8EEF1"/>
                </a:solidFill>
                <a:latin typeface="Courier New"/>
              </a:rPr>
              <a:t>(</a:t>
            </a:r>
            <a:r>
              <a:rPr sz="950">
                <a:solidFill>
                  <a:srgbClr val="B5D98B"/>
                </a:solidFill>
                <a:latin typeface="Courier New"/>
              </a:rPr>
              <a:t>f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B5D98B"/>
                </a:solidFill>
                <a:latin typeface="Courier New"/>
              </a:rPr>
              <a:t>Riformula come query di ricerca breve: </a:t>
            </a:r>
            <a:r>
              <a:rPr sz="950">
                <a:solidFill>
                  <a:srgbClr val="B5D98B"/>
                </a:solidFill>
                <a:latin typeface="Courier New"/>
              </a:rPr>
              <a:t>{</a:t>
            </a:r>
            <a:r>
              <a:rPr sz="950">
                <a:solidFill>
                  <a:srgbClr val="E8EEF1"/>
                </a:solidFill>
                <a:latin typeface="Courier New"/>
              </a:rPr>
              <a:t>state</a:t>
            </a:r>
            <a:r>
              <a:rPr sz="950">
                <a:solidFill>
                  <a:srgbClr val="E8EEF1"/>
                </a:solidFill>
                <a:latin typeface="Courier New"/>
              </a:rPr>
              <a:t>[</a:t>
            </a:r>
            <a:r>
              <a:rPr sz="950">
                <a:solidFill>
                  <a:srgbClr val="B5D98B"/>
                </a:solidFill>
                <a:latin typeface="Courier New"/>
              </a:rPr>
              <a:t>'</a:t>
            </a:r>
            <a:r>
              <a:rPr sz="950">
                <a:solidFill>
                  <a:srgbClr val="B5D98B"/>
                </a:solidFill>
                <a:latin typeface="Courier New"/>
              </a:rPr>
              <a:t>domanda</a:t>
            </a:r>
            <a:r>
              <a:rPr sz="950">
                <a:solidFill>
                  <a:srgbClr val="B5D98B"/>
                </a:solidFill>
                <a:latin typeface="Courier New"/>
              </a:rPr>
              <a:t>'</a:t>
            </a:r>
            <a:r>
              <a:rPr sz="950">
                <a:solidFill>
                  <a:srgbClr val="E8EEF1"/>
                </a:solidFill>
                <a:latin typeface="Courier New"/>
              </a:rPr>
              <a:t>]</a:t>
            </a:r>
            <a:r>
              <a:rPr sz="950">
                <a:solidFill>
                  <a:srgbClr val="B5D98B"/>
                </a:solidFill>
                <a:latin typeface="Courier New"/>
              </a:rPr>
              <a:t>}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E8EEF1"/>
                </a:solidFill>
                <a:latin typeface="Courier New"/>
              </a:rPr>
              <a:t>)</a:t>
            </a:r>
            <a:r>
              <a:rPr sz="950">
                <a:solidFill>
                  <a:srgbClr val="E8EEF1"/>
                </a:solidFill>
                <a:latin typeface="Courier New"/>
              </a:rPr>
              <a:t>.</a:t>
            </a:r>
            <a:r>
              <a:rPr sz="950">
                <a:solidFill>
                  <a:srgbClr val="E8EEF1"/>
                </a:solidFill>
                <a:latin typeface="Courier New"/>
              </a:rPr>
              <a:t>content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8EEF1"/>
                </a:solidFill>
                <a:latin typeface="Courier New"/>
              </a:rPr>
              <a:t>    </a:t>
            </a:r>
            <a:r>
              <a:rPr sz="950" b="1">
                <a:solidFill>
                  <a:srgbClr val="F28C4F"/>
                </a:solidFill>
                <a:latin typeface="Courier New"/>
              </a:rPr>
              <a:t>return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{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B5D98B"/>
                </a:solidFill>
                <a:latin typeface="Courier New"/>
              </a:rPr>
              <a:t>query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E8EEF1"/>
                </a:solidFill>
                <a:latin typeface="Courier New"/>
              </a:rPr>
              <a:t>: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q</a:t>
            </a:r>
            <a:r>
              <a:rPr sz="950">
                <a:solidFill>
                  <a:srgbClr val="E8EEF1"/>
                </a:solidFill>
                <a:latin typeface="Courier New"/>
              </a:rPr>
              <a:t>,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B5D98B"/>
                </a:solidFill>
                <a:latin typeface="Courier New"/>
              </a:rPr>
              <a:t>tentativi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E8EEF1"/>
                </a:solidFill>
                <a:latin typeface="Courier New"/>
              </a:rPr>
              <a:t>: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state</a:t>
            </a:r>
            <a:r>
              <a:rPr sz="950">
                <a:solidFill>
                  <a:srgbClr val="E8EEF1"/>
                </a:solidFill>
                <a:latin typeface="Courier New"/>
              </a:rPr>
              <a:t>.</a:t>
            </a:r>
            <a:r>
              <a:rPr sz="950">
                <a:solidFill>
                  <a:srgbClr val="E8EEF1"/>
                </a:solidFill>
                <a:latin typeface="Courier New"/>
              </a:rPr>
              <a:t>get</a:t>
            </a:r>
            <a:r>
              <a:rPr sz="950">
                <a:solidFill>
                  <a:srgbClr val="E8EEF1"/>
                </a:solidFill>
                <a:latin typeface="Courier New"/>
              </a:rPr>
              <a:t>(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B5D98B"/>
                </a:solidFill>
                <a:latin typeface="Courier New"/>
              </a:rPr>
              <a:t>tentativi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E8EEF1"/>
                </a:solidFill>
                <a:latin typeface="Courier New"/>
              </a:rPr>
              <a:t>,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F5C96A"/>
                </a:solidFill>
                <a:latin typeface="Courier New"/>
              </a:rPr>
              <a:t>0</a:t>
            </a:r>
            <a:r>
              <a:rPr sz="950">
                <a:solidFill>
                  <a:srgbClr val="E8EEF1"/>
                </a:solidFill>
                <a:latin typeface="Courier New"/>
              </a:rPr>
              <a:t>)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+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F5C96A"/>
                </a:solidFill>
                <a:latin typeface="Courier New"/>
              </a:rPr>
              <a:t>1</a:t>
            </a:r>
            <a:r>
              <a:rPr sz="950">
                <a:solidFill>
                  <a:srgbClr val="E8EEF1"/>
                </a:solidFill>
                <a:latin typeface="Courier New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28C4F"/>
                </a:solidFill>
                <a:latin typeface="Courier New"/>
              </a:rPr>
              <a:t>def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7FCFF0"/>
                </a:solidFill>
                <a:latin typeface="Courier New"/>
              </a:rPr>
              <a:t>genera</a:t>
            </a:r>
            <a:r>
              <a:rPr sz="950">
                <a:solidFill>
                  <a:srgbClr val="E8EEF1"/>
                </a:solidFill>
                <a:latin typeface="Courier New"/>
              </a:rPr>
              <a:t>(</a:t>
            </a:r>
            <a:r>
              <a:rPr sz="950">
                <a:solidFill>
                  <a:srgbClr val="E8EEF1"/>
                </a:solidFill>
                <a:latin typeface="Courier New"/>
              </a:rPr>
              <a:t>state</a:t>
            </a:r>
            <a:r>
              <a:rPr sz="950">
                <a:solidFill>
                  <a:srgbClr val="E8EEF1"/>
                </a:solidFill>
                <a:latin typeface="Courier New"/>
              </a:rPr>
              <a:t>: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State</a:t>
            </a:r>
            <a:r>
              <a:rPr sz="950">
                <a:solidFill>
                  <a:srgbClr val="E8EEF1"/>
                </a:solidFill>
                <a:latin typeface="Courier New"/>
              </a:rPr>
              <a:t>)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-</a:t>
            </a:r>
            <a:r>
              <a:rPr sz="950">
                <a:solidFill>
                  <a:srgbClr val="E8EEF1"/>
                </a:solidFill>
                <a:latin typeface="Courier New"/>
              </a:rPr>
              <a:t>&gt;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7FCFF0"/>
                </a:solidFill>
                <a:latin typeface="Courier New"/>
              </a:rPr>
              <a:t>dict</a:t>
            </a:r>
            <a:r>
              <a:rPr sz="95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8EEF1"/>
                </a:solidFill>
                <a:latin typeface="Courier New"/>
              </a:rPr>
              <a:t>    </a:t>
            </a:r>
            <a:r>
              <a:rPr sz="950">
                <a:solidFill>
                  <a:srgbClr val="E8EEF1"/>
                </a:solidFill>
                <a:latin typeface="Courier New"/>
              </a:rPr>
              <a:t>ctx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=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B5D98B"/>
                </a:solidFill>
                <a:latin typeface="Courier New"/>
              </a:rPr>
              <a:t>\n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E8EEF1"/>
                </a:solidFill>
                <a:latin typeface="Courier New"/>
              </a:rPr>
              <a:t>.</a:t>
            </a:r>
            <a:r>
              <a:rPr sz="950">
                <a:solidFill>
                  <a:srgbClr val="E8EEF1"/>
                </a:solidFill>
                <a:latin typeface="Courier New"/>
              </a:rPr>
              <a:t>join</a:t>
            </a:r>
            <a:r>
              <a:rPr sz="950">
                <a:solidFill>
                  <a:srgbClr val="E8EEF1"/>
                </a:solidFill>
                <a:latin typeface="Courier New"/>
              </a:rPr>
              <a:t>(</a:t>
            </a:r>
            <a:r>
              <a:rPr sz="950">
                <a:solidFill>
                  <a:srgbClr val="E8EEF1"/>
                </a:solidFill>
                <a:latin typeface="Courier New"/>
              </a:rPr>
              <a:t>state</a:t>
            </a:r>
            <a:r>
              <a:rPr sz="950">
                <a:solidFill>
                  <a:srgbClr val="E8EEF1"/>
                </a:solidFill>
                <a:latin typeface="Courier New"/>
              </a:rPr>
              <a:t>[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B5D98B"/>
                </a:solidFill>
                <a:latin typeface="Courier New"/>
              </a:rPr>
              <a:t>documenti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E8EEF1"/>
                </a:solidFill>
                <a:latin typeface="Courier New"/>
              </a:rPr>
              <a:t>]</a:t>
            </a:r>
            <a:r>
              <a:rPr sz="95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8EEF1"/>
                </a:solidFill>
                <a:latin typeface="Courier New"/>
              </a:rPr>
              <a:t>    </a:t>
            </a:r>
            <a:r>
              <a:rPr sz="950">
                <a:solidFill>
                  <a:srgbClr val="E8EEF1"/>
                </a:solidFill>
                <a:latin typeface="Courier New"/>
              </a:rPr>
              <a:t>r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=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llm</a:t>
            </a:r>
            <a:r>
              <a:rPr sz="950">
                <a:solidFill>
                  <a:srgbClr val="E8EEF1"/>
                </a:solidFill>
                <a:latin typeface="Courier New"/>
              </a:rPr>
              <a:t>.</a:t>
            </a:r>
            <a:r>
              <a:rPr sz="950">
                <a:solidFill>
                  <a:srgbClr val="E8EEF1"/>
                </a:solidFill>
                <a:latin typeface="Courier New"/>
              </a:rPr>
              <a:t>invoke</a:t>
            </a:r>
            <a:r>
              <a:rPr sz="950">
                <a:solidFill>
                  <a:srgbClr val="E8EEF1"/>
                </a:solidFill>
                <a:latin typeface="Courier New"/>
              </a:rPr>
              <a:t>(</a:t>
            </a:r>
            <a:r>
              <a:rPr sz="950">
                <a:solidFill>
                  <a:srgbClr val="B5D98B"/>
                </a:solidFill>
                <a:latin typeface="Courier New"/>
              </a:rPr>
              <a:t>f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B5D98B"/>
                </a:solidFill>
                <a:latin typeface="Courier New"/>
              </a:rPr>
              <a:t>Rispondi SOLO con queste fonti:</a:t>
            </a:r>
            <a:r>
              <a:rPr sz="950">
                <a:solidFill>
                  <a:srgbClr val="B5D98B"/>
                </a:solidFill>
                <a:latin typeface="Courier New"/>
              </a:rPr>
              <a:t>\n</a:t>
            </a:r>
            <a:r>
              <a:rPr sz="950">
                <a:solidFill>
                  <a:srgbClr val="B5D98B"/>
                </a:solidFill>
                <a:latin typeface="Courier New"/>
              </a:rPr>
              <a:t>{</a:t>
            </a:r>
            <a:r>
              <a:rPr sz="950">
                <a:solidFill>
                  <a:srgbClr val="E8EEF1"/>
                </a:solidFill>
                <a:latin typeface="Courier New"/>
              </a:rPr>
              <a:t>ctx</a:t>
            </a:r>
            <a:r>
              <a:rPr sz="950">
                <a:solidFill>
                  <a:srgbClr val="B5D98B"/>
                </a:solidFill>
                <a:latin typeface="Courier New"/>
              </a:rPr>
              <a:t>}</a:t>
            </a:r>
            <a:r>
              <a:rPr sz="950">
                <a:solidFill>
                  <a:srgbClr val="B5D98B"/>
                </a:solidFill>
                <a:latin typeface="Courier New"/>
              </a:rPr>
              <a:t>\n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8EEF1"/>
                </a:solidFill>
                <a:latin typeface="Courier New"/>
              </a:rPr>
              <a:t>                   </a:t>
            </a:r>
            <a:r>
              <a:rPr sz="950">
                <a:solidFill>
                  <a:srgbClr val="B5D98B"/>
                </a:solidFill>
                <a:latin typeface="Courier New"/>
              </a:rPr>
              <a:t>f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B5D98B"/>
                </a:solidFill>
                <a:latin typeface="Courier New"/>
              </a:rPr>
              <a:t>Domanda: </a:t>
            </a:r>
            <a:r>
              <a:rPr sz="950">
                <a:solidFill>
                  <a:srgbClr val="B5D98B"/>
                </a:solidFill>
                <a:latin typeface="Courier New"/>
              </a:rPr>
              <a:t>{</a:t>
            </a:r>
            <a:r>
              <a:rPr sz="950">
                <a:solidFill>
                  <a:srgbClr val="E8EEF1"/>
                </a:solidFill>
                <a:latin typeface="Courier New"/>
              </a:rPr>
              <a:t>state</a:t>
            </a:r>
            <a:r>
              <a:rPr sz="950">
                <a:solidFill>
                  <a:srgbClr val="E8EEF1"/>
                </a:solidFill>
                <a:latin typeface="Courier New"/>
              </a:rPr>
              <a:t>[</a:t>
            </a:r>
            <a:r>
              <a:rPr sz="950">
                <a:solidFill>
                  <a:srgbClr val="B5D98B"/>
                </a:solidFill>
                <a:latin typeface="Courier New"/>
              </a:rPr>
              <a:t>'</a:t>
            </a:r>
            <a:r>
              <a:rPr sz="950">
                <a:solidFill>
                  <a:srgbClr val="B5D98B"/>
                </a:solidFill>
                <a:latin typeface="Courier New"/>
              </a:rPr>
              <a:t>domanda</a:t>
            </a:r>
            <a:r>
              <a:rPr sz="950">
                <a:solidFill>
                  <a:srgbClr val="B5D98B"/>
                </a:solidFill>
                <a:latin typeface="Courier New"/>
              </a:rPr>
              <a:t>'</a:t>
            </a:r>
            <a:r>
              <a:rPr sz="950">
                <a:solidFill>
                  <a:srgbClr val="E8EEF1"/>
                </a:solidFill>
                <a:latin typeface="Courier New"/>
              </a:rPr>
              <a:t>]</a:t>
            </a:r>
            <a:r>
              <a:rPr sz="950">
                <a:solidFill>
                  <a:srgbClr val="B5D98B"/>
                </a:solidFill>
                <a:latin typeface="Courier New"/>
              </a:rPr>
              <a:t>}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8EEF1"/>
                </a:solidFill>
                <a:latin typeface="Courier New"/>
              </a:rPr>
              <a:t>    </a:t>
            </a:r>
            <a:r>
              <a:rPr sz="950" b="1">
                <a:solidFill>
                  <a:srgbClr val="F28C4F"/>
                </a:solidFill>
                <a:latin typeface="Courier New"/>
              </a:rPr>
              <a:t>return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{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B5D98B"/>
                </a:solidFill>
                <a:latin typeface="Courier New"/>
              </a:rPr>
              <a:t>risposta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E8EEF1"/>
                </a:solidFill>
                <a:latin typeface="Courier New"/>
              </a:rPr>
              <a:t>: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r</a:t>
            </a:r>
            <a:r>
              <a:rPr sz="950">
                <a:solidFill>
                  <a:srgbClr val="E8EEF1"/>
                </a:solidFill>
                <a:latin typeface="Courier New"/>
              </a:rPr>
              <a:t>.</a:t>
            </a:r>
            <a:r>
              <a:rPr sz="950">
                <a:solidFill>
                  <a:srgbClr val="E8EEF1"/>
                </a:solidFill>
                <a:latin typeface="Courier New"/>
              </a:rPr>
              <a:t>content</a:t>
            </a:r>
            <a:r>
              <a:rPr sz="950">
                <a:solidFill>
                  <a:srgbClr val="E8EEF1"/>
                </a:solidFill>
                <a:latin typeface="Courier New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28C4F"/>
                </a:solidFill>
                <a:latin typeface="Courier New"/>
              </a:rPr>
              <a:t>def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7FCFF0"/>
                </a:solidFill>
                <a:latin typeface="Courier New"/>
              </a:rPr>
              <a:t>non_so</a:t>
            </a:r>
            <a:r>
              <a:rPr sz="950">
                <a:solidFill>
                  <a:srgbClr val="E8EEF1"/>
                </a:solidFill>
                <a:latin typeface="Courier New"/>
              </a:rPr>
              <a:t>(</a:t>
            </a:r>
            <a:r>
              <a:rPr sz="950">
                <a:solidFill>
                  <a:srgbClr val="E8EEF1"/>
                </a:solidFill>
                <a:latin typeface="Courier New"/>
              </a:rPr>
              <a:t>state</a:t>
            </a:r>
            <a:r>
              <a:rPr sz="950">
                <a:solidFill>
                  <a:srgbClr val="E8EEF1"/>
                </a:solidFill>
                <a:latin typeface="Courier New"/>
              </a:rPr>
              <a:t>: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State</a:t>
            </a:r>
            <a:r>
              <a:rPr sz="950">
                <a:solidFill>
                  <a:srgbClr val="E8EEF1"/>
                </a:solidFill>
                <a:latin typeface="Courier New"/>
              </a:rPr>
              <a:t>)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-</a:t>
            </a:r>
            <a:r>
              <a:rPr sz="950">
                <a:solidFill>
                  <a:srgbClr val="E8EEF1"/>
                </a:solidFill>
                <a:latin typeface="Courier New"/>
              </a:rPr>
              <a:t>&gt;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7FCFF0"/>
                </a:solidFill>
                <a:latin typeface="Courier New"/>
              </a:rPr>
              <a:t>dict</a:t>
            </a:r>
            <a:r>
              <a:rPr sz="95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8EEF1"/>
                </a:solidFill>
                <a:latin typeface="Courier New"/>
              </a:rPr>
              <a:t>    </a:t>
            </a:r>
            <a:r>
              <a:rPr sz="950" b="1">
                <a:solidFill>
                  <a:srgbClr val="F28C4F"/>
                </a:solidFill>
                <a:latin typeface="Courier New"/>
              </a:rPr>
              <a:t>return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{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B5D98B"/>
                </a:solidFill>
                <a:latin typeface="Courier New"/>
              </a:rPr>
              <a:t>risposta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E8EEF1"/>
                </a:solidFill>
                <a:latin typeface="Courier New"/>
              </a:rPr>
              <a:t>: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B5D98B"/>
                </a:solidFill>
                <a:latin typeface="Courier New"/>
              </a:rPr>
              <a:t>Non ho trovato l</a:t>
            </a:r>
            <a:r>
              <a:rPr sz="950">
                <a:solidFill>
                  <a:srgbClr val="B5D98B"/>
                </a:solidFill>
                <a:latin typeface="Courier New"/>
              </a:rPr>
              <a:t>'</a:t>
            </a:r>
            <a:r>
              <a:rPr sz="950">
                <a:solidFill>
                  <a:srgbClr val="B5D98B"/>
                </a:solidFill>
                <a:latin typeface="Courier New"/>
              </a:rPr>
              <a:t>informazione nel regolamento.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E8EEF1"/>
                </a:solidFill>
                <a:latin typeface="Courier New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28C4F"/>
                </a:solidFill>
                <a:latin typeface="Courier New"/>
              </a:rPr>
              <a:t>def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7FCFF0"/>
                </a:solidFill>
                <a:latin typeface="Courier New"/>
              </a:rPr>
              <a:t>instrada</a:t>
            </a:r>
            <a:r>
              <a:rPr sz="950">
                <a:solidFill>
                  <a:srgbClr val="E8EEF1"/>
                </a:solidFill>
                <a:latin typeface="Courier New"/>
              </a:rPr>
              <a:t>(</a:t>
            </a:r>
            <a:r>
              <a:rPr sz="950">
                <a:solidFill>
                  <a:srgbClr val="E8EEF1"/>
                </a:solidFill>
                <a:latin typeface="Courier New"/>
              </a:rPr>
              <a:t>state</a:t>
            </a:r>
            <a:r>
              <a:rPr sz="950">
                <a:solidFill>
                  <a:srgbClr val="E8EEF1"/>
                </a:solidFill>
                <a:latin typeface="Courier New"/>
              </a:rPr>
              <a:t>: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State</a:t>
            </a:r>
            <a:r>
              <a:rPr sz="950">
                <a:solidFill>
                  <a:srgbClr val="E8EEF1"/>
                </a:solidFill>
                <a:latin typeface="Courier New"/>
              </a:rPr>
              <a:t>)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-</a:t>
            </a:r>
            <a:r>
              <a:rPr sz="950">
                <a:solidFill>
                  <a:srgbClr val="E8EEF1"/>
                </a:solidFill>
                <a:latin typeface="Courier New"/>
              </a:rPr>
              <a:t>&gt;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7FCFF0"/>
                </a:solidFill>
                <a:latin typeface="Courier New"/>
              </a:rPr>
              <a:t>str</a:t>
            </a:r>
            <a:r>
              <a:rPr sz="95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8EEF1"/>
                </a:solidFill>
                <a:latin typeface="Courier New"/>
              </a:rPr>
              <a:t>    </a:t>
            </a:r>
            <a:r>
              <a:rPr sz="950" b="1">
                <a:solidFill>
                  <a:srgbClr val="F28C4F"/>
                </a:solidFill>
                <a:latin typeface="Courier New"/>
              </a:rPr>
              <a:t>if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state</a:t>
            </a:r>
            <a:r>
              <a:rPr sz="950">
                <a:solidFill>
                  <a:srgbClr val="E8EEF1"/>
                </a:solidFill>
                <a:latin typeface="Courier New"/>
              </a:rPr>
              <a:t>[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B5D98B"/>
                </a:solidFill>
                <a:latin typeface="Courier New"/>
              </a:rPr>
              <a:t>pertinente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E8EEF1"/>
                </a:solidFill>
                <a:latin typeface="Courier New"/>
              </a:rPr>
              <a:t>]</a:t>
            </a:r>
            <a:r>
              <a:rPr sz="95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8EEF1"/>
                </a:solidFill>
                <a:latin typeface="Courier New"/>
              </a:rPr>
              <a:t>        </a:t>
            </a:r>
            <a:r>
              <a:rPr sz="950" b="1">
                <a:solidFill>
                  <a:srgbClr val="F28C4F"/>
                </a:solidFill>
                <a:latin typeface="Courier New"/>
              </a:rPr>
              <a:t>return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B5D98B"/>
                </a:solidFill>
                <a:latin typeface="Courier New"/>
              </a:rPr>
              <a:t>genera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8EEF1"/>
                </a:solidFill>
                <a:latin typeface="Courier New"/>
              </a:rPr>
              <a:t>    </a:t>
            </a:r>
            <a:r>
              <a:rPr sz="950" b="1">
                <a:solidFill>
                  <a:srgbClr val="F28C4F"/>
                </a:solidFill>
                <a:latin typeface="Courier New"/>
              </a:rPr>
              <a:t>return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B5D98B"/>
                </a:solidFill>
                <a:latin typeface="Courier New"/>
              </a:rPr>
              <a:t>riscrivi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 b="1">
                <a:solidFill>
                  <a:srgbClr val="F28C4F"/>
                </a:solidFill>
                <a:latin typeface="Courier New"/>
              </a:rPr>
              <a:t>if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state</a:t>
            </a:r>
            <a:r>
              <a:rPr sz="950">
                <a:solidFill>
                  <a:srgbClr val="E8EEF1"/>
                </a:solidFill>
                <a:latin typeface="Courier New"/>
              </a:rPr>
              <a:t>.</a:t>
            </a:r>
            <a:r>
              <a:rPr sz="950">
                <a:solidFill>
                  <a:srgbClr val="E8EEF1"/>
                </a:solidFill>
                <a:latin typeface="Courier New"/>
              </a:rPr>
              <a:t>get</a:t>
            </a:r>
            <a:r>
              <a:rPr sz="950">
                <a:solidFill>
                  <a:srgbClr val="E8EEF1"/>
                </a:solidFill>
                <a:latin typeface="Courier New"/>
              </a:rPr>
              <a:t>(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B5D98B"/>
                </a:solidFill>
                <a:latin typeface="Courier New"/>
              </a:rPr>
              <a:t>tentativi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E8EEF1"/>
                </a:solidFill>
                <a:latin typeface="Courier New"/>
              </a:rPr>
              <a:t>,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F5C96A"/>
                </a:solidFill>
                <a:latin typeface="Courier New"/>
              </a:rPr>
              <a:t>0</a:t>
            </a:r>
            <a:r>
              <a:rPr sz="950">
                <a:solidFill>
                  <a:srgbClr val="E8EEF1"/>
                </a:solidFill>
                <a:latin typeface="Courier New"/>
              </a:rPr>
              <a:t>)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E8EEF1"/>
                </a:solidFill>
                <a:latin typeface="Courier New"/>
              </a:rPr>
              <a:t>&lt;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F5C96A"/>
                </a:solidFill>
                <a:latin typeface="Courier New"/>
              </a:rPr>
              <a:t>2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 b="1">
                <a:solidFill>
                  <a:srgbClr val="F28C4F"/>
                </a:solidFill>
                <a:latin typeface="Courier New"/>
              </a:rPr>
              <a:t>else</a:t>
            </a:r>
            <a:r>
              <a:rPr sz="950">
                <a:solidFill>
                  <a:srgbClr val="E8EEF1"/>
                </a:solidFill>
                <a:latin typeface="Courier New"/>
              </a:rPr>
              <a:t> 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  <a:r>
              <a:rPr sz="950">
                <a:solidFill>
                  <a:srgbClr val="B5D98B"/>
                </a:solidFill>
                <a:latin typeface="Courier New"/>
              </a:rPr>
              <a:t>non_so</a:t>
            </a:r>
            <a:r>
              <a:rPr sz="950">
                <a:solidFill>
                  <a:srgbClr val="B5D98B"/>
                </a:solidFill>
                <a:latin typeface="Courier New"/>
              </a:rPr>
              <a:t>"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0" y="4864608"/>
            <a:ext cx="32918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b="0" sz="1000">
                <a:solidFill>
                  <a:srgbClr val="76777B"/>
                </a:solidFill>
                <a:latin typeface="Arial"/>
              </a:rPr>
              <a:t>Esempio: </a:t>
            </a:r>
            <a:r>
              <a:rPr b="1" sz="1000">
                <a:solidFill>
                  <a:srgbClr val="005A77"/>
                </a:solidFill>
                <a:latin typeface="Courier New"/>
              </a:rPr>
              <a:t>28_rag_agentico.py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2.18 AGENTI E DATABASE: LE REGOLE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80</a:t>
            </a:fld>
          </a:p>
        </p:txBody>
      </p:sp>
      <p:sp>
        <p:nvSpPr>
          <p:cNvPr id="34" name="Rounded Rectangle 33"/>
          <p:cNvSpPr/>
          <p:nvPr/>
        </p:nvSpPr>
        <p:spPr>
          <a:xfrm>
            <a:off x="457200" y="1051560"/>
            <a:ext cx="4023360" cy="109728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66928" y="1124712"/>
            <a:ext cx="380390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400">
                <a:solidFill>
                  <a:srgbClr val="DF6426"/>
                </a:solidFill>
                <a:latin typeface="Arial"/>
              </a:rPr>
              <a:t>L'LLM non fa i conti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1508760"/>
            <a:ext cx="3803904" cy="59435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200">
                <a:solidFill>
                  <a:srgbClr val="003548"/>
                </a:solidFill>
                <a:latin typeface="Arial"/>
              </a:rPr>
              <a:t>prezzi, totali, date, disponibilità si calcolano nel codice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663440" y="1051560"/>
            <a:ext cx="4023360" cy="1097280"/>
          </a:xfrm>
          <a:prstGeom prst="roundRect">
            <a:avLst>
              <a:gd name="adj" fmla="val 8000"/>
            </a:avLst>
          </a:prstGeom>
          <a:solidFill>
            <a:srgbClr val="FCEEE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773168" y="1124712"/>
            <a:ext cx="380390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400">
                <a:solidFill>
                  <a:srgbClr val="DF6426"/>
                </a:solidFill>
                <a:latin typeface="Arial"/>
              </a:rPr>
              <a:t>Query parametriche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73168" y="1508760"/>
            <a:ext cx="3803904" cy="59435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200">
                <a:solidFill>
                  <a:srgbClr val="003548"/>
                </a:solidFill>
                <a:latin typeface="Arial"/>
              </a:rPr>
              <a:t>sempre </a:t>
            </a:r>
            <a:r>
              <a:rPr b="1" sz="1200">
                <a:solidFill>
                  <a:srgbClr val="DF6426"/>
                </a:solidFill>
                <a:latin typeface="Courier New"/>
              </a:rPr>
              <a:t>?</a:t>
            </a:r>
            <a:r>
              <a:rPr b="0" sz="1200">
                <a:solidFill>
                  <a:srgbClr val="003548"/>
                </a:solidFill>
                <a:latin typeface="Arial"/>
              </a:rPr>
              <a:t> e tuple di parametri, mai f-string con input dell'utente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2286000"/>
            <a:ext cx="4023360" cy="109728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566928" y="2359152"/>
            <a:ext cx="380390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400">
                <a:solidFill>
                  <a:srgbClr val="DF6426"/>
                </a:solidFill>
                <a:latin typeface="Arial"/>
              </a:rPr>
              <a:t>Letture ≠ scritture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2743200"/>
            <a:ext cx="3803904" cy="59435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200">
                <a:solidFill>
                  <a:srgbClr val="003548"/>
                </a:solidFill>
                <a:latin typeface="Arial"/>
              </a:rPr>
              <a:t>SELECT libere ma read-only; INSERT/UPDATE solo tramite tool dedicati e validati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663440" y="2286000"/>
            <a:ext cx="4023360" cy="1097280"/>
          </a:xfrm>
          <a:prstGeom prst="roundRect">
            <a:avLst>
              <a:gd name="adj" fmla="val 8000"/>
            </a:avLst>
          </a:prstGeom>
          <a:solidFill>
            <a:srgbClr val="FCEEE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4773168" y="2359152"/>
            <a:ext cx="380390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400">
                <a:solidFill>
                  <a:srgbClr val="DF6426"/>
                </a:solidFill>
                <a:latin typeface="Arial"/>
              </a:rPr>
              <a:t>Transazioni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73168" y="2743200"/>
            <a:ext cx="3803904" cy="59435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200">
                <a:solidFill>
                  <a:srgbClr val="DF6426"/>
                </a:solidFill>
                <a:latin typeface="Courier New"/>
              </a:rPr>
              <a:t>with sqlite3.connect(...)</a:t>
            </a:r>
            <a:r>
              <a:rPr b="0" sz="1200">
                <a:solidFill>
                  <a:srgbClr val="003548"/>
                </a:solidFill>
                <a:latin typeface="Arial"/>
              </a:rPr>
              <a:t> = commit se tutto va bene, rollback in caso di errore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3520440"/>
            <a:ext cx="4023360" cy="109728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566928" y="3593592"/>
            <a:ext cx="380390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400">
                <a:solidFill>
                  <a:srgbClr val="DF6426"/>
                </a:solidFill>
                <a:latin typeface="Arial"/>
              </a:rPr>
              <a:t>Conferma umana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3977640"/>
            <a:ext cx="3803904" cy="59435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200">
                <a:solidFill>
                  <a:srgbClr val="003548"/>
                </a:solidFill>
                <a:latin typeface="Arial"/>
              </a:rPr>
              <a:t>prima delle scritture irreversibili: </a:t>
            </a:r>
            <a:r>
              <a:rPr b="1" sz="1200">
                <a:solidFill>
                  <a:srgbClr val="DF6426"/>
                </a:solidFill>
                <a:latin typeface="Courier New"/>
              </a:rPr>
              <a:t>interrupt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663440" y="3520440"/>
            <a:ext cx="4023360" cy="1097280"/>
          </a:xfrm>
          <a:prstGeom prst="roundRect">
            <a:avLst>
              <a:gd name="adj" fmla="val 8000"/>
            </a:avLst>
          </a:prstGeom>
          <a:solidFill>
            <a:srgbClr val="FCEEE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4773168" y="3593592"/>
            <a:ext cx="380390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400">
                <a:solidFill>
                  <a:srgbClr val="DF6426"/>
                </a:solidFill>
                <a:latin typeface="Arial"/>
              </a:rPr>
              <a:t>Errori come messaggi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73168" y="3977640"/>
            <a:ext cx="3803904" cy="59435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200">
                <a:solidFill>
                  <a:srgbClr val="003548"/>
                </a:solidFill>
                <a:latin typeface="Arial"/>
              </a:rPr>
              <a:t>il tool restituisce l'errore: l'agente può correggersi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2.18 TOOL SQL IN SOLA LETTURA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81</a:t>
            </a:fld>
          </a:p>
        </p:txBody>
      </p:sp>
      <p:sp>
        <p:nvSpPr>
          <p:cNvPr id="34" name="Rounded Rectangle 33"/>
          <p:cNvSpPr/>
          <p:nvPr/>
        </p:nvSpPr>
        <p:spPr>
          <a:xfrm>
            <a:off x="457200" y="1051560"/>
            <a:ext cx="8229600" cy="2850260"/>
          </a:xfrm>
          <a:prstGeom prst="roundRect">
            <a:avLst>
              <a:gd name="adj" fmla="val 4000"/>
            </a:avLst>
          </a:prstGeom>
          <a:solidFill>
            <a:srgbClr val="0B2B38"/>
          </a:solidFill>
          <a:ln>
            <a:noFill/>
          </a:ln>
        </p:spPr>
        <p:txBody>
          <a:bodyPr rtlCol="0" anchor="t" wrap="square" lIns="128016" rIns="128016" tIns="91440" bIns="54864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F5C96A"/>
                </a:solidFill>
                <a:latin typeface="Courier New"/>
              </a:rPr>
              <a:t>@tool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F28C4F"/>
                </a:solidFill>
                <a:latin typeface="Courier New"/>
              </a:rPr>
              <a:t>def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7FCFF0"/>
                </a:solidFill>
                <a:latin typeface="Courier New"/>
              </a:rPr>
              <a:t>query_sql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E8EEF1"/>
                </a:solidFill>
                <a:latin typeface="Courier New"/>
              </a:rPr>
              <a:t>sql</a:t>
            </a:r>
            <a:r>
              <a:rPr sz="1150">
                <a:solidFill>
                  <a:srgbClr val="E8EEF1"/>
                </a:solidFill>
                <a:latin typeface="Courier New"/>
              </a:rPr>
              <a:t>: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7FCFF0"/>
                </a:solidFill>
                <a:latin typeface="Courier New"/>
              </a:rPr>
              <a:t>str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-</a:t>
            </a:r>
            <a:r>
              <a:rPr sz="1150">
                <a:solidFill>
                  <a:srgbClr val="E8EEF1"/>
                </a:solidFill>
                <a:latin typeface="Courier New"/>
              </a:rPr>
              <a:t>&gt;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7FCFF0"/>
                </a:solidFill>
                <a:latin typeface="Courier New"/>
              </a:rPr>
              <a:t>str</a:t>
            </a:r>
            <a:r>
              <a:rPr sz="115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    </a:t>
            </a:r>
            <a:r>
              <a:rPr sz="1150">
                <a:solidFill>
                  <a:srgbClr val="B5D98B"/>
                </a:solidFill>
                <a:latin typeface="Courier New"/>
              </a:rPr>
              <a:t>"""</a:t>
            </a:r>
            <a:r>
              <a:rPr sz="1150">
                <a:solidFill>
                  <a:srgbClr val="B5D98B"/>
                </a:solidFill>
                <a:latin typeface="Courier New"/>
              </a:rPr>
              <a:t>Esegue UNA query SELECT in sola lettura.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    </a:t>
            </a:r>
            <a:r>
              <a:rPr sz="1150">
                <a:solidFill>
                  <a:srgbClr val="E8EEF1"/>
                </a:solidFill>
                <a:latin typeface="Courier New"/>
              </a:rPr>
              <a:t>Tabelle</a:t>
            </a:r>
            <a:r>
              <a:rPr sz="1150">
                <a:solidFill>
                  <a:srgbClr val="E8EEF1"/>
                </a:solidFill>
                <a:latin typeface="Courier New"/>
              </a:rPr>
              <a:t>: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prodotti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7FCFF0"/>
                </a:solidFill>
                <a:latin typeface="Courier New"/>
              </a:rPr>
              <a:t>id</a:t>
            </a:r>
            <a:r>
              <a:rPr sz="1150">
                <a:solidFill>
                  <a:srgbClr val="E8EEF1"/>
                </a:solidFill>
                <a:latin typeface="Courier New"/>
              </a:rPr>
              <a:t>,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nome</a:t>
            </a:r>
            <a:r>
              <a:rPr sz="1150">
                <a:solidFill>
                  <a:srgbClr val="E8EEF1"/>
                </a:solidFill>
                <a:latin typeface="Courier New"/>
              </a:rPr>
              <a:t>,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prezzo</a:t>
            </a:r>
            <a:r>
              <a:rPr sz="1150">
                <a:solidFill>
                  <a:srgbClr val="E8EEF1"/>
                </a:solidFill>
                <a:latin typeface="Courier New"/>
              </a:rPr>
              <a:t>,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giacenza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  <a:r>
              <a:rPr sz="1150">
                <a:solidFill>
                  <a:srgbClr val="E8EEF1"/>
                </a:solidFill>
                <a:latin typeface="Courier New"/>
              </a:rPr>
              <a:t>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             </a:t>
            </a:r>
            <a:r>
              <a:rPr sz="1150">
                <a:solidFill>
                  <a:srgbClr val="E8EEF1"/>
                </a:solidFill>
                <a:latin typeface="Courier New"/>
              </a:rPr>
              <a:t>ordini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7FCFF0"/>
                </a:solidFill>
                <a:latin typeface="Courier New"/>
              </a:rPr>
              <a:t>id</a:t>
            </a:r>
            <a:r>
              <a:rPr sz="1150">
                <a:solidFill>
                  <a:srgbClr val="E8EEF1"/>
                </a:solidFill>
                <a:latin typeface="Courier New"/>
              </a:rPr>
              <a:t>,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prodotto_id</a:t>
            </a:r>
            <a:r>
              <a:rPr sz="1150">
                <a:solidFill>
                  <a:srgbClr val="E8EEF1"/>
                </a:solidFill>
                <a:latin typeface="Courier New"/>
              </a:rPr>
              <a:t>,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quantita</a:t>
            </a:r>
            <a:r>
              <a:rPr sz="1150">
                <a:solidFill>
                  <a:srgbClr val="E8EEF1"/>
                </a:solidFill>
                <a:latin typeface="Courier New"/>
              </a:rPr>
              <a:t>,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totale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  <a:r>
              <a:rPr sz="1150">
                <a:solidFill>
                  <a:srgbClr val="E8EEF1"/>
                </a:solidFill>
                <a:latin typeface="Courier New"/>
              </a:rPr>
              <a:t>.</a:t>
            </a:r>
            <a:r>
              <a:rPr sz="1150">
                <a:solidFill>
                  <a:srgbClr val="B5D98B"/>
                </a:solidFill>
                <a:latin typeface="Courier New"/>
              </a:rPr>
              <a:t>"""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    </a:t>
            </a:r>
            <a:r>
              <a:rPr sz="1150" b="1">
                <a:solidFill>
                  <a:srgbClr val="F28C4F"/>
                </a:solidFill>
                <a:latin typeface="Courier New"/>
              </a:rPr>
              <a:t>if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F28C4F"/>
                </a:solidFill>
                <a:latin typeface="Courier New"/>
              </a:rPr>
              <a:t>not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sql</a:t>
            </a:r>
            <a:r>
              <a:rPr sz="1150">
                <a:solidFill>
                  <a:srgbClr val="E8EEF1"/>
                </a:solidFill>
                <a:latin typeface="Courier New"/>
              </a:rPr>
              <a:t>.</a:t>
            </a:r>
            <a:r>
              <a:rPr sz="1150">
                <a:solidFill>
                  <a:srgbClr val="E8EEF1"/>
                </a:solidFill>
                <a:latin typeface="Courier New"/>
              </a:rPr>
              <a:t>strip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  <a:r>
              <a:rPr sz="1150">
                <a:solidFill>
                  <a:srgbClr val="E8EEF1"/>
                </a:solidFill>
                <a:latin typeface="Courier New"/>
              </a:rPr>
              <a:t>.</a:t>
            </a:r>
            <a:r>
              <a:rPr sz="1150">
                <a:solidFill>
                  <a:srgbClr val="E8EEF1"/>
                </a:solidFill>
                <a:latin typeface="Courier New"/>
              </a:rPr>
              <a:t>lower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  <a:r>
              <a:rPr sz="1150">
                <a:solidFill>
                  <a:srgbClr val="E8EEF1"/>
                </a:solidFill>
                <a:latin typeface="Courier New"/>
              </a:rPr>
              <a:t>.</a:t>
            </a:r>
            <a:r>
              <a:rPr sz="1150">
                <a:solidFill>
                  <a:srgbClr val="E8EEF1"/>
                </a:solidFill>
                <a:latin typeface="Courier New"/>
              </a:rPr>
              <a:t>startswith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select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  <a:r>
              <a:rPr sz="115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        </a:t>
            </a:r>
            <a:r>
              <a:rPr sz="1150" b="1">
                <a:solidFill>
                  <a:srgbClr val="F28C4F"/>
                </a:solidFill>
                <a:latin typeface="Courier New"/>
              </a:rPr>
              <a:t>return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Errore: sono ammesse solo SELECT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    </a:t>
            </a:r>
            <a:r>
              <a:rPr sz="1150">
                <a:solidFill>
                  <a:srgbClr val="E8EEF1"/>
                </a:solidFill>
                <a:latin typeface="Courier New"/>
              </a:rPr>
              <a:t>conn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=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sqlite3</a:t>
            </a:r>
            <a:r>
              <a:rPr sz="1150">
                <a:solidFill>
                  <a:srgbClr val="E8EEF1"/>
                </a:solidFill>
                <a:latin typeface="Courier New"/>
              </a:rPr>
              <a:t>.</a:t>
            </a:r>
            <a:r>
              <a:rPr sz="1150">
                <a:solidFill>
                  <a:srgbClr val="E8EEF1"/>
                </a:solidFill>
                <a:latin typeface="Courier New"/>
              </a:rPr>
              <a:t>connect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B5D98B"/>
                </a:solidFill>
                <a:latin typeface="Courier New"/>
              </a:rPr>
              <a:t>f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file:</a:t>
            </a:r>
            <a:r>
              <a:rPr sz="1150">
                <a:solidFill>
                  <a:srgbClr val="B5D98B"/>
                </a:solidFill>
                <a:latin typeface="Courier New"/>
              </a:rPr>
              <a:t>{</a:t>
            </a:r>
            <a:r>
              <a:rPr sz="1150">
                <a:solidFill>
                  <a:srgbClr val="E8EEF1"/>
                </a:solidFill>
                <a:latin typeface="Courier New"/>
              </a:rPr>
              <a:t>DB</a:t>
            </a:r>
            <a:r>
              <a:rPr sz="1150">
                <a:solidFill>
                  <a:srgbClr val="B5D98B"/>
                </a:solidFill>
                <a:latin typeface="Courier New"/>
              </a:rPr>
              <a:t>}</a:t>
            </a:r>
            <a:r>
              <a:rPr sz="1150">
                <a:solidFill>
                  <a:srgbClr val="B5D98B"/>
                </a:solidFill>
                <a:latin typeface="Courier New"/>
              </a:rPr>
              <a:t>?mode=ro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E8EEF1"/>
                </a:solidFill>
                <a:latin typeface="Courier New"/>
              </a:rPr>
              <a:t>,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uri</a:t>
            </a:r>
            <a:r>
              <a:rPr sz="1150">
                <a:solidFill>
                  <a:srgbClr val="E8EEF1"/>
                </a:solidFill>
                <a:latin typeface="Courier New"/>
              </a:rPr>
              <a:t>=</a:t>
            </a:r>
            <a:r>
              <a:rPr sz="1150" b="1">
                <a:solidFill>
                  <a:srgbClr val="F28C4F"/>
                </a:solidFill>
                <a:latin typeface="Courier New"/>
              </a:rPr>
              <a:t>True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  <a:r>
              <a:rPr sz="1150">
                <a:solidFill>
                  <a:srgbClr val="E8EEF1"/>
                </a:solidFill>
                <a:latin typeface="Courier New"/>
              </a:rPr>
              <a:t>     </a:t>
            </a:r>
            <a:r>
              <a:rPr sz="1150">
                <a:solidFill>
                  <a:srgbClr val="8AA4B0"/>
                </a:solidFill>
                <a:latin typeface="Courier New"/>
              </a:rPr>
              <a:t># connessione READ-ONLY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    </a:t>
            </a:r>
            <a:r>
              <a:rPr sz="1150" b="1">
                <a:solidFill>
                  <a:srgbClr val="F28C4F"/>
                </a:solidFill>
                <a:latin typeface="Courier New"/>
              </a:rPr>
              <a:t>try</a:t>
            </a:r>
            <a:r>
              <a:rPr sz="115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        </a:t>
            </a:r>
            <a:r>
              <a:rPr sz="1150" b="1">
                <a:solidFill>
                  <a:srgbClr val="F28C4F"/>
                </a:solidFill>
                <a:latin typeface="Courier New"/>
              </a:rPr>
              <a:t>return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7FCFF0"/>
                </a:solidFill>
                <a:latin typeface="Courier New"/>
              </a:rPr>
              <a:t>str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E8EEF1"/>
                </a:solidFill>
                <a:latin typeface="Courier New"/>
              </a:rPr>
              <a:t>conn</a:t>
            </a:r>
            <a:r>
              <a:rPr sz="1150">
                <a:solidFill>
                  <a:srgbClr val="E8EEF1"/>
                </a:solidFill>
                <a:latin typeface="Courier New"/>
              </a:rPr>
              <a:t>.</a:t>
            </a:r>
            <a:r>
              <a:rPr sz="1150">
                <a:solidFill>
                  <a:srgbClr val="E8EEF1"/>
                </a:solidFill>
                <a:latin typeface="Courier New"/>
              </a:rPr>
              <a:t>execute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E8EEF1"/>
                </a:solidFill>
                <a:latin typeface="Courier New"/>
              </a:rPr>
              <a:t>sql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  <a:r>
              <a:rPr sz="1150">
                <a:solidFill>
                  <a:srgbClr val="E8EEF1"/>
                </a:solidFill>
                <a:latin typeface="Courier New"/>
              </a:rPr>
              <a:t>.</a:t>
            </a:r>
            <a:r>
              <a:rPr sz="1150">
                <a:solidFill>
                  <a:srgbClr val="E8EEF1"/>
                </a:solidFill>
                <a:latin typeface="Courier New"/>
              </a:rPr>
              <a:t>fetchmany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F5C96A"/>
                </a:solidFill>
                <a:latin typeface="Courier New"/>
              </a:rPr>
              <a:t>20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    </a:t>
            </a:r>
            <a:r>
              <a:rPr sz="1150" b="1">
                <a:solidFill>
                  <a:srgbClr val="F28C4F"/>
                </a:solidFill>
                <a:latin typeface="Courier New"/>
              </a:rPr>
              <a:t>except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sqlite3</a:t>
            </a:r>
            <a:r>
              <a:rPr sz="1150">
                <a:solidFill>
                  <a:srgbClr val="E8EEF1"/>
                </a:solidFill>
                <a:latin typeface="Courier New"/>
              </a:rPr>
              <a:t>.</a:t>
            </a:r>
            <a:r>
              <a:rPr sz="1150">
                <a:solidFill>
                  <a:srgbClr val="E8EEF1"/>
                </a:solidFill>
                <a:latin typeface="Courier New"/>
              </a:rPr>
              <a:t>Error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 b="1">
                <a:solidFill>
                  <a:srgbClr val="F28C4F"/>
                </a:solidFill>
                <a:latin typeface="Courier New"/>
              </a:rPr>
              <a:t>as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E8EEF1"/>
                </a:solidFill>
                <a:latin typeface="Courier New"/>
              </a:rPr>
              <a:t>e</a:t>
            </a:r>
            <a:r>
              <a:rPr sz="115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        </a:t>
            </a:r>
            <a:r>
              <a:rPr sz="1150">
                <a:solidFill>
                  <a:srgbClr val="8AA4B0"/>
                </a:solidFill>
                <a:latin typeface="Courier New"/>
              </a:rPr>
              <a:t># l'errore torna all'LLM, che può correggersi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        </a:t>
            </a:r>
            <a:r>
              <a:rPr sz="1150" b="1">
                <a:solidFill>
                  <a:srgbClr val="F28C4F"/>
                </a:solidFill>
                <a:latin typeface="Courier New"/>
              </a:rPr>
              <a:t>return</a:t>
            </a:r>
            <a:r>
              <a:rPr sz="1150">
                <a:solidFill>
                  <a:srgbClr val="E8EEF1"/>
                </a:solidFill>
                <a:latin typeface="Courier New"/>
              </a:rPr>
              <a:t> </a:t>
            </a:r>
            <a:r>
              <a:rPr sz="1150">
                <a:solidFill>
                  <a:srgbClr val="B5D98B"/>
                </a:solidFill>
                <a:latin typeface="Courier New"/>
              </a:rPr>
              <a:t>f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  <a:r>
              <a:rPr sz="1150">
                <a:solidFill>
                  <a:srgbClr val="B5D98B"/>
                </a:solidFill>
                <a:latin typeface="Courier New"/>
              </a:rPr>
              <a:t>Errore SQL: </a:t>
            </a:r>
            <a:r>
              <a:rPr sz="1150">
                <a:solidFill>
                  <a:srgbClr val="B5D98B"/>
                </a:solidFill>
                <a:latin typeface="Courier New"/>
              </a:rPr>
              <a:t>{</a:t>
            </a:r>
            <a:r>
              <a:rPr sz="1150">
                <a:solidFill>
                  <a:srgbClr val="E8EEF1"/>
                </a:solidFill>
                <a:latin typeface="Courier New"/>
              </a:rPr>
              <a:t>e</a:t>
            </a:r>
            <a:r>
              <a:rPr sz="1150">
                <a:solidFill>
                  <a:srgbClr val="B5D98B"/>
                </a:solidFill>
                <a:latin typeface="Courier New"/>
              </a:rPr>
              <a:t>}</a:t>
            </a:r>
            <a:r>
              <a:rPr sz="1150">
                <a:solidFill>
                  <a:srgbClr val="B5D98B"/>
                </a:solidFill>
                <a:latin typeface="Courier New"/>
              </a:rPr>
              <a:t>. Correggi la query e riprova.</a:t>
            </a:r>
            <a:r>
              <a:rPr sz="1150">
                <a:solidFill>
                  <a:srgbClr val="B5D98B"/>
                </a:solidFill>
                <a:latin typeface="Courier New"/>
              </a:rPr>
              <a:t>"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    </a:t>
            </a:r>
            <a:r>
              <a:rPr sz="1150" b="1">
                <a:solidFill>
                  <a:srgbClr val="F28C4F"/>
                </a:solidFill>
                <a:latin typeface="Courier New"/>
              </a:rPr>
              <a:t>finally</a:t>
            </a:r>
            <a:r>
              <a:rPr sz="115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8EEF1"/>
                </a:solidFill>
                <a:latin typeface="Courier New"/>
              </a:rPr>
              <a:t>        </a:t>
            </a:r>
            <a:r>
              <a:rPr sz="1150">
                <a:solidFill>
                  <a:srgbClr val="E8EEF1"/>
                </a:solidFill>
                <a:latin typeface="Courier New"/>
              </a:rPr>
              <a:t>conn</a:t>
            </a:r>
            <a:r>
              <a:rPr sz="1150">
                <a:solidFill>
                  <a:srgbClr val="E8EEF1"/>
                </a:solidFill>
                <a:latin typeface="Courier New"/>
              </a:rPr>
              <a:t>.</a:t>
            </a:r>
            <a:r>
              <a:rPr sz="1150">
                <a:solidFill>
                  <a:srgbClr val="E8EEF1"/>
                </a:solidFill>
                <a:latin typeface="Courier New"/>
              </a:rPr>
              <a:t>close</a:t>
            </a:r>
            <a:r>
              <a:rPr sz="1150">
                <a:solidFill>
                  <a:srgbClr val="E8EEF1"/>
                </a:solidFill>
                <a:latin typeface="Courier New"/>
              </a:rPr>
              <a:t>(</a:t>
            </a:r>
            <a:r>
              <a:rPr sz="1150">
                <a:solidFill>
                  <a:srgbClr val="E8EEF1"/>
                </a:solidFill>
                <a:latin typeface="Courier New"/>
              </a:rPr>
              <a:t>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0" y="4864608"/>
            <a:ext cx="32918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b="0" sz="1000">
                <a:solidFill>
                  <a:srgbClr val="76777B"/>
                </a:solidFill>
                <a:latin typeface="Arial"/>
              </a:rPr>
              <a:t>Esempio: </a:t>
            </a:r>
            <a:r>
              <a:rPr b="1" sz="1000">
                <a:solidFill>
                  <a:srgbClr val="005A77"/>
                </a:solidFill>
                <a:latin typeface="Courier New"/>
              </a:rPr>
              <a:t>29_sql_agent.py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2.18 TOOL DI SCRITTURA TRANSAZIONALE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82</a:t>
            </a:fld>
          </a:p>
        </p:txBody>
      </p:sp>
      <p:sp>
        <p:nvSpPr>
          <p:cNvPr id="34" name="Rounded Rectangle 33"/>
          <p:cNvSpPr/>
          <p:nvPr/>
        </p:nvSpPr>
        <p:spPr>
          <a:xfrm>
            <a:off x="457200" y="1051560"/>
            <a:ext cx="8229600" cy="3721608"/>
          </a:xfrm>
          <a:prstGeom prst="roundRect">
            <a:avLst>
              <a:gd name="adj" fmla="val 4000"/>
            </a:avLst>
          </a:prstGeom>
          <a:solidFill>
            <a:srgbClr val="0B2B38"/>
          </a:solidFill>
          <a:ln>
            <a:noFill/>
          </a:ln>
        </p:spPr>
        <p:txBody>
          <a:bodyPr rtlCol="0" anchor="t" wrap="square" lIns="128016" rIns="128016" tIns="91440" bIns="54864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F5C96A"/>
                </a:solidFill>
                <a:latin typeface="Courier New"/>
              </a:rPr>
              <a:t>@tool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28C4F"/>
                </a:solidFill>
                <a:latin typeface="Courier New"/>
              </a:rPr>
              <a:t>def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7FCFF0"/>
                </a:solidFill>
                <a:latin typeface="Courier New"/>
              </a:rPr>
              <a:t>crea_ordine</a:t>
            </a:r>
            <a:r>
              <a:rPr sz="1100">
                <a:solidFill>
                  <a:srgbClr val="E8EEF1"/>
                </a:solidFill>
                <a:latin typeface="Courier New"/>
              </a:rPr>
              <a:t>(</a:t>
            </a:r>
            <a:r>
              <a:rPr sz="1100">
                <a:solidFill>
                  <a:srgbClr val="E8EEF1"/>
                </a:solidFill>
                <a:latin typeface="Courier New"/>
              </a:rPr>
              <a:t>prodotto</a:t>
            </a:r>
            <a:r>
              <a:rPr sz="1100">
                <a:solidFill>
                  <a:srgbClr val="E8EEF1"/>
                </a:solidFill>
                <a:latin typeface="Courier New"/>
              </a:rPr>
              <a:t>: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7FCFF0"/>
                </a:solidFill>
                <a:latin typeface="Courier New"/>
              </a:rPr>
              <a:t>str</a:t>
            </a:r>
            <a:r>
              <a:rPr sz="1100">
                <a:solidFill>
                  <a:srgbClr val="E8EEF1"/>
                </a:solidFill>
                <a:latin typeface="Courier New"/>
              </a:rPr>
              <a:t>,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quantita</a:t>
            </a:r>
            <a:r>
              <a:rPr sz="1100">
                <a:solidFill>
                  <a:srgbClr val="E8EEF1"/>
                </a:solidFill>
                <a:latin typeface="Courier New"/>
              </a:rPr>
              <a:t>: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7FCFF0"/>
                </a:solidFill>
                <a:latin typeface="Courier New"/>
              </a:rPr>
              <a:t>int</a:t>
            </a:r>
            <a:r>
              <a:rPr sz="1100">
                <a:solidFill>
                  <a:srgbClr val="E8EEF1"/>
                </a:solidFill>
                <a:latin typeface="Courier New"/>
              </a:rPr>
              <a:t>)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-</a:t>
            </a:r>
            <a:r>
              <a:rPr sz="1100">
                <a:solidFill>
                  <a:srgbClr val="E8EEF1"/>
                </a:solidFill>
                <a:latin typeface="Courier New"/>
              </a:rPr>
              <a:t>&gt;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7FCFF0"/>
                </a:solidFill>
                <a:latin typeface="Courier New"/>
              </a:rPr>
              <a:t>str</a:t>
            </a:r>
            <a:r>
              <a:rPr sz="110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8EEF1"/>
                </a:solidFill>
                <a:latin typeface="Courier New"/>
              </a:rPr>
              <a:t>    </a:t>
            </a:r>
            <a:r>
              <a:rPr sz="1100">
                <a:solidFill>
                  <a:srgbClr val="B5D98B"/>
                </a:solidFill>
                <a:latin typeface="Courier New"/>
              </a:rPr>
              <a:t>"""Registra un ordine se il prodotto esiste e la giacenza è sufficiente."""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8EEF1"/>
                </a:solidFill>
                <a:latin typeface="Courier New"/>
              </a:rPr>
              <a:t>    </a:t>
            </a:r>
            <a:r>
              <a:rPr sz="1100" b="1">
                <a:solidFill>
                  <a:srgbClr val="F28C4F"/>
                </a:solidFill>
                <a:latin typeface="Courier New"/>
              </a:rPr>
              <a:t>if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quantita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&lt;</a:t>
            </a:r>
            <a:r>
              <a:rPr sz="1100">
                <a:solidFill>
                  <a:srgbClr val="E8EEF1"/>
                </a:solidFill>
                <a:latin typeface="Courier New"/>
              </a:rPr>
              <a:t>=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F5C96A"/>
                </a:solidFill>
                <a:latin typeface="Courier New"/>
              </a:rPr>
              <a:t>0</a:t>
            </a:r>
            <a:r>
              <a:rPr sz="110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8EEF1"/>
                </a:solidFill>
                <a:latin typeface="Courier New"/>
              </a:rPr>
              <a:t>        </a:t>
            </a:r>
            <a:r>
              <a:rPr sz="1100" b="1">
                <a:solidFill>
                  <a:srgbClr val="F28C4F"/>
                </a:solidFill>
                <a:latin typeface="Courier New"/>
              </a:rPr>
              <a:t>return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B5D98B"/>
                </a:solidFill>
                <a:latin typeface="Courier New"/>
              </a:rPr>
              <a:t>"</a:t>
            </a:r>
            <a:r>
              <a:rPr sz="1100">
                <a:solidFill>
                  <a:srgbClr val="B5D98B"/>
                </a:solidFill>
                <a:latin typeface="Courier New"/>
              </a:rPr>
              <a:t>Quantità non valida</a:t>
            </a:r>
            <a:r>
              <a:rPr sz="1100">
                <a:solidFill>
                  <a:srgbClr val="B5D98B"/>
                </a:solidFill>
                <a:latin typeface="Courier New"/>
              </a:rPr>
              <a:t>"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8EEF1"/>
                </a:solidFill>
                <a:latin typeface="Courier New"/>
              </a:rPr>
              <a:t>    </a:t>
            </a:r>
            <a:r>
              <a:rPr sz="1100" b="1">
                <a:solidFill>
                  <a:srgbClr val="F28C4F"/>
                </a:solidFill>
                <a:latin typeface="Courier New"/>
              </a:rPr>
              <a:t>with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sqlite3</a:t>
            </a:r>
            <a:r>
              <a:rPr sz="1100">
                <a:solidFill>
                  <a:srgbClr val="E8EEF1"/>
                </a:solidFill>
                <a:latin typeface="Courier New"/>
              </a:rPr>
              <a:t>.</a:t>
            </a:r>
            <a:r>
              <a:rPr sz="1100">
                <a:solidFill>
                  <a:srgbClr val="E8EEF1"/>
                </a:solidFill>
                <a:latin typeface="Courier New"/>
              </a:rPr>
              <a:t>connect</a:t>
            </a:r>
            <a:r>
              <a:rPr sz="1100">
                <a:solidFill>
                  <a:srgbClr val="E8EEF1"/>
                </a:solidFill>
                <a:latin typeface="Courier New"/>
              </a:rPr>
              <a:t>(</a:t>
            </a:r>
            <a:r>
              <a:rPr sz="1100">
                <a:solidFill>
                  <a:srgbClr val="E8EEF1"/>
                </a:solidFill>
                <a:latin typeface="Courier New"/>
              </a:rPr>
              <a:t>DB</a:t>
            </a:r>
            <a:r>
              <a:rPr sz="1100">
                <a:solidFill>
                  <a:srgbClr val="E8EEF1"/>
                </a:solidFill>
                <a:latin typeface="Courier New"/>
              </a:rPr>
              <a:t>)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 b="1">
                <a:solidFill>
                  <a:srgbClr val="F28C4F"/>
                </a:solidFill>
                <a:latin typeface="Courier New"/>
              </a:rPr>
              <a:t>as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conn</a:t>
            </a:r>
            <a:r>
              <a:rPr sz="1100">
                <a:solidFill>
                  <a:srgbClr val="E8EEF1"/>
                </a:solidFill>
                <a:latin typeface="Courier New"/>
              </a:rPr>
              <a:t>:</a:t>
            </a:r>
            <a:r>
              <a:rPr sz="1100">
                <a:solidFill>
                  <a:srgbClr val="E8EEF1"/>
                </a:solidFill>
                <a:latin typeface="Courier New"/>
              </a:rPr>
              <a:t>   </a:t>
            </a:r>
            <a:r>
              <a:rPr sz="1100">
                <a:solidFill>
                  <a:srgbClr val="8AA4B0"/>
                </a:solidFill>
                <a:latin typeface="Courier New"/>
              </a:rPr>
              <a:t># transazione: commit/rollback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8EEF1"/>
                </a:solidFill>
                <a:latin typeface="Courier New"/>
              </a:rPr>
              <a:t>        </a:t>
            </a:r>
            <a:r>
              <a:rPr sz="1100">
                <a:solidFill>
                  <a:srgbClr val="E8EEF1"/>
                </a:solidFill>
                <a:latin typeface="Courier New"/>
              </a:rPr>
              <a:t>row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=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conn</a:t>
            </a:r>
            <a:r>
              <a:rPr sz="1100">
                <a:solidFill>
                  <a:srgbClr val="E8EEF1"/>
                </a:solidFill>
                <a:latin typeface="Courier New"/>
              </a:rPr>
              <a:t>.</a:t>
            </a:r>
            <a:r>
              <a:rPr sz="1100">
                <a:solidFill>
                  <a:srgbClr val="E8EEF1"/>
                </a:solidFill>
                <a:latin typeface="Courier New"/>
              </a:rPr>
              <a:t>execute</a:t>
            </a:r>
            <a:r>
              <a:rPr sz="1100">
                <a:solidFill>
                  <a:srgbClr val="E8EEF1"/>
                </a:solidFill>
                <a:latin typeface="Courier New"/>
              </a:rPr>
              <a:t>(</a:t>
            </a:r>
            <a:r>
              <a:rPr sz="1100">
                <a:solidFill>
                  <a:srgbClr val="E8EEF1"/>
                </a:solidFill>
                <a:latin typeface="Courier New"/>
              </a:rPr>
              <a:t>       </a:t>
            </a:r>
            <a:r>
              <a:rPr sz="1100">
                <a:solidFill>
                  <a:srgbClr val="8AA4B0"/>
                </a:solidFill>
                <a:latin typeface="Courier New"/>
              </a:rPr>
              <a:t># parametri "?", mai f-string!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8EEF1"/>
                </a:solidFill>
                <a:latin typeface="Courier New"/>
              </a:rPr>
              <a:t>            </a:t>
            </a:r>
            <a:r>
              <a:rPr sz="1100">
                <a:solidFill>
                  <a:srgbClr val="B5D98B"/>
                </a:solidFill>
                <a:latin typeface="Courier New"/>
              </a:rPr>
              <a:t>"</a:t>
            </a:r>
            <a:r>
              <a:rPr sz="1100">
                <a:solidFill>
                  <a:srgbClr val="B5D98B"/>
                </a:solidFill>
                <a:latin typeface="Courier New"/>
              </a:rPr>
              <a:t>SELECT id, prezzo, giacenza FROM prodotti WHERE nome = ?</a:t>
            </a:r>
            <a:r>
              <a:rPr sz="1100">
                <a:solidFill>
                  <a:srgbClr val="B5D98B"/>
                </a:solidFill>
                <a:latin typeface="Courier New"/>
              </a:rPr>
              <a:t>"</a:t>
            </a:r>
            <a:r>
              <a:rPr sz="1100">
                <a:solidFill>
                  <a:srgbClr val="E8EEF1"/>
                </a:solidFill>
                <a:latin typeface="Courier New"/>
              </a:rPr>
              <a:t>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8EEF1"/>
                </a:solidFill>
                <a:latin typeface="Courier New"/>
              </a:rPr>
              <a:t>            </a:t>
            </a:r>
            <a:r>
              <a:rPr sz="1100">
                <a:solidFill>
                  <a:srgbClr val="E8EEF1"/>
                </a:solidFill>
                <a:latin typeface="Courier New"/>
              </a:rPr>
              <a:t>(</a:t>
            </a:r>
            <a:r>
              <a:rPr sz="1100">
                <a:solidFill>
                  <a:srgbClr val="E8EEF1"/>
                </a:solidFill>
                <a:latin typeface="Courier New"/>
              </a:rPr>
              <a:t>prodotto</a:t>
            </a:r>
            <a:r>
              <a:rPr sz="1100">
                <a:solidFill>
                  <a:srgbClr val="E8EEF1"/>
                </a:solidFill>
                <a:latin typeface="Courier New"/>
              </a:rPr>
              <a:t>.</a:t>
            </a:r>
            <a:r>
              <a:rPr sz="1100">
                <a:solidFill>
                  <a:srgbClr val="E8EEF1"/>
                </a:solidFill>
                <a:latin typeface="Courier New"/>
              </a:rPr>
              <a:t>lower</a:t>
            </a:r>
            <a:r>
              <a:rPr sz="1100">
                <a:solidFill>
                  <a:srgbClr val="E8EEF1"/>
                </a:solidFill>
                <a:latin typeface="Courier New"/>
              </a:rPr>
              <a:t>(</a:t>
            </a:r>
            <a:r>
              <a:rPr sz="1100">
                <a:solidFill>
                  <a:srgbClr val="E8EEF1"/>
                </a:solidFill>
                <a:latin typeface="Courier New"/>
              </a:rPr>
              <a:t>)</a:t>
            </a:r>
            <a:r>
              <a:rPr sz="1100">
                <a:solidFill>
                  <a:srgbClr val="E8EEF1"/>
                </a:solidFill>
                <a:latin typeface="Courier New"/>
              </a:rPr>
              <a:t>,</a:t>
            </a:r>
            <a:r>
              <a:rPr sz="1100">
                <a:solidFill>
                  <a:srgbClr val="E8EEF1"/>
                </a:solidFill>
                <a:latin typeface="Courier New"/>
              </a:rPr>
              <a:t>)</a:t>
            </a:r>
            <a:r>
              <a:rPr sz="1100">
                <a:solidFill>
                  <a:srgbClr val="E8EEF1"/>
                </a:solidFill>
                <a:latin typeface="Courier New"/>
              </a:rPr>
              <a:t>)</a:t>
            </a:r>
            <a:r>
              <a:rPr sz="1100">
                <a:solidFill>
                  <a:srgbClr val="E8EEF1"/>
                </a:solidFill>
                <a:latin typeface="Courier New"/>
              </a:rPr>
              <a:t>.</a:t>
            </a:r>
            <a:r>
              <a:rPr sz="1100">
                <a:solidFill>
                  <a:srgbClr val="E8EEF1"/>
                </a:solidFill>
                <a:latin typeface="Courier New"/>
              </a:rPr>
              <a:t>fetchone</a:t>
            </a:r>
            <a:r>
              <a:rPr sz="1100">
                <a:solidFill>
                  <a:srgbClr val="E8EEF1"/>
                </a:solidFill>
                <a:latin typeface="Courier New"/>
              </a:rPr>
              <a:t>(</a:t>
            </a:r>
            <a:r>
              <a:rPr sz="11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8EEF1"/>
                </a:solidFill>
                <a:latin typeface="Courier New"/>
              </a:rPr>
              <a:t>        </a:t>
            </a:r>
            <a:r>
              <a:rPr sz="1100" b="1">
                <a:solidFill>
                  <a:srgbClr val="F28C4F"/>
                </a:solidFill>
                <a:latin typeface="Courier New"/>
              </a:rPr>
              <a:t>if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row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F28C4F"/>
                </a:solidFill>
                <a:latin typeface="Courier New"/>
              </a:rPr>
              <a:t>is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 b="1">
                <a:solidFill>
                  <a:srgbClr val="F28C4F"/>
                </a:solidFill>
                <a:latin typeface="Courier New"/>
              </a:rPr>
              <a:t>None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F28C4F"/>
                </a:solidFill>
                <a:latin typeface="Courier New"/>
              </a:rPr>
              <a:t>or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row</a:t>
            </a:r>
            <a:r>
              <a:rPr sz="1100">
                <a:solidFill>
                  <a:srgbClr val="E8EEF1"/>
                </a:solidFill>
                <a:latin typeface="Courier New"/>
              </a:rPr>
              <a:t>[</a:t>
            </a:r>
            <a:r>
              <a:rPr sz="1100">
                <a:solidFill>
                  <a:srgbClr val="F5C96A"/>
                </a:solidFill>
                <a:latin typeface="Courier New"/>
              </a:rPr>
              <a:t>2</a:t>
            </a:r>
            <a:r>
              <a:rPr sz="1100">
                <a:solidFill>
                  <a:srgbClr val="E8EEF1"/>
                </a:solidFill>
                <a:latin typeface="Courier New"/>
              </a:rPr>
              <a:t>]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&lt;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quantita</a:t>
            </a:r>
            <a:r>
              <a:rPr sz="110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8EEF1"/>
                </a:solidFill>
                <a:latin typeface="Courier New"/>
              </a:rPr>
              <a:t>            </a:t>
            </a:r>
            <a:r>
              <a:rPr sz="1100" b="1">
                <a:solidFill>
                  <a:srgbClr val="F28C4F"/>
                </a:solidFill>
                <a:latin typeface="Courier New"/>
              </a:rPr>
              <a:t>return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B5D98B"/>
                </a:solidFill>
                <a:latin typeface="Courier New"/>
              </a:rPr>
              <a:t>"</a:t>
            </a:r>
            <a:r>
              <a:rPr sz="1100">
                <a:solidFill>
                  <a:srgbClr val="B5D98B"/>
                </a:solidFill>
                <a:latin typeface="Courier New"/>
              </a:rPr>
              <a:t>Ordine rifiutato: prodotto inesistente o giacenza insufficiente</a:t>
            </a:r>
            <a:r>
              <a:rPr sz="1100">
                <a:solidFill>
                  <a:srgbClr val="B5D98B"/>
                </a:solidFill>
                <a:latin typeface="Courier New"/>
              </a:rPr>
              <a:t>"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8EEF1"/>
                </a:solidFill>
                <a:latin typeface="Courier New"/>
              </a:rPr>
              <a:t>        </a:t>
            </a:r>
            <a:r>
              <a:rPr sz="1100">
                <a:solidFill>
                  <a:srgbClr val="E8EEF1"/>
                </a:solidFill>
                <a:latin typeface="Courier New"/>
              </a:rPr>
              <a:t>pid</a:t>
            </a:r>
            <a:r>
              <a:rPr sz="1100">
                <a:solidFill>
                  <a:srgbClr val="E8EEF1"/>
                </a:solidFill>
                <a:latin typeface="Courier New"/>
              </a:rPr>
              <a:t>,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prezzo</a:t>
            </a:r>
            <a:r>
              <a:rPr sz="1100">
                <a:solidFill>
                  <a:srgbClr val="E8EEF1"/>
                </a:solidFill>
                <a:latin typeface="Courier New"/>
              </a:rPr>
              <a:t>,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_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=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row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8EEF1"/>
                </a:solidFill>
                <a:latin typeface="Courier New"/>
              </a:rPr>
              <a:t>        </a:t>
            </a:r>
            <a:r>
              <a:rPr sz="1100">
                <a:solidFill>
                  <a:srgbClr val="E8EEF1"/>
                </a:solidFill>
                <a:latin typeface="Courier New"/>
              </a:rPr>
              <a:t>totale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=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7FCFF0"/>
                </a:solidFill>
                <a:latin typeface="Courier New"/>
              </a:rPr>
              <a:t>round</a:t>
            </a:r>
            <a:r>
              <a:rPr sz="1100">
                <a:solidFill>
                  <a:srgbClr val="E8EEF1"/>
                </a:solidFill>
                <a:latin typeface="Courier New"/>
              </a:rPr>
              <a:t>(</a:t>
            </a:r>
            <a:r>
              <a:rPr sz="1100">
                <a:solidFill>
                  <a:srgbClr val="E8EEF1"/>
                </a:solidFill>
                <a:latin typeface="Courier New"/>
              </a:rPr>
              <a:t>prezzo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*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quantita</a:t>
            </a:r>
            <a:r>
              <a:rPr sz="1100">
                <a:solidFill>
                  <a:srgbClr val="E8EEF1"/>
                </a:solidFill>
                <a:latin typeface="Courier New"/>
              </a:rPr>
              <a:t>,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F5C96A"/>
                </a:solidFill>
                <a:latin typeface="Courier New"/>
              </a:rPr>
              <a:t>2</a:t>
            </a:r>
            <a:r>
              <a:rPr sz="1100">
                <a:solidFill>
                  <a:srgbClr val="E8EEF1"/>
                </a:solidFill>
                <a:latin typeface="Courier New"/>
              </a:rPr>
              <a:t>)</a:t>
            </a:r>
            <a:r>
              <a:rPr sz="1100">
                <a:solidFill>
                  <a:srgbClr val="E8EEF1"/>
                </a:solidFill>
                <a:latin typeface="Courier New"/>
              </a:rPr>
              <a:t>   </a:t>
            </a:r>
            <a:r>
              <a:rPr sz="1100">
                <a:solidFill>
                  <a:srgbClr val="8AA4B0"/>
                </a:solidFill>
                <a:latin typeface="Courier New"/>
              </a:rPr>
              <a:t># calcolo nel CODICE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8EEF1"/>
                </a:solidFill>
                <a:latin typeface="Courier New"/>
              </a:rPr>
              <a:t>        </a:t>
            </a:r>
            <a:r>
              <a:rPr sz="1100">
                <a:solidFill>
                  <a:srgbClr val="E8EEF1"/>
                </a:solidFill>
                <a:latin typeface="Courier New"/>
              </a:rPr>
              <a:t>conn</a:t>
            </a:r>
            <a:r>
              <a:rPr sz="1100">
                <a:solidFill>
                  <a:srgbClr val="E8EEF1"/>
                </a:solidFill>
                <a:latin typeface="Courier New"/>
              </a:rPr>
              <a:t>.</a:t>
            </a:r>
            <a:r>
              <a:rPr sz="1100">
                <a:solidFill>
                  <a:srgbClr val="E8EEF1"/>
                </a:solidFill>
                <a:latin typeface="Courier New"/>
              </a:rPr>
              <a:t>execute</a:t>
            </a:r>
            <a:r>
              <a:rPr sz="1100">
                <a:solidFill>
                  <a:srgbClr val="E8EEF1"/>
                </a:solidFill>
                <a:latin typeface="Courier New"/>
              </a:rPr>
              <a:t>(</a:t>
            </a:r>
            <a:r>
              <a:rPr sz="1100">
                <a:solidFill>
                  <a:srgbClr val="B5D98B"/>
                </a:solidFill>
                <a:latin typeface="Courier New"/>
              </a:rPr>
              <a:t>"</a:t>
            </a:r>
            <a:r>
              <a:rPr sz="1100">
                <a:solidFill>
                  <a:srgbClr val="B5D98B"/>
                </a:solidFill>
                <a:latin typeface="Courier New"/>
              </a:rPr>
              <a:t>UPDATE prodotti SET giacenza = giacenza - ? </a:t>
            </a:r>
            <a:r>
              <a:rPr sz="1100">
                <a:solidFill>
                  <a:srgbClr val="B5D98B"/>
                </a:solidFill>
                <a:latin typeface="Courier New"/>
              </a:rPr>
              <a:t>"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8EEF1"/>
                </a:solidFill>
                <a:latin typeface="Courier New"/>
              </a:rPr>
              <a:t>                     </a:t>
            </a:r>
            <a:r>
              <a:rPr sz="1100">
                <a:solidFill>
                  <a:srgbClr val="B5D98B"/>
                </a:solidFill>
                <a:latin typeface="Courier New"/>
              </a:rPr>
              <a:t>"</a:t>
            </a:r>
            <a:r>
              <a:rPr sz="1100">
                <a:solidFill>
                  <a:srgbClr val="B5D98B"/>
                </a:solidFill>
                <a:latin typeface="Courier New"/>
              </a:rPr>
              <a:t>WHERE id = ?</a:t>
            </a:r>
            <a:r>
              <a:rPr sz="1100">
                <a:solidFill>
                  <a:srgbClr val="B5D98B"/>
                </a:solidFill>
                <a:latin typeface="Courier New"/>
              </a:rPr>
              <a:t>"</a:t>
            </a:r>
            <a:r>
              <a:rPr sz="1100">
                <a:solidFill>
                  <a:srgbClr val="E8EEF1"/>
                </a:solidFill>
                <a:latin typeface="Courier New"/>
              </a:rPr>
              <a:t>,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(</a:t>
            </a:r>
            <a:r>
              <a:rPr sz="1100">
                <a:solidFill>
                  <a:srgbClr val="E8EEF1"/>
                </a:solidFill>
                <a:latin typeface="Courier New"/>
              </a:rPr>
              <a:t>quantita</a:t>
            </a:r>
            <a:r>
              <a:rPr sz="1100">
                <a:solidFill>
                  <a:srgbClr val="E8EEF1"/>
                </a:solidFill>
                <a:latin typeface="Courier New"/>
              </a:rPr>
              <a:t>,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pid</a:t>
            </a:r>
            <a:r>
              <a:rPr sz="1100">
                <a:solidFill>
                  <a:srgbClr val="E8EEF1"/>
                </a:solidFill>
                <a:latin typeface="Courier New"/>
              </a:rPr>
              <a:t>)</a:t>
            </a:r>
            <a:r>
              <a:rPr sz="11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8EEF1"/>
                </a:solidFill>
                <a:latin typeface="Courier New"/>
              </a:rPr>
              <a:t>        </a:t>
            </a:r>
            <a:r>
              <a:rPr sz="1100">
                <a:solidFill>
                  <a:srgbClr val="E8EEF1"/>
                </a:solidFill>
                <a:latin typeface="Courier New"/>
              </a:rPr>
              <a:t>cur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=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conn</a:t>
            </a:r>
            <a:r>
              <a:rPr sz="1100">
                <a:solidFill>
                  <a:srgbClr val="E8EEF1"/>
                </a:solidFill>
                <a:latin typeface="Courier New"/>
              </a:rPr>
              <a:t>.</a:t>
            </a:r>
            <a:r>
              <a:rPr sz="1100">
                <a:solidFill>
                  <a:srgbClr val="E8EEF1"/>
                </a:solidFill>
                <a:latin typeface="Courier New"/>
              </a:rPr>
              <a:t>execute</a:t>
            </a:r>
            <a:r>
              <a:rPr sz="1100">
                <a:solidFill>
                  <a:srgbClr val="E8EEF1"/>
                </a:solidFill>
                <a:latin typeface="Courier New"/>
              </a:rPr>
              <a:t>(</a:t>
            </a:r>
            <a:r>
              <a:rPr sz="1100">
                <a:solidFill>
                  <a:srgbClr val="B5D98B"/>
                </a:solidFill>
                <a:latin typeface="Courier New"/>
              </a:rPr>
              <a:t>"</a:t>
            </a:r>
            <a:r>
              <a:rPr sz="1100">
                <a:solidFill>
                  <a:srgbClr val="B5D98B"/>
                </a:solidFill>
                <a:latin typeface="Courier New"/>
              </a:rPr>
              <a:t>INSERT INTO ordini(prodotto_id, quantita, totale) </a:t>
            </a:r>
            <a:r>
              <a:rPr sz="1100">
                <a:solidFill>
                  <a:srgbClr val="B5D98B"/>
                </a:solidFill>
                <a:latin typeface="Courier New"/>
              </a:rPr>
              <a:t>"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8EEF1"/>
                </a:solidFill>
                <a:latin typeface="Courier New"/>
              </a:rPr>
              <a:t>                           </a:t>
            </a:r>
            <a:r>
              <a:rPr sz="1100">
                <a:solidFill>
                  <a:srgbClr val="B5D98B"/>
                </a:solidFill>
                <a:latin typeface="Courier New"/>
              </a:rPr>
              <a:t>"</a:t>
            </a:r>
            <a:r>
              <a:rPr sz="1100">
                <a:solidFill>
                  <a:srgbClr val="B5D98B"/>
                </a:solidFill>
                <a:latin typeface="Courier New"/>
              </a:rPr>
              <a:t>VALUES (?,?,?)</a:t>
            </a:r>
            <a:r>
              <a:rPr sz="1100">
                <a:solidFill>
                  <a:srgbClr val="B5D98B"/>
                </a:solidFill>
                <a:latin typeface="Courier New"/>
              </a:rPr>
              <a:t>"</a:t>
            </a:r>
            <a:r>
              <a:rPr sz="1100">
                <a:solidFill>
                  <a:srgbClr val="E8EEF1"/>
                </a:solidFill>
                <a:latin typeface="Courier New"/>
              </a:rPr>
              <a:t>,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(</a:t>
            </a:r>
            <a:r>
              <a:rPr sz="1100">
                <a:solidFill>
                  <a:srgbClr val="E8EEF1"/>
                </a:solidFill>
                <a:latin typeface="Courier New"/>
              </a:rPr>
              <a:t>pid</a:t>
            </a:r>
            <a:r>
              <a:rPr sz="1100">
                <a:solidFill>
                  <a:srgbClr val="E8EEF1"/>
                </a:solidFill>
                <a:latin typeface="Courier New"/>
              </a:rPr>
              <a:t>,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quantita</a:t>
            </a:r>
            <a:r>
              <a:rPr sz="1100">
                <a:solidFill>
                  <a:srgbClr val="E8EEF1"/>
                </a:solidFill>
                <a:latin typeface="Courier New"/>
              </a:rPr>
              <a:t>,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totale</a:t>
            </a:r>
            <a:r>
              <a:rPr sz="1100">
                <a:solidFill>
                  <a:srgbClr val="E8EEF1"/>
                </a:solidFill>
                <a:latin typeface="Courier New"/>
              </a:rPr>
              <a:t>)</a:t>
            </a:r>
            <a:r>
              <a:rPr sz="11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8EEF1"/>
                </a:solidFill>
                <a:latin typeface="Courier New"/>
              </a:rPr>
              <a:t>    </a:t>
            </a:r>
            <a:r>
              <a:rPr sz="1100">
                <a:solidFill>
                  <a:srgbClr val="E8EEF1"/>
                </a:solidFill>
                <a:latin typeface="Courier New"/>
              </a:rPr>
              <a:t>ricevuta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=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{</a:t>
            </a:r>
            <a:r>
              <a:rPr sz="1100">
                <a:solidFill>
                  <a:srgbClr val="B5D98B"/>
                </a:solidFill>
                <a:latin typeface="Courier New"/>
              </a:rPr>
              <a:t>"</a:t>
            </a:r>
            <a:r>
              <a:rPr sz="1100">
                <a:solidFill>
                  <a:srgbClr val="B5D98B"/>
                </a:solidFill>
                <a:latin typeface="Courier New"/>
              </a:rPr>
              <a:t>ordine_id</a:t>
            </a:r>
            <a:r>
              <a:rPr sz="1100">
                <a:solidFill>
                  <a:srgbClr val="B5D98B"/>
                </a:solidFill>
                <a:latin typeface="Courier New"/>
              </a:rPr>
              <a:t>"</a:t>
            </a:r>
            <a:r>
              <a:rPr sz="1100">
                <a:solidFill>
                  <a:srgbClr val="E8EEF1"/>
                </a:solidFill>
                <a:latin typeface="Courier New"/>
              </a:rPr>
              <a:t>: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cur</a:t>
            </a:r>
            <a:r>
              <a:rPr sz="1100">
                <a:solidFill>
                  <a:srgbClr val="E8EEF1"/>
                </a:solidFill>
                <a:latin typeface="Courier New"/>
              </a:rPr>
              <a:t>.</a:t>
            </a:r>
            <a:r>
              <a:rPr sz="1100">
                <a:solidFill>
                  <a:srgbClr val="E8EEF1"/>
                </a:solidFill>
                <a:latin typeface="Courier New"/>
              </a:rPr>
              <a:t>lastrowid</a:t>
            </a:r>
            <a:r>
              <a:rPr sz="1100">
                <a:solidFill>
                  <a:srgbClr val="E8EEF1"/>
                </a:solidFill>
                <a:latin typeface="Courier New"/>
              </a:rPr>
              <a:t>,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B5D98B"/>
                </a:solidFill>
                <a:latin typeface="Courier New"/>
              </a:rPr>
              <a:t>"</a:t>
            </a:r>
            <a:r>
              <a:rPr sz="1100">
                <a:solidFill>
                  <a:srgbClr val="B5D98B"/>
                </a:solidFill>
                <a:latin typeface="Courier New"/>
              </a:rPr>
              <a:t>prodotto</a:t>
            </a:r>
            <a:r>
              <a:rPr sz="1100">
                <a:solidFill>
                  <a:srgbClr val="B5D98B"/>
                </a:solidFill>
                <a:latin typeface="Courier New"/>
              </a:rPr>
              <a:t>"</a:t>
            </a:r>
            <a:r>
              <a:rPr sz="1100">
                <a:solidFill>
                  <a:srgbClr val="E8EEF1"/>
                </a:solidFill>
                <a:latin typeface="Courier New"/>
              </a:rPr>
              <a:t>: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prodotto</a:t>
            </a:r>
            <a:r>
              <a:rPr sz="1100">
                <a:solidFill>
                  <a:srgbClr val="E8EEF1"/>
                </a:solidFill>
                <a:latin typeface="Courier New"/>
              </a:rPr>
              <a:t>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8EEF1"/>
                </a:solidFill>
                <a:latin typeface="Courier New"/>
              </a:rPr>
              <a:t>                </a:t>
            </a:r>
            <a:r>
              <a:rPr sz="1100">
                <a:solidFill>
                  <a:srgbClr val="B5D98B"/>
                </a:solidFill>
                <a:latin typeface="Courier New"/>
              </a:rPr>
              <a:t>"</a:t>
            </a:r>
            <a:r>
              <a:rPr sz="1100">
                <a:solidFill>
                  <a:srgbClr val="B5D98B"/>
                </a:solidFill>
                <a:latin typeface="Courier New"/>
              </a:rPr>
              <a:t>quantita</a:t>
            </a:r>
            <a:r>
              <a:rPr sz="1100">
                <a:solidFill>
                  <a:srgbClr val="B5D98B"/>
                </a:solidFill>
                <a:latin typeface="Courier New"/>
              </a:rPr>
              <a:t>"</a:t>
            </a:r>
            <a:r>
              <a:rPr sz="1100">
                <a:solidFill>
                  <a:srgbClr val="E8EEF1"/>
                </a:solidFill>
                <a:latin typeface="Courier New"/>
              </a:rPr>
              <a:t>: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quantita</a:t>
            </a:r>
            <a:r>
              <a:rPr sz="1100">
                <a:solidFill>
                  <a:srgbClr val="E8EEF1"/>
                </a:solidFill>
                <a:latin typeface="Courier New"/>
              </a:rPr>
              <a:t>,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B5D98B"/>
                </a:solidFill>
                <a:latin typeface="Courier New"/>
              </a:rPr>
              <a:t>"</a:t>
            </a:r>
            <a:r>
              <a:rPr sz="1100">
                <a:solidFill>
                  <a:srgbClr val="B5D98B"/>
                </a:solidFill>
                <a:latin typeface="Courier New"/>
              </a:rPr>
              <a:t>totale</a:t>
            </a:r>
            <a:r>
              <a:rPr sz="1100">
                <a:solidFill>
                  <a:srgbClr val="B5D98B"/>
                </a:solidFill>
                <a:latin typeface="Courier New"/>
              </a:rPr>
              <a:t>"</a:t>
            </a:r>
            <a:r>
              <a:rPr sz="1100">
                <a:solidFill>
                  <a:srgbClr val="E8EEF1"/>
                </a:solidFill>
                <a:latin typeface="Courier New"/>
              </a:rPr>
              <a:t>: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totale</a:t>
            </a:r>
            <a:r>
              <a:rPr sz="1100">
                <a:solidFill>
                  <a:srgbClr val="E8EEF1"/>
                </a:solidFill>
                <a:latin typeface="Courier New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8EEF1"/>
                </a:solidFill>
                <a:latin typeface="Courier New"/>
              </a:rPr>
              <a:t>    </a:t>
            </a:r>
            <a:r>
              <a:rPr sz="1100">
                <a:solidFill>
                  <a:srgbClr val="E8EEF1"/>
                </a:solidFill>
                <a:latin typeface="Courier New"/>
              </a:rPr>
              <a:t>Path</a:t>
            </a:r>
            <a:r>
              <a:rPr sz="1100">
                <a:solidFill>
                  <a:srgbClr val="E8EEF1"/>
                </a:solidFill>
                <a:latin typeface="Courier New"/>
              </a:rPr>
              <a:t>(</a:t>
            </a:r>
            <a:r>
              <a:rPr sz="1100">
                <a:solidFill>
                  <a:srgbClr val="B5D98B"/>
                </a:solidFill>
                <a:latin typeface="Courier New"/>
              </a:rPr>
              <a:t>f</a:t>
            </a:r>
            <a:r>
              <a:rPr sz="1100">
                <a:solidFill>
                  <a:srgbClr val="B5D98B"/>
                </a:solidFill>
                <a:latin typeface="Courier New"/>
              </a:rPr>
              <a:t>"</a:t>
            </a:r>
            <a:r>
              <a:rPr sz="1100">
                <a:solidFill>
                  <a:srgbClr val="B5D98B"/>
                </a:solidFill>
                <a:latin typeface="Courier New"/>
              </a:rPr>
              <a:t>ordine_</a:t>
            </a:r>
            <a:r>
              <a:rPr sz="1100">
                <a:solidFill>
                  <a:srgbClr val="B5D98B"/>
                </a:solidFill>
                <a:latin typeface="Courier New"/>
              </a:rPr>
              <a:t>{</a:t>
            </a:r>
            <a:r>
              <a:rPr sz="1100">
                <a:solidFill>
                  <a:srgbClr val="E8EEF1"/>
                </a:solidFill>
                <a:latin typeface="Courier New"/>
              </a:rPr>
              <a:t>cur</a:t>
            </a:r>
            <a:r>
              <a:rPr sz="1100">
                <a:solidFill>
                  <a:srgbClr val="E8EEF1"/>
                </a:solidFill>
                <a:latin typeface="Courier New"/>
              </a:rPr>
              <a:t>.</a:t>
            </a:r>
            <a:r>
              <a:rPr sz="1100">
                <a:solidFill>
                  <a:srgbClr val="E8EEF1"/>
                </a:solidFill>
                <a:latin typeface="Courier New"/>
              </a:rPr>
              <a:t>lastrowid</a:t>
            </a:r>
            <a:r>
              <a:rPr sz="1100">
                <a:solidFill>
                  <a:srgbClr val="B5D98B"/>
                </a:solidFill>
                <a:latin typeface="Courier New"/>
              </a:rPr>
              <a:t>}</a:t>
            </a:r>
            <a:r>
              <a:rPr sz="1100">
                <a:solidFill>
                  <a:srgbClr val="B5D98B"/>
                </a:solidFill>
                <a:latin typeface="Courier New"/>
              </a:rPr>
              <a:t>.json</a:t>
            </a:r>
            <a:r>
              <a:rPr sz="1100">
                <a:solidFill>
                  <a:srgbClr val="B5D98B"/>
                </a:solidFill>
                <a:latin typeface="Courier New"/>
              </a:rPr>
              <a:t>"</a:t>
            </a:r>
            <a:r>
              <a:rPr sz="1100">
                <a:solidFill>
                  <a:srgbClr val="E8EEF1"/>
                </a:solidFill>
                <a:latin typeface="Courier New"/>
              </a:rPr>
              <a:t>)</a:t>
            </a:r>
            <a:r>
              <a:rPr sz="1100">
                <a:solidFill>
                  <a:srgbClr val="E8EEF1"/>
                </a:solidFill>
                <a:latin typeface="Courier New"/>
              </a:rPr>
              <a:t>.</a:t>
            </a:r>
            <a:r>
              <a:rPr sz="1100">
                <a:solidFill>
                  <a:srgbClr val="E8EEF1"/>
                </a:solidFill>
                <a:latin typeface="Courier New"/>
              </a:rPr>
              <a:t>write_text</a:t>
            </a:r>
            <a:r>
              <a:rPr sz="1100">
                <a:solidFill>
                  <a:srgbClr val="E8EEF1"/>
                </a:solidFill>
                <a:latin typeface="Courier New"/>
              </a:rPr>
              <a:t>(</a:t>
            </a:r>
            <a:r>
              <a:rPr sz="1100">
                <a:solidFill>
                  <a:srgbClr val="E8EEF1"/>
                </a:solidFill>
                <a:latin typeface="Courier New"/>
              </a:rPr>
              <a:t>json</a:t>
            </a:r>
            <a:r>
              <a:rPr sz="1100">
                <a:solidFill>
                  <a:srgbClr val="E8EEF1"/>
                </a:solidFill>
                <a:latin typeface="Courier New"/>
              </a:rPr>
              <a:t>.</a:t>
            </a:r>
            <a:r>
              <a:rPr sz="1100">
                <a:solidFill>
                  <a:srgbClr val="E8EEF1"/>
                </a:solidFill>
                <a:latin typeface="Courier New"/>
              </a:rPr>
              <a:t>dumps</a:t>
            </a:r>
            <a:r>
              <a:rPr sz="1100">
                <a:solidFill>
                  <a:srgbClr val="E8EEF1"/>
                </a:solidFill>
                <a:latin typeface="Courier New"/>
              </a:rPr>
              <a:t>(</a:t>
            </a:r>
            <a:r>
              <a:rPr sz="1100">
                <a:solidFill>
                  <a:srgbClr val="E8EEF1"/>
                </a:solidFill>
                <a:latin typeface="Courier New"/>
              </a:rPr>
              <a:t>ricevuta</a:t>
            </a:r>
            <a:r>
              <a:rPr sz="1100">
                <a:solidFill>
                  <a:srgbClr val="E8EEF1"/>
                </a:solidFill>
                <a:latin typeface="Courier New"/>
              </a:rPr>
              <a:t>,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indent</a:t>
            </a:r>
            <a:r>
              <a:rPr sz="1100">
                <a:solidFill>
                  <a:srgbClr val="E8EEF1"/>
                </a:solidFill>
                <a:latin typeface="Courier New"/>
              </a:rPr>
              <a:t>=</a:t>
            </a:r>
            <a:r>
              <a:rPr sz="1100">
                <a:solidFill>
                  <a:srgbClr val="F5C96A"/>
                </a:solidFill>
                <a:latin typeface="Courier New"/>
              </a:rPr>
              <a:t>2</a:t>
            </a:r>
            <a:r>
              <a:rPr sz="1100">
                <a:solidFill>
                  <a:srgbClr val="E8EEF1"/>
                </a:solidFill>
                <a:latin typeface="Courier New"/>
              </a:rPr>
              <a:t>)</a:t>
            </a:r>
            <a:r>
              <a:rPr sz="11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8EEF1"/>
                </a:solidFill>
                <a:latin typeface="Courier New"/>
              </a:rPr>
              <a:t>    </a:t>
            </a:r>
            <a:r>
              <a:rPr sz="1100" b="1">
                <a:solidFill>
                  <a:srgbClr val="F28C4F"/>
                </a:solidFill>
                <a:latin typeface="Courier New"/>
              </a:rPr>
              <a:t>return</a:t>
            </a:r>
            <a:r>
              <a:rPr sz="1100">
                <a:solidFill>
                  <a:srgbClr val="E8EEF1"/>
                </a:solidFill>
                <a:latin typeface="Courier New"/>
              </a:rPr>
              <a:t> </a:t>
            </a:r>
            <a:r>
              <a:rPr sz="1100">
                <a:solidFill>
                  <a:srgbClr val="E8EEF1"/>
                </a:solidFill>
                <a:latin typeface="Courier New"/>
              </a:rPr>
              <a:t>json</a:t>
            </a:r>
            <a:r>
              <a:rPr sz="1100">
                <a:solidFill>
                  <a:srgbClr val="E8EEF1"/>
                </a:solidFill>
                <a:latin typeface="Courier New"/>
              </a:rPr>
              <a:t>.</a:t>
            </a:r>
            <a:r>
              <a:rPr sz="1100">
                <a:solidFill>
                  <a:srgbClr val="E8EEF1"/>
                </a:solidFill>
                <a:latin typeface="Courier New"/>
              </a:rPr>
              <a:t>dumps</a:t>
            </a:r>
            <a:r>
              <a:rPr sz="1100">
                <a:solidFill>
                  <a:srgbClr val="E8EEF1"/>
                </a:solidFill>
                <a:latin typeface="Courier New"/>
              </a:rPr>
              <a:t>(</a:t>
            </a:r>
            <a:r>
              <a:rPr sz="1100">
                <a:solidFill>
                  <a:srgbClr val="E8EEF1"/>
                </a:solidFill>
                <a:latin typeface="Courier New"/>
              </a:rPr>
              <a:t>ricevuta</a:t>
            </a:r>
            <a:r>
              <a:rPr sz="1100">
                <a:solidFill>
                  <a:srgbClr val="E8EEF1"/>
                </a:solidFill>
                <a:latin typeface="Courier New"/>
              </a:rPr>
              <a:t>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0" y="4864608"/>
            <a:ext cx="32918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b="0" sz="1000">
                <a:solidFill>
                  <a:srgbClr val="76777B"/>
                </a:solidFill>
                <a:latin typeface="Arial"/>
              </a:rPr>
              <a:t>Esempio: </a:t>
            </a:r>
            <a:r>
              <a:rPr b="1" sz="1000">
                <a:solidFill>
                  <a:srgbClr val="005A77"/>
                </a:solidFill>
                <a:latin typeface="Courier New"/>
              </a:rPr>
              <a:t>29_sql_agent.py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2.19 AFFIDABILITÀ: RETRY, CACHE, LIMITI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83</a:t>
            </a:fld>
          </a:p>
        </p:txBody>
      </p:sp>
      <p:sp>
        <p:nvSpPr>
          <p:cNvPr id="34" name="Rounded Rectangle 33"/>
          <p:cNvSpPr/>
          <p:nvPr/>
        </p:nvSpPr>
        <p:spPr>
          <a:xfrm>
            <a:off x="457200" y="1051560"/>
            <a:ext cx="8229600" cy="3142488"/>
          </a:xfrm>
          <a:prstGeom prst="roundRect">
            <a:avLst>
              <a:gd name="adj" fmla="val 4000"/>
            </a:avLst>
          </a:prstGeom>
          <a:solidFill>
            <a:srgbClr val="0B2B38"/>
          </a:solidFill>
          <a:ln>
            <a:noFill/>
          </a:ln>
        </p:spPr>
        <p:txBody>
          <a:bodyPr rtlCol="0" anchor="t" wrap="square" lIns="128016" rIns="128016" tIns="91440" bIns="54864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28C4F"/>
                </a:solidFill>
                <a:latin typeface="Courier New"/>
              </a:rPr>
              <a:t>from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langgraph</a:t>
            </a:r>
            <a:r>
              <a:rPr sz="1200">
                <a:solidFill>
                  <a:srgbClr val="E8EEF1"/>
                </a:solidFill>
                <a:latin typeface="Courier New"/>
              </a:rPr>
              <a:t>.</a:t>
            </a:r>
            <a:r>
              <a:rPr sz="1200">
                <a:solidFill>
                  <a:srgbClr val="E8EEF1"/>
                </a:solidFill>
                <a:latin typeface="Courier New"/>
              </a:rPr>
              <a:t>types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 b="1">
                <a:solidFill>
                  <a:srgbClr val="F28C4F"/>
                </a:solidFill>
                <a:latin typeface="Courier New"/>
              </a:rPr>
              <a:t>import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RetryPolicy</a:t>
            </a:r>
            <a:r>
              <a:rPr sz="1200">
                <a:solidFill>
                  <a:srgbClr val="E8EEF1"/>
                </a:solidFill>
                <a:latin typeface="Courier New"/>
              </a:rPr>
              <a:t>,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CachePolicy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28C4F"/>
                </a:solidFill>
                <a:latin typeface="Courier New"/>
              </a:rPr>
              <a:t>from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langgraph</a:t>
            </a:r>
            <a:r>
              <a:rPr sz="1200">
                <a:solidFill>
                  <a:srgbClr val="E8EEF1"/>
                </a:solidFill>
                <a:latin typeface="Courier New"/>
              </a:rPr>
              <a:t>.</a:t>
            </a:r>
            <a:r>
              <a:rPr sz="1200">
                <a:solidFill>
                  <a:srgbClr val="E8EEF1"/>
                </a:solidFill>
                <a:latin typeface="Courier New"/>
              </a:rPr>
              <a:t>cache</a:t>
            </a:r>
            <a:r>
              <a:rPr sz="1200">
                <a:solidFill>
                  <a:srgbClr val="E8EEF1"/>
                </a:solidFill>
                <a:latin typeface="Courier New"/>
              </a:rPr>
              <a:t>.</a:t>
            </a:r>
            <a:r>
              <a:rPr sz="1200">
                <a:solidFill>
                  <a:srgbClr val="E8EEF1"/>
                </a:solidFill>
                <a:latin typeface="Courier New"/>
              </a:rPr>
              <a:t>memory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 b="1">
                <a:solidFill>
                  <a:srgbClr val="F28C4F"/>
                </a:solidFill>
                <a:latin typeface="Courier New"/>
              </a:rPr>
              <a:t>import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InMemoryCache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builder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=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StateGraph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State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builder</a:t>
            </a:r>
            <a:r>
              <a:rPr sz="1200">
                <a:solidFill>
                  <a:srgbClr val="E8EEF1"/>
                </a:solidFill>
                <a:latin typeface="Courier New"/>
              </a:rPr>
              <a:t>.</a:t>
            </a:r>
            <a:r>
              <a:rPr sz="1200">
                <a:solidFill>
                  <a:srgbClr val="E8EEF1"/>
                </a:solidFill>
                <a:latin typeface="Courier New"/>
              </a:rPr>
              <a:t>add_node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    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meteo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,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chiama_api_meteo</a:t>
            </a:r>
            <a:r>
              <a:rPr sz="1200">
                <a:solidFill>
                  <a:srgbClr val="E8EEF1"/>
                </a:solidFill>
                <a:latin typeface="Courier New"/>
              </a:rPr>
              <a:t>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    </a:t>
            </a:r>
            <a:r>
              <a:rPr sz="1200">
                <a:solidFill>
                  <a:srgbClr val="E8EEF1"/>
                </a:solidFill>
                <a:latin typeface="Courier New"/>
              </a:rPr>
              <a:t>retry_policy</a:t>
            </a:r>
            <a:r>
              <a:rPr sz="1200">
                <a:solidFill>
                  <a:srgbClr val="E8EEF1"/>
                </a:solidFill>
                <a:latin typeface="Courier New"/>
              </a:rPr>
              <a:t>=</a:t>
            </a:r>
            <a:r>
              <a:rPr sz="1200">
                <a:solidFill>
                  <a:srgbClr val="E8EEF1"/>
                </a:solidFill>
                <a:latin typeface="Courier New"/>
              </a:rPr>
              <a:t>RetryPolicy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max_attempts</a:t>
            </a:r>
            <a:r>
              <a:rPr sz="1200">
                <a:solidFill>
                  <a:srgbClr val="E8EEF1"/>
                </a:solidFill>
                <a:latin typeface="Courier New"/>
              </a:rPr>
              <a:t>=</a:t>
            </a:r>
            <a:r>
              <a:rPr sz="1200">
                <a:solidFill>
                  <a:srgbClr val="F5C96A"/>
                </a:solidFill>
                <a:latin typeface="Courier New"/>
              </a:rPr>
              <a:t>5</a:t>
            </a:r>
            <a:r>
              <a:rPr sz="1200">
                <a:solidFill>
                  <a:srgbClr val="E8EEF1"/>
                </a:solidFill>
                <a:latin typeface="Courier New"/>
              </a:rPr>
              <a:t>,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initial_interval</a:t>
            </a:r>
            <a:r>
              <a:rPr sz="1200">
                <a:solidFill>
                  <a:srgbClr val="E8EEF1"/>
                </a:solidFill>
                <a:latin typeface="Courier New"/>
              </a:rPr>
              <a:t>=</a:t>
            </a:r>
            <a:r>
              <a:rPr sz="1200">
                <a:solidFill>
                  <a:srgbClr val="F5C96A"/>
                </a:solidFill>
                <a:latin typeface="Courier New"/>
              </a:rPr>
              <a:t>0.5</a:t>
            </a:r>
            <a:r>
              <a:rPr sz="1200">
                <a:solidFill>
                  <a:srgbClr val="E8EEF1"/>
                </a:solidFill>
                <a:latin typeface="Courier New"/>
              </a:rPr>
              <a:t>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                             </a:t>
            </a:r>
            <a:r>
              <a:rPr sz="1200">
                <a:solidFill>
                  <a:srgbClr val="E8EEF1"/>
                </a:solidFill>
                <a:latin typeface="Courier New"/>
              </a:rPr>
              <a:t>retry_on</a:t>
            </a:r>
            <a:r>
              <a:rPr sz="1200">
                <a:solidFill>
                  <a:srgbClr val="E8EEF1"/>
                </a:solidFill>
                <a:latin typeface="Courier New"/>
              </a:rPr>
              <a:t>=</a:t>
            </a:r>
            <a:r>
              <a:rPr sz="1200">
                <a:solidFill>
                  <a:srgbClr val="E8EEF1"/>
                </a:solidFill>
                <a:latin typeface="Courier New"/>
              </a:rPr>
              <a:t>ConnectionError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  <a:r>
              <a:rPr sz="1200">
                <a:solidFill>
                  <a:srgbClr val="E8EEF1"/>
                </a:solidFill>
                <a:latin typeface="Courier New"/>
              </a:rPr>
              <a:t>,</a:t>
            </a:r>
            <a:r>
              <a:rPr sz="1200">
                <a:solidFill>
                  <a:srgbClr val="E8EEF1"/>
                </a:solidFill>
                <a:latin typeface="Courier New"/>
              </a:rPr>
              <a:t>  </a:t>
            </a:r>
            <a:r>
              <a:rPr sz="1200">
                <a:solidFill>
                  <a:srgbClr val="8AA4B0"/>
                </a:solidFill>
                <a:latin typeface="Courier New"/>
              </a:rPr>
              <a:t># solo transitori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    </a:t>
            </a:r>
            <a:r>
              <a:rPr sz="1200">
                <a:solidFill>
                  <a:srgbClr val="E8EEF1"/>
                </a:solidFill>
                <a:latin typeface="Courier New"/>
              </a:rPr>
              <a:t>cache_policy</a:t>
            </a:r>
            <a:r>
              <a:rPr sz="1200">
                <a:solidFill>
                  <a:srgbClr val="E8EEF1"/>
                </a:solidFill>
                <a:latin typeface="Courier New"/>
              </a:rPr>
              <a:t>=</a:t>
            </a:r>
            <a:r>
              <a:rPr sz="1200">
                <a:solidFill>
                  <a:srgbClr val="E8EEF1"/>
                </a:solidFill>
                <a:latin typeface="Courier New"/>
              </a:rPr>
              <a:t>CachePolicy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ttl</a:t>
            </a:r>
            <a:r>
              <a:rPr sz="1200">
                <a:solidFill>
                  <a:srgbClr val="E8EEF1"/>
                </a:solidFill>
                <a:latin typeface="Courier New"/>
              </a:rPr>
              <a:t>=</a:t>
            </a:r>
            <a:r>
              <a:rPr sz="1200">
                <a:solidFill>
                  <a:srgbClr val="F5C96A"/>
                </a:solidFill>
                <a:latin typeface="Courier New"/>
              </a:rPr>
              <a:t>600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  <a:r>
              <a:rPr sz="1200">
                <a:solidFill>
                  <a:srgbClr val="E8EEF1"/>
                </a:solidFill>
                <a:latin typeface="Courier New"/>
              </a:rPr>
              <a:t>,</a:t>
            </a:r>
            <a:r>
              <a:rPr sz="1200">
                <a:solidFill>
                  <a:srgbClr val="E8EEF1"/>
                </a:solidFill>
                <a:latin typeface="Courier New"/>
              </a:rPr>
              <a:t>    </a:t>
            </a:r>
            <a:r>
              <a:rPr sz="1200">
                <a:solidFill>
                  <a:srgbClr val="8AA4B0"/>
                </a:solidFill>
                <a:latin typeface="Courier New"/>
              </a:rPr>
              <a:t># stesso input → cache 10 min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builder</a:t>
            </a:r>
            <a:r>
              <a:rPr sz="1200">
                <a:solidFill>
                  <a:srgbClr val="E8EEF1"/>
                </a:solidFill>
                <a:latin typeface="Courier New"/>
              </a:rPr>
              <a:t>.</a:t>
            </a:r>
            <a:r>
              <a:rPr sz="1200">
                <a:solidFill>
                  <a:srgbClr val="E8EEF1"/>
                </a:solidFill>
                <a:latin typeface="Courier New"/>
              </a:rPr>
              <a:t>add_edge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START</a:t>
            </a:r>
            <a:r>
              <a:rPr sz="1200">
                <a:solidFill>
                  <a:srgbClr val="E8EEF1"/>
                </a:solidFill>
                <a:latin typeface="Courier New"/>
              </a:rPr>
              <a:t>,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meteo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builder</a:t>
            </a:r>
            <a:r>
              <a:rPr sz="1200">
                <a:solidFill>
                  <a:srgbClr val="E8EEF1"/>
                </a:solidFill>
                <a:latin typeface="Courier New"/>
              </a:rPr>
              <a:t>.</a:t>
            </a:r>
            <a:r>
              <a:rPr sz="1200">
                <a:solidFill>
                  <a:srgbClr val="E8EEF1"/>
                </a:solidFill>
                <a:latin typeface="Courier New"/>
              </a:rPr>
              <a:t>add_edge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meteo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,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END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1"/>
                </a:solidFill>
                <a:latin typeface="Courier New"/>
              </a:rPr>
              <a:t>graph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=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builder</a:t>
            </a:r>
            <a:r>
              <a:rPr sz="1200">
                <a:solidFill>
                  <a:srgbClr val="E8EEF1"/>
                </a:solidFill>
                <a:latin typeface="Courier New"/>
              </a:rPr>
              <a:t>.</a:t>
            </a:r>
            <a:r>
              <a:rPr sz="1200">
                <a:solidFill>
                  <a:srgbClr val="E8EEF1"/>
                </a:solidFill>
                <a:latin typeface="Courier New"/>
              </a:rPr>
              <a:t>compile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cache</a:t>
            </a:r>
            <a:r>
              <a:rPr sz="1200">
                <a:solidFill>
                  <a:srgbClr val="E8EEF1"/>
                </a:solidFill>
                <a:latin typeface="Courier New"/>
              </a:rPr>
              <a:t>=</a:t>
            </a:r>
            <a:r>
              <a:rPr sz="1200">
                <a:solidFill>
                  <a:srgbClr val="E8EEF1"/>
                </a:solidFill>
                <a:latin typeface="Courier New"/>
              </a:rPr>
              <a:t>InMemoryCache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8AA4B0"/>
                </a:solidFill>
                <a:latin typeface="Courier New"/>
              </a:rPr>
              <a:t># limite esplicito ai cicli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FCFF0"/>
                </a:solidFill>
                <a:latin typeface="Courier New"/>
              </a:rPr>
              <a:t>print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graph</a:t>
            </a:r>
            <a:r>
              <a:rPr sz="1200">
                <a:solidFill>
                  <a:srgbClr val="E8EEF1"/>
                </a:solidFill>
                <a:latin typeface="Courier New"/>
              </a:rPr>
              <a:t>.</a:t>
            </a:r>
            <a:r>
              <a:rPr sz="1200">
                <a:solidFill>
                  <a:srgbClr val="E8EEF1"/>
                </a:solidFill>
                <a:latin typeface="Courier New"/>
              </a:rPr>
              <a:t>invoke</a:t>
            </a:r>
            <a:r>
              <a:rPr sz="1200">
                <a:solidFill>
                  <a:srgbClr val="E8EEF1"/>
                </a:solidFill>
                <a:latin typeface="Courier New"/>
              </a:rPr>
              <a:t>(</a:t>
            </a:r>
            <a:r>
              <a:rPr sz="1200">
                <a:solidFill>
                  <a:srgbClr val="E8EEF1"/>
                </a:solidFill>
                <a:latin typeface="Courier New"/>
              </a:rPr>
              <a:t>{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citta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: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Bari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}</a:t>
            </a:r>
            <a:r>
              <a:rPr sz="1200">
                <a:solidFill>
                  <a:srgbClr val="E8EEF1"/>
                </a:solidFill>
                <a:latin typeface="Courier New"/>
              </a:rPr>
              <a:t>,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E8EEF1"/>
                </a:solidFill>
                <a:latin typeface="Courier New"/>
              </a:rPr>
              <a:t>{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B5D98B"/>
                </a:solidFill>
                <a:latin typeface="Courier New"/>
              </a:rPr>
              <a:t>recursion_limit</a:t>
            </a:r>
            <a:r>
              <a:rPr sz="1200">
                <a:solidFill>
                  <a:srgbClr val="B5D98B"/>
                </a:solidFill>
                <a:latin typeface="Courier New"/>
              </a:rPr>
              <a:t>"</a:t>
            </a:r>
            <a:r>
              <a:rPr sz="1200">
                <a:solidFill>
                  <a:srgbClr val="E8EEF1"/>
                </a:solidFill>
                <a:latin typeface="Courier New"/>
              </a:rPr>
              <a:t>:</a:t>
            </a:r>
            <a:r>
              <a:rPr sz="1200">
                <a:solidFill>
                  <a:srgbClr val="E8EEF1"/>
                </a:solidFill>
                <a:latin typeface="Courier New"/>
              </a:rPr>
              <a:t> </a:t>
            </a:r>
            <a:r>
              <a:rPr sz="1200">
                <a:solidFill>
                  <a:srgbClr val="F5C96A"/>
                </a:solidFill>
                <a:latin typeface="Courier New"/>
              </a:rPr>
              <a:t>25</a:t>
            </a:r>
            <a:r>
              <a:rPr sz="1200">
                <a:solidFill>
                  <a:srgbClr val="E8EEF1"/>
                </a:solidFill>
                <a:latin typeface="Courier New"/>
              </a:rPr>
              <a:t>}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  <a:r>
              <a:rPr sz="1200">
                <a:solidFill>
                  <a:srgbClr val="E8EEF1"/>
                </a:solidFill>
                <a:latin typeface="Courier New"/>
              </a:rPr>
              <a:t>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0" y="4864608"/>
            <a:ext cx="32918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b="0" sz="1000">
                <a:solidFill>
                  <a:srgbClr val="76777B"/>
                </a:solidFill>
                <a:latin typeface="Arial"/>
              </a:rPr>
              <a:t>Esempio: </a:t>
            </a:r>
            <a:r>
              <a:rPr b="1" sz="1000">
                <a:solidFill>
                  <a:srgbClr val="005A77"/>
                </a:solidFill>
                <a:latin typeface="Courier New"/>
              </a:rPr>
              <a:t>30_affidabilita.py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2.20 GESTIRE GLI ERRORI PER CATEGORIA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84</a:t>
            </a:fld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457200" y="1097280"/>
          <a:ext cx="8229600" cy="27432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194560"/>
                <a:gridCol w="2560320"/>
                <a:gridCol w="347472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</a:rPr>
                        <a:t>Tipo di errore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005A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</a:rPr>
                        <a:t>Esempio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005A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</a:rPr>
                        <a:t>Strategia in LangGraph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005A7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003548"/>
                          </a:solidFill>
                          <a:latin typeface="Arial"/>
                        </a:rPr>
                        <a:t>Transitorio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003548"/>
                          </a:solidFill>
                          <a:latin typeface="Arial"/>
                        </a:rPr>
                        <a:t>rete, servizio lento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DF6426"/>
                          </a:solidFill>
                          <a:latin typeface="Courier New"/>
                        </a:rPr>
                        <a:t>RetryPolicy</a:t>
                      </a:r>
                      <a:r>
                        <a:rPr b="0" sz="1200">
                          <a:solidFill>
                            <a:srgbClr val="003548"/>
                          </a:solidFill>
                          <a:latin typeface="Arial"/>
                        </a:rPr>
                        <a:t> sul nodo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003548"/>
                          </a:solidFill>
                          <a:latin typeface="Arial"/>
                        </a:rPr>
                        <a:t>Recuperabile dall'LLM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003548"/>
                          </a:solidFill>
                          <a:latin typeface="Arial"/>
                        </a:rPr>
                        <a:t>SQL errato, JSON non valido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003548"/>
                          </a:solidFill>
                          <a:latin typeface="Arial"/>
                        </a:rPr>
                        <a:t>errore nello state/ToolMessage + loop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003548"/>
                          </a:solidFill>
                          <a:latin typeface="Arial"/>
                        </a:rPr>
                        <a:t>Correggibile dall'utente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003548"/>
                          </a:solidFill>
                          <a:latin typeface="Arial"/>
                        </a:rPr>
                        <a:t>dato mancante o ambiguo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DF6426"/>
                          </a:solidFill>
                          <a:latin typeface="Courier New"/>
                        </a:rPr>
                        <a:t>interrupt()</a:t>
                      </a:r>
                      <a:r>
                        <a:rPr b="0" sz="1200">
                          <a:solidFill>
                            <a:srgbClr val="003548"/>
                          </a:solidFill>
                          <a:latin typeface="Arial"/>
                        </a:rPr>
                        <a:t> per chiedere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003548"/>
                          </a:solidFill>
                          <a:latin typeface="Arial"/>
                        </a:rPr>
                        <a:t>Tentativi esauriti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003548"/>
                          </a:solidFill>
                          <a:latin typeface="Arial"/>
                        </a:rPr>
                        <a:t>grader sempre negativo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003548"/>
                          </a:solidFill>
                          <a:latin typeface="Arial"/>
                        </a:rPr>
                        <a:t>ramo di fallback ("non lo so")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003548"/>
                          </a:solidFill>
                          <a:latin typeface="Arial"/>
                        </a:rPr>
                        <a:t>Imprevisto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003548"/>
                          </a:solidFill>
                          <a:latin typeface="Arial"/>
                        </a:rPr>
                        <a:t>bug nel codice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003548"/>
                          </a:solidFill>
                          <a:latin typeface="Arial"/>
                        </a:rPr>
                        <a:t>lasciarlo emergere e correggere</a:t>
                      </a:r>
                    </a:p>
                  </a:txBody>
                  <a:tcPr marL="54864" marR="54864" marT="27432" marB="27432">
                    <a:lnL w="9525">
                      <a:solidFill>
                        <a:srgbClr val="C9D8E0"/>
                      </a:solidFill>
                    </a:lnL>
                    <a:lnR w="9525">
                      <a:solidFill>
                        <a:srgbClr val="C9D8E0"/>
                      </a:solidFill>
                    </a:lnR>
                    <a:lnT w="9525">
                      <a:solidFill>
                        <a:srgbClr val="C9D8E0"/>
                      </a:solidFill>
                    </a:lnT>
                    <a:lnB w="9525">
                      <a:solidFill>
                        <a:srgbClr val="C9D8E0"/>
                      </a:solidFill>
                    </a:lnB>
                    <a:solidFill>
                      <a:srgbClr val="EEF4F7"/>
                    </a:solidFill>
                  </a:tcPr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100">
                <a:solidFill>
                  <a:srgbClr val="76777B"/>
                </a:solidFill>
                <a:latin typeface="Arial"/>
              </a:rPr>
              <a:t>Fonte: guida ufficiale "Thinking in LangGraph" – progettare prima i passi, poi lo state, poi i nodi, infine gli edges.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2.21 TESTARE UN GRAFO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85</a:t>
            </a:fld>
          </a:p>
        </p:txBody>
      </p:sp>
      <p:sp>
        <p:nvSpPr>
          <p:cNvPr id="34" name="Rounded Rectangle 33"/>
          <p:cNvSpPr/>
          <p:nvPr/>
        </p:nvSpPr>
        <p:spPr>
          <a:xfrm>
            <a:off x="457200" y="1051560"/>
            <a:ext cx="5394960" cy="2940176"/>
          </a:xfrm>
          <a:prstGeom prst="roundRect">
            <a:avLst>
              <a:gd name="adj" fmla="val 4000"/>
            </a:avLst>
          </a:prstGeom>
          <a:solidFill>
            <a:srgbClr val="0B2B38"/>
          </a:solidFill>
          <a:ln>
            <a:noFill/>
          </a:ln>
        </p:spPr>
        <p:txBody>
          <a:bodyPr rtlCol="0" anchor="t" wrap="square" lIns="128016" rIns="128016" tIns="91440" bIns="54864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28C4F"/>
                </a:solidFill>
                <a:latin typeface="Courier New"/>
              </a:rPr>
              <a:t>from</a:t>
            </a:r>
            <a:r>
              <a:rPr sz="1050">
                <a:solidFill>
                  <a:srgbClr val="E8EEF1"/>
                </a:solidFill>
                <a:latin typeface="Courier New"/>
              </a:rPr>
              <a:t> </a:t>
            </a:r>
            <a:r>
              <a:rPr sz="1050">
                <a:solidFill>
                  <a:srgbClr val="E8EEF1"/>
                </a:solidFill>
                <a:latin typeface="Courier New"/>
              </a:rPr>
              <a:t>langchain_core</a:t>
            </a:r>
            <a:r>
              <a:rPr sz="1050">
                <a:solidFill>
                  <a:srgbClr val="E8EEF1"/>
                </a:solidFill>
                <a:latin typeface="Courier New"/>
              </a:rPr>
              <a:t>.</a:t>
            </a:r>
            <a:r>
              <a:rPr sz="1050">
                <a:solidFill>
                  <a:srgbClr val="E8EEF1"/>
                </a:solidFill>
                <a:latin typeface="Courier New"/>
              </a:rPr>
              <a:t>language_models</a:t>
            </a:r>
            <a:r>
              <a:rPr sz="1050">
                <a:solidFill>
                  <a:srgbClr val="E8EEF1"/>
                </a:solidFill>
                <a:latin typeface="Courier New"/>
              </a:rPr>
              <a:t>.</a:t>
            </a:r>
            <a:r>
              <a:rPr sz="1050">
                <a:solidFill>
                  <a:srgbClr val="E8EEF1"/>
                </a:solidFill>
                <a:latin typeface="Courier New"/>
              </a:rPr>
              <a:t>fake_chat_models</a:t>
            </a:r>
            <a:r>
              <a:rPr sz="1050">
                <a:solidFill>
                  <a:srgbClr val="E8EEF1"/>
                </a:solidFill>
                <a:latin typeface="Courier New"/>
              </a:rPr>
              <a:t> </a:t>
            </a:r>
            <a:r>
              <a:rPr sz="1050" b="1">
                <a:solidFill>
                  <a:srgbClr val="F28C4F"/>
                </a:solidFill>
                <a:latin typeface="Courier New"/>
              </a:rPr>
              <a:t>import</a:t>
            </a:r>
            <a:r>
              <a:rPr sz="1050">
                <a:solidFill>
                  <a:srgbClr val="E8EEF1"/>
                </a:solidFill>
                <a:latin typeface="Courier New"/>
              </a:rPr>
              <a:t> </a:t>
            </a:r>
            <a:r>
              <a:rPr sz="1050">
                <a:solidFill>
                  <a:srgbClr val="E8EEF1"/>
                </a:solidFill>
                <a:latin typeface="Courier New"/>
              </a:rPr>
              <a:t>(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E8EEF1"/>
                </a:solidFill>
                <a:latin typeface="Courier New"/>
              </a:rPr>
              <a:t>    </a:t>
            </a:r>
            <a:r>
              <a:rPr sz="1050">
                <a:solidFill>
                  <a:srgbClr val="E8EEF1"/>
                </a:solidFill>
                <a:latin typeface="Courier New"/>
              </a:rPr>
              <a:t>GenericFakeChatModel</a:t>
            </a:r>
            <a:r>
              <a:rPr sz="105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28C4F"/>
                </a:solidFill>
                <a:latin typeface="Courier New"/>
              </a:rPr>
              <a:t>from</a:t>
            </a:r>
            <a:r>
              <a:rPr sz="1050">
                <a:solidFill>
                  <a:srgbClr val="E8EEF1"/>
                </a:solidFill>
                <a:latin typeface="Courier New"/>
              </a:rPr>
              <a:t> </a:t>
            </a:r>
            <a:r>
              <a:rPr sz="1050">
                <a:solidFill>
                  <a:srgbClr val="E8EEF1"/>
                </a:solidFill>
                <a:latin typeface="Courier New"/>
              </a:rPr>
              <a:t>langchain_core</a:t>
            </a:r>
            <a:r>
              <a:rPr sz="1050">
                <a:solidFill>
                  <a:srgbClr val="E8EEF1"/>
                </a:solidFill>
                <a:latin typeface="Courier New"/>
              </a:rPr>
              <a:t>.</a:t>
            </a:r>
            <a:r>
              <a:rPr sz="1050">
                <a:solidFill>
                  <a:srgbClr val="E8EEF1"/>
                </a:solidFill>
                <a:latin typeface="Courier New"/>
              </a:rPr>
              <a:t>messages</a:t>
            </a:r>
            <a:r>
              <a:rPr sz="1050">
                <a:solidFill>
                  <a:srgbClr val="E8EEF1"/>
                </a:solidFill>
                <a:latin typeface="Courier New"/>
              </a:rPr>
              <a:t> </a:t>
            </a:r>
            <a:r>
              <a:rPr sz="1050" b="1">
                <a:solidFill>
                  <a:srgbClr val="F28C4F"/>
                </a:solidFill>
                <a:latin typeface="Courier New"/>
              </a:rPr>
              <a:t>import</a:t>
            </a:r>
            <a:r>
              <a:rPr sz="1050">
                <a:solidFill>
                  <a:srgbClr val="E8EEF1"/>
                </a:solidFill>
                <a:latin typeface="Courier New"/>
              </a:rPr>
              <a:t> </a:t>
            </a:r>
            <a:r>
              <a:rPr sz="1050">
                <a:solidFill>
                  <a:srgbClr val="E8EEF1"/>
                </a:solidFill>
                <a:latin typeface="Courier New"/>
              </a:rPr>
              <a:t>AIMessage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28C4F"/>
                </a:solidFill>
                <a:latin typeface="Courier New"/>
              </a:rPr>
              <a:t>import</a:t>
            </a:r>
            <a:r>
              <a:rPr sz="1050">
                <a:solidFill>
                  <a:srgbClr val="E8EEF1"/>
                </a:solidFill>
                <a:latin typeface="Courier New"/>
              </a:rPr>
              <a:t> </a:t>
            </a:r>
            <a:r>
              <a:rPr sz="1050">
                <a:solidFill>
                  <a:srgbClr val="E8EEF1"/>
                </a:solidFill>
                <a:latin typeface="Courier New"/>
              </a:rPr>
              <a:t>chatbot</a:t>
            </a:r>
            <a:r>
              <a:rPr sz="1050">
                <a:solidFill>
                  <a:srgbClr val="E8EEF1"/>
                </a:solidFill>
                <a:latin typeface="Courier New"/>
              </a:rPr>
              <a:t>   </a:t>
            </a:r>
            <a:r>
              <a:rPr sz="1050">
                <a:solidFill>
                  <a:srgbClr val="8AA4B0"/>
                </a:solidFill>
                <a:latin typeface="Courier New"/>
              </a:rPr>
              <a:t># il vostro modulo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28C4F"/>
                </a:solidFill>
                <a:latin typeface="Courier New"/>
              </a:rPr>
              <a:t>def</a:t>
            </a:r>
            <a:r>
              <a:rPr sz="1050">
                <a:solidFill>
                  <a:srgbClr val="E8EEF1"/>
                </a:solidFill>
                <a:latin typeface="Courier New"/>
              </a:rPr>
              <a:t> </a:t>
            </a:r>
            <a:r>
              <a:rPr sz="1050">
                <a:solidFill>
                  <a:srgbClr val="7FCFF0"/>
                </a:solidFill>
                <a:latin typeface="Courier New"/>
              </a:rPr>
              <a:t>test_nodo_puro</a:t>
            </a:r>
            <a:r>
              <a:rPr sz="1050">
                <a:solidFill>
                  <a:srgbClr val="E8EEF1"/>
                </a:solidFill>
                <a:latin typeface="Courier New"/>
              </a:rPr>
              <a:t>(</a:t>
            </a:r>
            <a:r>
              <a:rPr sz="1050">
                <a:solidFill>
                  <a:srgbClr val="E8EEF1"/>
                </a:solidFill>
                <a:latin typeface="Courier New"/>
              </a:rPr>
              <a:t>)</a:t>
            </a:r>
            <a:r>
              <a:rPr sz="105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E8EEF1"/>
                </a:solidFill>
                <a:latin typeface="Courier New"/>
              </a:rPr>
              <a:t>    </a:t>
            </a:r>
            <a:r>
              <a:rPr sz="1050">
                <a:solidFill>
                  <a:srgbClr val="8AA4B0"/>
                </a:solidFill>
                <a:latin typeface="Courier New"/>
              </a:rPr>
              <a:t># un nodo è una funzione: si testa senza grafo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E8EEF1"/>
                </a:solidFill>
                <a:latin typeface="Courier New"/>
              </a:rPr>
              <a:t>    </a:t>
            </a:r>
            <a:r>
              <a:rPr sz="1050" b="1">
                <a:solidFill>
                  <a:srgbClr val="F28C4F"/>
                </a:solidFill>
                <a:latin typeface="Courier New"/>
              </a:rPr>
              <a:t>assert</a:t>
            </a:r>
            <a:r>
              <a:rPr sz="1050">
                <a:solidFill>
                  <a:srgbClr val="E8EEF1"/>
                </a:solidFill>
                <a:latin typeface="Courier New"/>
              </a:rPr>
              <a:t> </a:t>
            </a:r>
            <a:r>
              <a:rPr sz="1050">
                <a:solidFill>
                  <a:srgbClr val="E8EEF1"/>
                </a:solidFill>
                <a:latin typeface="Courier New"/>
              </a:rPr>
              <a:t>saluta</a:t>
            </a:r>
            <a:r>
              <a:rPr sz="1050">
                <a:solidFill>
                  <a:srgbClr val="E8EEF1"/>
                </a:solidFill>
                <a:latin typeface="Courier New"/>
              </a:rPr>
              <a:t>(</a:t>
            </a:r>
            <a:r>
              <a:rPr sz="1050">
                <a:solidFill>
                  <a:srgbClr val="E8EEF1"/>
                </a:solidFill>
                <a:latin typeface="Courier New"/>
              </a:rPr>
              <a:t>{</a:t>
            </a:r>
            <a:r>
              <a:rPr sz="1050">
                <a:solidFill>
                  <a:srgbClr val="B5D98B"/>
                </a:solidFill>
                <a:latin typeface="Courier New"/>
              </a:rPr>
              <a:t>"</a:t>
            </a:r>
            <a:r>
              <a:rPr sz="1050">
                <a:solidFill>
                  <a:srgbClr val="B5D98B"/>
                </a:solidFill>
                <a:latin typeface="Courier New"/>
              </a:rPr>
              <a:t>nome</a:t>
            </a:r>
            <a:r>
              <a:rPr sz="1050">
                <a:solidFill>
                  <a:srgbClr val="B5D98B"/>
                </a:solidFill>
                <a:latin typeface="Courier New"/>
              </a:rPr>
              <a:t>"</a:t>
            </a:r>
            <a:r>
              <a:rPr sz="1050">
                <a:solidFill>
                  <a:srgbClr val="E8EEF1"/>
                </a:solidFill>
                <a:latin typeface="Courier New"/>
              </a:rPr>
              <a:t>:</a:t>
            </a:r>
            <a:r>
              <a:rPr sz="1050">
                <a:solidFill>
                  <a:srgbClr val="E8EEF1"/>
                </a:solidFill>
                <a:latin typeface="Courier New"/>
              </a:rPr>
              <a:t> </a:t>
            </a:r>
            <a:r>
              <a:rPr sz="1050">
                <a:solidFill>
                  <a:srgbClr val="B5D98B"/>
                </a:solidFill>
                <a:latin typeface="Courier New"/>
              </a:rPr>
              <a:t>"</a:t>
            </a:r>
            <a:r>
              <a:rPr sz="1050">
                <a:solidFill>
                  <a:srgbClr val="B5D98B"/>
                </a:solidFill>
                <a:latin typeface="Courier New"/>
              </a:rPr>
              <a:t>Ada</a:t>
            </a:r>
            <a:r>
              <a:rPr sz="1050">
                <a:solidFill>
                  <a:srgbClr val="B5D98B"/>
                </a:solidFill>
                <a:latin typeface="Courier New"/>
              </a:rPr>
              <a:t>"</a:t>
            </a:r>
            <a:r>
              <a:rPr sz="1050">
                <a:solidFill>
                  <a:srgbClr val="E8EEF1"/>
                </a:solidFill>
                <a:latin typeface="Courier New"/>
              </a:rPr>
              <a:t>}</a:t>
            </a:r>
            <a:r>
              <a:rPr sz="1050">
                <a:solidFill>
                  <a:srgbClr val="E8EEF1"/>
                </a:solidFill>
                <a:latin typeface="Courier New"/>
              </a:rPr>
              <a:t>)</a:t>
            </a:r>
            <a:r>
              <a:rPr sz="1050">
                <a:solidFill>
                  <a:srgbClr val="E8EEF1"/>
                </a:solidFill>
                <a:latin typeface="Courier New"/>
              </a:rPr>
              <a:t> </a:t>
            </a:r>
            <a:r>
              <a:rPr sz="1050">
                <a:solidFill>
                  <a:srgbClr val="E8EEF1"/>
                </a:solidFill>
                <a:latin typeface="Courier New"/>
              </a:rPr>
              <a:t>==</a:t>
            </a:r>
            <a:r>
              <a:rPr sz="1050">
                <a:solidFill>
                  <a:srgbClr val="E8EEF1"/>
                </a:solidFill>
                <a:latin typeface="Courier New"/>
              </a:rPr>
              <a:t> </a:t>
            </a:r>
            <a:r>
              <a:rPr sz="1050">
                <a:solidFill>
                  <a:srgbClr val="E8EEF1"/>
                </a:solidFill>
                <a:latin typeface="Courier New"/>
              </a:rPr>
              <a:t>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E8EEF1"/>
                </a:solidFill>
                <a:latin typeface="Courier New"/>
              </a:rPr>
              <a:t>        </a:t>
            </a:r>
            <a:r>
              <a:rPr sz="1050">
                <a:solidFill>
                  <a:srgbClr val="B5D98B"/>
                </a:solidFill>
                <a:latin typeface="Courier New"/>
              </a:rPr>
              <a:t>"</a:t>
            </a:r>
            <a:r>
              <a:rPr sz="1050">
                <a:solidFill>
                  <a:srgbClr val="B5D98B"/>
                </a:solidFill>
                <a:latin typeface="Courier New"/>
              </a:rPr>
              <a:t>messaggio</a:t>
            </a:r>
            <a:r>
              <a:rPr sz="1050">
                <a:solidFill>
                  <a:srgbClr val="B5D98B"/>
                </a:solidFill>
                <a:latin typeface="Courier New"/>
              </a:rPr>
              <a:t>"</a:t>
            </a:r>
            <a:r>
              <a:rPr sz="1050">
                <a:solidFill>
                  <a:srgbClr val="E8EEF1"/>
                </a:solidFill>
                <a:latin typeface="Courier New"/>
              </a:rPr>
              <a:t>:</a:t>
            </a:r>
            <a:r>
              <a:rPr sz="1050">
                <a:solidFill>
                  <a:srgbClr val="E8EEF1"/>
                </a:solidFill>
                <a:latin typeface="Courier New"/>
              </a:rPr>
              <a:t> </a:t>
            </a:r>
            <a:r>
              <a:rPr sz="1050">
                <a:solidFill>
                  <a:srgbClr val="B5D98B"/>
                </a:solidFill>
                <a:latin typeface="Courier New"/>
              </a:rPr>
              <a:t>"</a:t>
            </a:r>
            <a:r>
              <a:rPr sz="1050">
                <a:solidFill>
                  <a:srgbClr val="B5D98B"/>
                </a:solidFill>
                <a:latin typeface="Courier New"/>
              </a:rPr>
              <a:t>Ciao Ada, benvenuto in LangGraph!</a:t>
            </a:r>
            <a:r>
              <a:rPr sz="1050">
                <a:solidFill>
                  <a:srgbClr val="B5D98B"/>
                </a:solidFill>
                <a:latin typeface="Courier New"/>
              </a:rPr>
              <a:t>"</a:t>
            </a:r>
            <a:r>
              <a:rPr sz="1050">
                <a:solidFill>
                  <a:srgbClr val="E8EEF1"/>
                </a:solidFill>
                <a:latin typeface="Courier New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28C4F"/>
                </a:solidFill>
                <a:latin typeface="Courier New"/>
              </a:rPr>
              <a:t>def</a:t>
            </a:r>
            <a:r>
              <a:rPr sz="1050">
                <a:solidFill>
                  <a:srgbClr val="E8EEF1"/>
                </a:solidFill>
                <a:latin typeface="Courier New"/>
              </a:rPr>
              <a:t> </a:t>
            </a:r>
            <a:r>
              <a:rPr sz="1050">
                <a:solidFill>
                  <a:srgbClr val="7FCFF0"/>
                </a:solidFill>
                <a:latin typeface="Courier New"/>
              </a:rPr>
              <a:t>test_grafo_senza_ollama</a:t>
            </a:r>
            <a:r>
              <a:rPr sz="1050">
                <a:solidFill>
                  <a:srgbClr val="E8EEF1"/>
                </a:solidFill>
                <a:latin typeface="Courier New"/>
              </a:rPr>
              <a:t>(</a:t>
            </a:r>
            <a:r>
              <a:rPr sz="1050">
                <a:solidFill>
                  <a:srgbClr val="E8EEF1"/>
                </a:solidFill>
                <a:latin typeface="Courier New"/>
              </a:rPr>
              <a:t>monkeypatch</a:t>
            </a:r>
            <a:r>
              <a:rPr sz="1050">
                <a:solidFill>
                  <a:srgbClr val="E8EEF1"/>
                </a:solidFill>
                <a:latin typeface="Courier New"/>
              </a:rPr>
              <a:t>)</a:t>
            </a:r>
            <a:r>
              <a:rPr sz="1050">
                <a:solidFill>
                  <a:srgbClr val="E8EEF1"/>
                </a:solidFill>
                <a:latin typeface="Courier New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E8EEF1"/>
                </a:solidFill>
                <a:latin typeface="Courier New"/>
              </a:rPr>
              <a:t>    </a:t>
            </a:r>
            <a:r>
              <a:rPr sz="1050">
                <a:solidFill>
                  <a:srgbClr val="E8EEF1"/>
                </a:solidFill>
                <a:latin typeface="Courier New"/>
              </a:rPr>
              <a:t>finto</a:t>
            </a:r>
            <a:r>
              <a:rPr sz="1050">
                <a:solidFill>
                  <a:srgbClr val="E8EEF1"/>
                </a:solidFill>
                <a:latin typeface="Courier New"/>
              </a:rPr>
              <a:t> </a:t>
            </a:r>
            <a:r>
              <a:rPr sz="1050">
                <a:solidFill>
                  <a:srgbClr val="E8EEF1"/>
                </a:solidFill>
                <a:latin typeface="Courier New"/>
              </a:rPr>
              <a:t>=</a:t>
            </a:r>
            <a:r>
              <a:rPr sz="1050">
                <a:solidFill>
                  <a:srgbClr val="E8EEF1"/>
                </a:solidFill>
                <a:latin typeface="Courier New"/>
              </a:rPr>
              <a:t> </a:t>
            </a:r>
            <a:r>
              <a:rPr sz="1050">
                <a:solidFill>
                  <a:srgbClr val="E8EEF1"/>
                </a:solidFill>
                <a:latin typeface="Courier New"/>
              </a:rPr>
              <a:t>GenericFakeChatModel</a:t>
            </a:r>
            <a:r>
              <a:rPr sz="1050">
                <a:solidFill>
                  <a:srgbClr val="E8EEF1"/>
                </a:solidFill>
                <a:latin typeface="Courier New"/>
              </a:rPr>
              <a:t>(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E8EEF1"/>
                </a:solidFill>
                <a:latin typeface="Courier New"/>
              </a:rPr>
              <a:t>        </a:t>
            </a:r>
            <a:r>
              <a:rPr sz="1050">
                <a:solidFill>
                  <a:srgbClr val="E8EEF1"/>
                </a:solidFill>
                <a:latin typeface="Courier New"/>
              </a:rPr>
              <a:t>messages</a:t>
            </a:r>
            <a:r>
              <a:rPr sz="1050">
                <a:solidFill>
                  <a:srgbClr val="E8EEF1"/>
                </a:solidFill>
                <a:latin typeface="Courier New"/>
              </a:rPr>
              <a:t>=</a:t>
            </a:r>
            <a:r>
              <a:rPr sz="1050">
                <a:solidFill>
                  <a:srgbClr val="7FCFF0"/>
                </a:solidFill>
                <a:latin typeface="Courier New"/>
              </a:rPr>
              <a:t>iter</a:t>
            </a:r>
            <a:r>
              <a:rPr sz="1050">
                <a:solidFill>
                  <a:srgbClr val="E8EEF1"/>
                </a:solidFill>
                <a:latin typeface="Courier New"/>
              </a:rPr>
              <a:t>(</a:t>
            </a:r>
            <a:r>
              <a:rPr sz="1050">
                <a:solidFill>
                  <a:srgbClr val="E8EEF1"/>
                </a:solidFill>
                <a:latin typeface="Courier New"/>
              </a:rPr>
              <a:t>[</a:t>
            </a:r>
            <a:r>
              <a:rPr sz="1050">
                <a:solidFill>
                  <a:srgbClr val="E8EEF1"/>
                </a:solidFill>
                <a:latin typeface="Courier New"/>
              </a:rPr>
              <a:t>AIMessage</a:t>
            </a:r>
            <a:r>
              <a:rPr sz="1050">
                <a:solidFill>
                  <a:srgbClr val="E8EEF1"/>
                </a:solidFill>
                <a:latin typeface="Courier New"/>
              </a:rPr>
              <a:t>(</a:t>
            </a:r>
            <a:r>
              <a:rPr sz="1050">
                <a:solidFill>
                  <a:srgbClr val="B5D98B"/>
                </a:solidFill>
                <a:latin typeface="Courier New"/>
              </a:rPr>
              <a:t>"</a:t>
            </a:r>
            <a:r>
              <a:rPr sz="1050">
                <a:solidFill>
                  <a:srgbClr val="B5D98B"/>
                </a:solidFill>
                <a:latin typeface="Courier New"/>
              </a:rPr>
              <a:t>risposta finta</a:t>
            </a:r>
            <a:r>
              <a:rPr sz="1050">
                <a:solidFill>
                  <a:srgbClr val="B5D98B"/>
                </a:solidFill>
                <a:latin typeface="Courier New"/>
              </a:rPr>
              <a:t>"</a:t>
            </a:r>
            <a:r>
              <a:rPr sz="1050">
                <a:solidFill>
                  <a:srgbClr val="E8EEF1"/>
                </a:solidFill>
                <a:latin typeface="Courier New"/>
              </a:rPr>
              <a:t>)</a:t>
            </a:r>
            <a:r>
              <a:rPr sz="1050">
                <a:solidFill>
                  <a:srgbClr val="E8EEF1"/>
                </a:solidFill>
                <a:latin typeface="Courier New"/>
              </a:rPr>
              <a:t>]</a:t>
            </a:r>
            <a:r>
              <a:rPr sz="1050">
                <a:solidFill>
                  <a:srgbClr val="E8EEF1"/>
                </a:solidFill>
                <a:latin typeface="Courier New"/>
              </a:rPr>
              <a:t>)</a:t>
            </a:r>
            <a:r>
              <a:rPr sz="105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E8EEF1"/>
                </a:solidFill>
                <a:latin typeface="Courier New"/>
              </a:rPr>
              <a:t>    </a:t>
            </a:r>
            <a:r>
              <a:rPr sz="1050">
                <a:solidFill>
                  <a:srgbClr val="E8EEF1"/>
                </a:solidFill>
                <a:latin typeface="Courier New"/>
              </a:rPr>
              <a:t>monkeypatch</a:t>
            </a:r>
            <a:r>
              <a:rPr sz="1050">
                <a:solidFill>
                  <a:srgbClr val="E8EEF1"/>
                </a:solidFill>
                <a:latin typeface="Courier New"/>
              </a:rPr>
              <a:t>.</a:t>
            </a:r>
            <a:r>
              <a:rPr sz="1050">
                <a:solidFill>
                  <a:srgbClr val="E8EEF1"/>
                </a:solidFill>
                <a:latin typeface="Courier New"/>
              </a:rPr>
              <a:t>setattr</a:t>
            </a:r>
            <a:r>
              <a:rPr sz="1050">
                <a:solidFill>
                  <a:srgbClr val="E8EEF1"/>
                </a:solidFill>
                <a:latin typeface="Courier New"/>
              </a:rPr>
              <a:t>(</a:t>
            </a:r>
            <a:r>
              <a:rPr sz="1050">
                <a:solidFill>
                  <a:srgbClr val="E8EEF1"/>
                </a:solidFill>
                <a:latin typeface="Courier New"/>
              </a:rPr>
              <a:t>chatbot</a:t>
            </a:r>
            <a:r>
              <a:rPr sz="1050">
                <a:solidFill>
                  <a:srgbClr val="E8EEF1"/>
                </a:solidFill>
                <a:latin typeface="Courier New"/>
              </a:rPr>
              <a:t>,</a:t>
            </a:r>
            <a:r>
              <a:rPr sz="1050">
                <a:solidFill>
                  <a:srgbClr val="E8EEF1"/>
                </a:solidFill>
                <a:latin typeface="Courier New"/>
              </a:rPr>
              <a:t> </a:t>
            </a:r>
            <a:r>
              <a:rPr sz="1050">
                <a:solidFill>
                  <a:srgbClr val="B5D98B"/>
                </a:solidFill>
                <a:latin typeface="Courier New"/>
              </a:rPr>
              <a:t>"</a:t>
            </a:r>
            <a:r>
              <a:rPr sz="1050">
                <a:solidFill>
                  <a:srgbClr val="B5D98B"/>
                </a:solidFill>
                <a:latin typeface="Courier New"/>
              </a:rPr>
              <a:t>llm</a:t>
            </a:r>
            <a:r>
              <a:rPr sz="1050">
                <a:solidFill>
                  <a:srgbClr val="B5D98B"/>
                </a:solidFill>
                <a:latin typeface="Courier New"/>
              </a:rPr>
              <a:t>"</a:t>
            </a:r>
            <a:r>
              <a:rPr sz="1050">
                <a:solidFill>
                  <a:srgbClr val="E8EEF1"/>
                </a:solidFill>
                <a:latin typeface="Courier New"/>
              </a:rPr>
              <a:t>,</a:t>
            </a:r>
            <a:r>
              <a:rPr sz="1050">
                <a:solidFill>
                  <a:srgbClr val="E8EEF1"/>
                </a:solidFill>
                <a:latin typeface="Courier New"/>
              </a:rPr>
              <a:t> </a:t>
            </a:r>
            <a:r>
              <a:rPr sz="1050">
                <a:solidFill>
                  <a:srgbClr val="E8EEF1"/>
                </a:solidFill>
                <a:latin typeface="Courier New"/>
              </a:rPr>
              <a:t>finto</a:t>
            </a:r>
            <a:r>
              <a:rPr sz="105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E8EEF1"/>
                </a:solidFill>
                <a:latin typeface="Courier New"/>
              </a:rPr>
              <a:t>    </a:t>
            </a:r>
            <a:r>
              <a:rPr sz="1050">
                <a:solidFill>
                  <a:srgbClr val="E8EEF1"/>
                </a:solidFill>
                <a:latin typeface="Courier New"/>
              </a:rPr>
              <a:t>out</a:t>
            </a:r>
            <a:r>
              <a:rPr sz="1050">
                <a:solidFill>
                  <a:srgbClr val="E8EEF1"/>
                </a:solidFill>
                <a:latin typeface="Courier New"/>
              </a:rPr>
              <a:t> </a:t>
            </a:r>
            <a:r>
              <a:rPr sz="1050">
                <a:solidFill>
                  <a:srgbClr val="E8EEF1"/>
                </a:solidFill>
                <a:latin typeface="Courier New"/>
              </a:rPr>
              <a:t>=</a:t>
            </a:r>
            <a:r>
              <a:rPr sz="1050">
                <a:solidFill>
                  <a:srgbClr val="E8EEF1"/>
                </a:solidFill>
                <a:latin typeface="Courier New"/>
              </a:rPr>
              <a:t> </a:t>
            </a:r>
            <a:r>
              <a:rPr sz="1050">
                <a:solidFill>
                  <a:srgbClr val="E8EEF1"/>
                </a:solidFill>
                <a:latin typeface="Courier New"/>
              </a:rPr>
              <a:t>chatbot</a:t>
            </a:r>
            <a:r>
              <a:rPr sz="1050">
                <a:solidFill>
                  <a:srgbClr val="E8EEF1"/>
                </a:solidFill>
                <a:latin typeface="Courier New"/>
              </a:rPr>
              <a:t>.</a:t>
            </a:r>
            <a:r>
              <a:rPr sz="1050">
                <a:solidFill>
                  <a:srgbClr val="E8EEF1"/>
                </a:solidFill>
                <a:latin typeface="Courier New"/>
              </a:rPr>
              <a:t>graph</a:t>
            </a:r>
            <a:r>
              <a:rPr sz="1050">
                <a:solidFill>
                  <a:srgbClr val="E8EEF1"/>
                </a:solidFill>
                <a:latin typeface="Courier New"/>
              </a:rPr>
              <a:t>.</a:t>
            </a:r>
            <a:r>
              <a:rPr sz="1050">
                <a:solidFill>
                  <a:srgbClr val="E8EEF1"/>
                </a:solidFill>
                <a:latin typeface="Courier New"/>
              </a:rPr>
              <a:t>invoke</a:t>
            </a:r>
            <a:r>
              <a:rPr sz="1050">
                <a:solidFill>
                  <a:srgbClr val="E8EEF1"/>
                </a:solidFill>
                <a:latin typeface="Courier New"/>
              </a:rPr>
              <a:t>(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E8EEF1"/>
                </a:solidFill>
                <a:latin typeface="Courier New"/>
              </a:rPr>
              <a:t>        </a:t>
            </a:r>
            <a:r>
              <a:rPr sz="1050">
                <a:solidFill>
                  <a:srgbClr val="E8EEF1"/>
                </a:solidFill>
                <a:latin typeface="Courier New"/>
              </a:rPr>
              <a:t>{</a:t>
            </a:r>
            <a:r>
              <a:rPr sz="1050">
                <a:solidFill>
                  <a:srgbClr val="B5D98B"/>
                </a:solidFill>
                <a:latin typeface="Courier New"/>
              </a:rPr>
              <a:t>"</a:t>
            </a:r>
            <a:r>
              <a:rPr sz="1050">
                <a:solidFill>
                  <a:srgbClr val="B5D98B"/>
                </a:solidFill>
                <a:latin typeface="Courier New"/>
              </a:rPr>
              <a:t>messages</a:t>
            </a:r>
            <a:r>
              <a:rPr sz="1050">
                <a:solidFill>
                  <a:srgbClr val="B5D98B"/>
                </a:solidFill>
                <a:latin typeface="Courier New"/>
              </a:rPr>
              <a:t>"</a:t>
            </a:r>
            <a:r>
              <a:rPr sz="1050">
                <a:solidFill>
                  <a:srgbClr val="E8EEF1"/>
                </a:solidFill>
                <a:latin typeface="Courier New"/>
              </a:rPr>
              <a:t>:</a:t>
            </a:r>
            <a:r>
              <a:rPr sz="1050">
                <a:solidFill>
                  <a:srgbClr val="E8EEF1"/>
                </a:solidFill>
                <a:latin typeface="Courier New"/>
              </a:rPr>
              <a:t> </a:t>
            </a:r>
            <a:r>
              <a:rPr sz="1050">
                <a:solidFill>
                  <a:srgbClr val="E8EEF1"/>
                </a:solidFill>
                <a:latin typeface="Courier New"/>
              </a:rPr>
              <a:t>[</a:t>
            </a:r>
            <a:r>
              <a:rPr sz="1050">
                <a:solidFill>
                  <a:srgbClr val="E8EEF1"/>
                </a:solidFill>
                <a:latin typeface="Courier New"/>
              </a:rPr>
              <a:t>(</a:t>
            </a:r>
            <a:r>
              <a:rPr sz="1050">
                <a:solidFill>
                  <a:srgbClr val="B5D98B"/>
                </a:solidFill>
                <a:latin typeface="Courier New"/>
              </a:rPr>
              <a:t>"</a:t>
            </a:r>
            <a:r>
              <a:rPr sz="1050">
                <a:solidFill>
                  <a:srgbClr val="B5D98B"/>
                </a:solidFill>
                <a:latin typeface="Courier New"/>
              </a:rPr>
              <a:t>user</a:t>
            </a:r>
            <a:r>
              <a:rPr sz="1050">
                <a:solidFill>
                  <a:srgbClr val="B5D98B"/>
                </a:solidFill>
                <a:latin typeface="Courier New"/>
              </a:rPr>
              <a:t>"</a:t>
            </a:r>
            <a:r>
              <a:rPr sz="1050">
                <a:solidFill>
                  <a:srgbClr val="E8EEF1"/>
                </a:solidFill>
                <a:latin typeface="Courier New"/>
              </a:rPr>
              <a:t>,</a:t>
            </a:r>
            <a:r>
              <a:rPr sz="1050">
                <a:solidFill>
                  <a:srgbClr val="E8EEF1"/>
                </a:solidFill>
                <a:latin typeface="Courier New"/>
              </a:rPr>
              <a:t> </a:t>
            </a:r>
            <a:r>
              <a:rPr sz="1050">
                <a:solidFill>
                  <a:srgbClr val="B5D98B"/>
                </a:solidFill>
                <a:latin typeface="Courier New"/>
              </a:rPr>
              <a:t>"</a:t>
            </a:r>
            <a:r>
              <a:rPr sz="1050">
                <a:solidFill>
                  <a:srgbClr val="B5D98B"/>
                </a:solidFill>
                <a:latin typeface="Courier New"/>
              </a:rPr>
              <a:t>ciao</a:t>
            </a:r>
            <a:r>
              <a:rPr sz="1050">
                <a:solidFill>
                  <a:srgbClr val="B5D98B"/>
                </a:solidFill>
                <a:latin typeface="Courier New"/>
              </a:rPr>
              <a:t>"</a:t>
            </a:r>
            <a:r>
              <a:rPr sz="1050">
                <a:solidFill>
                  <a:srgbClr val="E8EEF1"/>
                </a:solidFill>
                <a:latin typeface="Courier New"/>
              </a:rPr>
              <a:t>)</a:t>
            </a:r>
            <a:r>
              <a:rPr sz="1050">
                <a:solidFill>
                  <a:srgbClr val="E8EEF1"/>
                </a:solidFill>
                <a:latin typeface="Courier New"/>
              </a:rPr>
              <a:t>]</a:t>
            </a:r>
            <a:r>
              <a:rPr sz="1050">
                <a:solidFill>
                  <a:srgbClr val="E8EEF1"/>
                </a:solidFill>
                <a:latin typeface="Courier New"/>
              </a:rPr>
              <a:t>}</a:t>
            </a:r>
            <a:r>
              <a:rPr sz="1050">
                <a:solidFill>
                  <a:srgbClr val="E8EEF1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E8EEF1"/>
                </a:solidFill>
                <a:latin typeface="Courier New"/>
              </a:rPr>
              <a:t>    </a:t>
            </a:r>
            <a:r>
              <a:rPr sz="1050" b="1">
                <a:solidFill>
                  <a:srgbClr val="F28C4F"/>
                </a:solidFill>
                <a:latin typeface="Courier New"/>
              </a:rPr>
              <a:t>assert</a:t>
            </a:r>
            <a:r>
              <a:rPr sz="1050">
                <a:solidFill>
                  <a:srgbClr val="E8EEF1"/>
                </a:solidFill>
                <a:latin typeface="Courier New"/>
              </a:rPr>
              <a:t> </a:t>
            </a:r>
            <a:r>
              <a:rPr sz="1050">
                <a:solidFill>
                  <a:srgbClr val="E8EEF1"/>
                </a:solidFill>
                <a:latin typeface="Courier New"/>
              </a:rPr>
              <a:t>out</a:t>
            </a:r>
            <a:r>
              <a:rPr sz="1050">
                <a:solidFill>
                  <a:srgbClr val="E8EEF1"/>
                </a:solidFill>
                <a:latin typeface="Courier New"/>
              </a:rPr>
              <a:t>[</a:t>
            </a:r>
            <a:r>
              <a:rPr sz="1050">
                <a:solidFill>
                  <a:srgbClr val="B5D98B"/>
                </a:solidFill>
                <a:latin typeface="Courier New"/>
              </a:rPr>
              <a:t>"</a:t>
            </a:r>
            <a:r>
              <a:rPr sz="1050">
                <a:solidFill>
                  <a:srgbClr val="B5D98B"/>
                </a:solidFill>
                <a:latin typeface="Courier New"/>
              </a:rPr>
              <a:t>messages</a:t>
            </a:r>
            <a:r>
              <a:rPr sz="1050">
                <a:solidFill>
                  <a:srgbClr val="B5D98B"/>
                </a:solidFill>
                <a:latin typeface="Courier New"/>
              </a:rPr>
              <a:t>"</a:t>
            </a:r>
            <a:r>
              <a:rPr sz="1050">
                <a:solidFill>
                  <a:srgbClr val="E8EEF1"/>
                </a:solidFill>
                <a:latin typeface="Courier New"/>
              </a:rPr>
              <a:t>]</a:t>
            </a:r>
            <a:r>
              <a:rPr sz="1050">
                <a:solidFill>
                  <a:srgbClr val="E8EEF1"/>
                </a:solidFill>
                <a:latin typeface="Courier New"/>
              </a:rPr>
              <a:t>[</a:t>
            </a:r>
            <a:r>
              <a:rPr sz="1050">
                <a:solidFill>
                  <a:srgbClr val="E8EEF1"/>
                </a:solidFill>
                <a:latin typeface="Courier New"/>
              </a:rPr>
              <a:t>-</a:t>
            </a:r>
            <a:r>
              <a:rPr sz="1050">
                <a:solidFill>
                  <a:srgbClr val="F5C96A"/>
                </a:solidFill>
                <a:latin typeface="Courier New"/>
              </a:rPr>
              <a:t>1</a:t>
            </a:r>
            <a:r>
              <a:rPr sz="1050">
                <a:solidFill>
                  <a:srgbClr val="E8EEF1"/>
                </a:solidFill>
                <a:latin typeface="Courier New"/>
              </a:rPr>
              <a:t>]</a:t>
            </a:r>
            <a:r>
              <a:rPr sz="1050">
                <a:solidFill>
                  <a:srgbClr val="E8EEF1"/>
                </a:solidFill>
                <a:latin typeface="Courier New"/>
              </a:rPr>
              <a:t>.</a:t>
            </a:r>
            <a:r>
              <a:rPr sz="1050">
                <a:solidFill>
                  <a:srgbClr val="E8EEF1"/>
                </a:solidFill>
                <a:latin typeface="Courier New"/>
              </a:rPr>
              <a:t>content</a:t>
            </a:r>
            <a:r>
              <a:rPr sz="1050">
                <a:solidFill>
                  <a:srgbClr val="E8EEF1"/>
                </a:solidFill>
                <a:latin typeface="Courier New"/>
              </a:rPr>
              <a:t> </a:t>
            </a:r>
            <a:r>
              <a:rPr sz="1050">
                <a:solidFill>
                  <a:srgbClr val="E8EEF1"/>
                </a:solidFill>
                <a:latin typeface="Courier New"/>
              </a:rPr>
              <a:t>==</a:t>
            </a:r>
            <a:r>
              <a:rPr sz="1050">
                <a:solidFill>
                  <a:srgbClr val="E8EEF1"/>
                </a:solidFill>
                <a:latin typeface="Courier New"/>
              </a:rPr>
              <a:t> </a:t>
            </a:r>
            <a:r>
              <a:rPr sz="1050">
                <a:solidFill>
                  <a:srgbClr val="B5D98B"/>
                </a:solidFill>
                <a:latin typeface="Courier New"/>
              </a:rPr>
              <a:t>"</a:t>
            </a:r>
            <a:r>
              <a:rPr sz="1050">
                <a:solidFill>
                  <a:srgbClr val="B5D98B"/>
                </a:solidFill>
                <a:latin typeface="Courier New"/>
              </a:rPr>
              <a:t>risposta finta</a:t>
            </a:r>
            <a:r>
              <a:rPr sz="1050">
                <a:solidFill>
                  <a:srgbClr val="B5D98B"/>
                </a:solidFill>
                <a:latin typeface="Courier New"/>
              </a:rPr>
              <a:t>"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035040" y="1051560"/>
            <a:ext cx="2697480" cy="361188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144768" y="1124712"/>
            <a:ext cx="24780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400">
                <a:solidFill>
                  <a:srgbClr val="DF6426"/>
                </a:solidFill>
                <a:latin typeface="Arial"/>
              </a:rPr>
              <a:t>Strategia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44768" y="1508760"/>
            <a:ext cx="2478024" cy="3108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1" sz="1200">
                <a:solidFill>
                  <a:srgbClr val="003548"/>
                </a:solidFill>
                <a:latin typeface="Arial"/>
              </a:rPr>
              <a:t>Nodi puri</a:t>
            </a:r>
            <a:r>
              <a:rPr b="0" sz="1200">
                <a:solidFill>
                  <a:srgbClr val="003548"/>
                </a:solidFill>
                <a:latin typeface="Arial"/>
              </a:rPr>
              <a:t>: test unitari classici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1" sz="1200">
                <a:solidFill>
                  <a:srgbClr val="003548"/>
                </a:solidFill>
                <a:latin typeface="Arial"/>
              </a:rPr>
              <a:t>Grafo</a:t>
            </a:r>
            <a:r>
              <a:rPr b="0" sz="1200">
                <a:solidFill>
                  <a:srgbClr val="003548"/>
                </a:solidFill>
                <a:latin typeface="Arial"/>
              </a:rPr>
              <a:t>: LLM finto → si verifica il percorso, non il testo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1" sz="1200">
                <a:solidFill>
                  <a:srgbClr val="003548"/>
                </a:solidFill>
                <a:latin typeface="Arial"/>
              </a:rPr>
              <a:t>Router</a:t>
            </a:r>
            <a:r>
              <a:rPr b="0" sz="1200">
                <a:solidFill>
                  <a:srgbClr val="003548"/>
                </a:solidFill>
                <a:latin typeface="Arial"/>
              </a:rPr>
              <a:t>: dataset di 10–20 frasi con l'etichetta attesa → accuratezza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1" sz="1200">
                <a:solidFill>
                  <a:srgbClr val="DF6426"/>
                </a:solidFill>
                <a:latin typeface="Courier New"/>
              </a:rPr>
              <a:t>pytest</a:t>
            </a:r>
            <a:r>
              <a:rPr b="0" sz="1200">
                <a:solidFill>
                  <a:srgbClr val="003548"/>
                </a:solidFill>
                <a:latin typeface="Arial"/>
              </a:rPr>
              <a:t> e via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2.22 MODELLI LOCALI: CONSIGLI PRATICI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86</a:t>
            </a:fld>
          </a:p>
        </p:txBody>
      </p:sp>
      <p:sp>
        <p:nvSpPr>
          <p:cNvPr id="34" name="TextBox 33"/>
          <p:cNvSpPr txBox="1"/>
          <p:nvPr/>
        </p:nvSpPr>
        <p:spPr>
          <a:xfrm>
            <a:off x="457200" y="1051560"/>
            <a:ext cx="402336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DF6426"/>
                </a:solidFill>
                <a:latin typeface="Arial"/>
              </a:rPr>
              <a:t>temperature=0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1344168"/>
            <a:ext cx="4023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150">
                <a:solidFill>
                  <a:srgbClr val="003548"/>
                </a:solidFill>
                <a:latin typeface="Arial"/>
              </a:rPr>
              <a:t>per router, tool calling e output strutturati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0" y="1051560"/>
            <a:ext cx="402336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DF6426"/>
                </a:solidFill>
                <a:latin typeface="Arial"/>
              </a:rPr>
              <a:t>Pochi tool per agente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1344168"/>
            <a:ext cx="4023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150">
                <a:solidFill>
                  <a:srgbClr val="003548"/>
                </a:solidFill>
                <a:latin typeface="Arial"/>
              </a:rPr>
              <a:t>3–5 tool con nomi e docstring chiarissimi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1984248"/>
            <a:ext cx="402336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DF6426"/>
                </a:solidFill>
                <a:latin typeface="Arial"/>
              </a:rPr>
              <a:t>Prompt espliciti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2276856"/>
            <a:ext cx="4023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150">
                <a:solidFill>
                  <a:srgbClr val="003548"/>
                </a:solidFill>
                <a:latin typeface="Arial"/>
              </a:rPr>
              <a:t>"usa SEMPRE il tool X per…", esempi di input/output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63440" y="1984248"/>
            <a:ext cx="402336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DF6426"/>
                </a:solidFill>
                <a:latin typeface="Arial"/>
              </a:rPr>
              <a:t>Struttura &gt; autonomia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63440" y="2276856"/>
            <a:ext cx="4023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150">
                <a:solidFill>
                  <a:srgbClr val="003548"/>
                </a:solidFill>
                <a:latin typeface="Arial"/>
              </a:rPr>
              <a:t>più decisioni nel grafo, meno nell'LLM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2916936"/>
            <a:ext cx="402336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DF6426"/>
                </a:solidFill>
                <a:latin typeface="Arial"/>
              </a:rPr>
              <a:t>Validare tutto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3209544"/>
            <a:ext cx="4023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150">
                <a:solidFill>
                  <a:srgbClr val="003548"/>
                </a:solidFill>
                <a:latin typeface="Arial"/>
              </a:rPr>
              <a:t>Pydantic, controlli nel codice, fallback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63440" y="2916936"/>
            <a:ext cx="402336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DF6426"/>
                </a:solidFill>
                <a:latin typeface="Arial"/>
              </a:rPr>
              <a:t>Contesto corto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63440" y="3209544"/>
            <a:ext cx="4023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150">
                <a:solidFill>
                  <a:srgbClr val="DF6426"/>
                </a:solidFill>
                <a:latin typeface="Courier New"/>
              </a:rPr>
              <a:t>trim_messages</a:t>
            </a:r>
            <a:r>
              <a:rPr b="0" sz="1150">
                <a:solidFill>
                  <a:srgbClr val="003548"/>
                </a:solidFill>
                <a:latin typeface="Arial"/>
              </a:rPr>
              <a:t>, chunk piccoli, k basso nel retriever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3849624"/>
            <a:ext cx="402336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DF6426"/>
                </a:solidFill>
                <a:latin typeface="Arial"/>
              </a:rPr>
              <a:t>Thinking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4142232"/>
            <a:ext cx="4023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150">
                <a:solidFill>
                  <a:srgbClr val="003548"/>
                </a:solidFill>
                <a:latin typeface="Arial"/>
              </a:rPr>
              <a:t>i modelli con ragionamento sono più accurati ma più lenti: </a:t>
            </a:r>
            <a:r>
              <a:rPr b="1" sz="1150">
                <a:solidFill>
                  <a:srgbClr val="DF6426"/>
                </a:solidFill>
                <a:latin typeface="Courier New"/>
              </a:rPr>
              <a:t>ChatOllama(reasoning=False)</a:t>
            </a:r>
            <a:r>
              <a:rPr b="0" sz="1150">
                <a:solidFill>
                  <a:srgbClr val="003548"/>
                </a:solidFill>
                <a:latin typeface="Arial"/>
              </a:rPr>
              <a:t> lo disattiva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63440" y="3849624"/>
            <a:ext cx="402336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DF6426"/>
                </a:solidFill>
                <a:latin typeface="Arial"/>
              </a:rPr>
              <a:t>Cloud per i casi difficili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63440" y="4142232"/>
            <a:ext cx="4023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150">
                <a:solidFill>
                  <a:srgbClr val="003548"/>
                </a:solidFill>
                <a:latin typeface="Arial"/>
              </a:rPr>
              <a:t>stesso codice con un modello </a:t>
            </a:r>
            <a:r>
              <a:rPr b="1" sz="1150">
                <a:solidFill>
                  <a:srgbClr val="DF6426"/>
                </a:solidFill>
                <a:latin typeface="Courier New"/>
              </a:rPr>
              <a:t>:cloud</a:t>
            </a:r>
            <a:r>
              <a:rPr b="0" sz="1150">
                <a:solidFill>
                  <a:srgbClr val="003548"/>
                </a:solidFill>
                <a:latin typeface="Arial"/>
              </a:rPr>
              <a:t> se l'hardware non basta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ESERCITAZIONE 8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87</a:t>
            </a:fld>
          </a:p>
        </p:txBody>
      </p:sp>
      <p:sp>
        <p:nvSpPr>
          <p:cNvPr id="34" name="TextBox 33"/>
          <p:cNvSpPr txBox="1"/>
          <p:nvPr/>
        </p:nvSpPr>
        <p:spPr>
          <a:xfrm>
            <a:off x="457200" y="1005840"/>
            <a:ext cx="16459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600">
                <a:solidFill>
                  <a:srgbClr val="DF6426"/>
                </a:solidFill>
                <a:latin typeface="Arial"/>
              </a:rPr>
              <a:t>★★★★☆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1371600"/>
            <a:ext cx="2651760" cy="329184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566928" y="1444752"/>
            <a:ext cx="243230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400">
                <a:solidFill>
                  <a:srgbClr val="DF6426"/>
                </a:solidFill>
                <a:latin typeface="Arial"/>
              </a:rPr>
              <a:t>A. Map-reduce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1828800"/>
            <a:ext cx="2432304" cy="2788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200">
                <a:solidFill>
                  <a:srgbClr val="003548"/>
                </a:solidFill>
                <a:latin typeface="Arial"/>
              </a:rPr>
              <a:t>8 recensioni analizzate in parallelo con </a:t>
            </a:r>
            <a:r>
              <a:rPr b="1" sz="1200">
                <a:solidFill>
                  <a:srgbClr val="DF6426"/>
                </a:solidFill>
                <a:latin typeface="Courier New"/>
              </a:rPr>
              <a:t>Send</a:t>
            </a:r>
            <a:r>
              <a:rPr b="0" sz="1200">
                <a:solidFill>
                  <a:srgbClr val="003548"/>
                </a:solidFill>
                <a:latin typeface="Arial"/>
              </a:rPr>
              <a:t> e output strutturato; statistiche calcolate nel codice; sintesi finale dell'LLM.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246120" y="1371600"/>
            <a:ext cx="2651760" cy="3291840"/>
          </a:xfrm>
          <a:prstGeom prst="roundRect">
            <a:avLst>
              <a:gd name="adj" fmla="val 8000"/>
            </a:avLst>
          </a:prstGeom>
          <a:solidFill>
            <a:srgbClr val="FCEEE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3355848" y="1444752"/>
            <a:ext cx="243230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400">
                <a:solidFill>
                  <a:srgbClr val="DF6426"/>
                </a:solidFill>
                <a:latin typeface="Arial"/>
              </a:rPr>
              <a:t>B. RAG correttivo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55848" y="1828800"/>
            <a:ext cx="2432304" cy="2788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200">
                <a:solidFill>
                  <a:srgbClr val="003548"/>
                </a:solidFill>
                <a:latin typeface="Arial"/>
              </a:rPr>
              <a:t>Sul PDF del regolamento: recupera → valuta → riscrivi / genera / non so, con citazione della pagina.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035040" y="1371600"/>
            <a:ext cx="2651760" cy="329184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144768" y="1444752"/>
            <a:ext cx="243230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400">
                <a:solidFill>
                  <a:srgbClr val="DF6426"/>
                </a:solidFill>
                <a:latin typeface="Arial"/>
              </a:rPr>
              <a:t>C. Commesso SQLite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44768" y="1828800"/>
            <a:ext cx="2432304" cy="2788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sz="1200">
                <a:solidFill>
                  <a:srgbClr val="003548"/>
                </a:solidFill>
                <a:latin typeface="Arial"/>
              </a:rPr>
              <a:t>Agente con tool di ricerca prodotti, ordine transazionale con conferma </a:t>
            </a:r>
            <a:r>
              <a:rPr b="1" sz="1200">
                <a:solidFill>
                  <a:srgbClr val="DF6426"/>
                </a:solidFill>
                <a:latin typeface="Courier New"/>
              </a:rPr>
              <a:t>interrupt</a:t>
            </a:r>
            <a:r>
              <a:rPr b="0" sz="1200">
                <a:solidFill>
                  <a:srgbClr val="003548"/>
                </a:solidFill>
                <a:latin typeface="Arial"/>
              </a:rPr>
              <a:t> e ricevuta JSON.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RISORSE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88</a:t>
            </a:fld>
          </a:p>
        </p:txBody>
      </p:sp>
      <p:sp>
        <p:nvSpPr>
          <p:cNvPr id="34" name="TextBox 33"/>
          <p:cNvSpPr txBox="1"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300">
                <a:solidFill>
                  <a:srgbClr val="DF6426"/>
                </a:solidFill>
                <a:latin typeface="Arial"/>
              </a:rPr>
              <a:t>Documentazione ufficiale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300">
                <a:solidFill>
                  <a:srgbClr val="003548"/>
                </a:solidFill>
                <a:latin typeface="Arial"/>
              </a:rPr>
              <a:t>docs.langchain.com/oss/python/langgraph/overview – panoramica e quickstart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300">
                <a:solidFill>
                  <a:srgbClr val="003548"/>
                </a:solidFill>
                <a:latin typeface="Arial"/>
              </a:rPr>
              <a:t>…/langgraph/graph-api – State, nodi, edges, Send, Command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300">
                <a:solidFill>
                  <a:srgbClr val="003548"/>
                </a:solidFill>
                <a:latin typeface="Arial"/>
              </a:rPr>
              <a:t>…/langgraph/persistence, …/interrupts, …/streaming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300">
                <a:solidFill>
                  <a:srgbClr val="003548"/>
                </a:solidFill>
                <a:latin typeface="Arial"/>
              </a:rPr>
              <a:t>…/langgraph/workflows-agents – pattern di workflow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300">
                <a:solidFill>
                  <a:srgbClr val="003548"/>
                </a:solidFill>
                <a:latin typeface="Arial"/>
              </a:rPr>
              <a:t>…/langgraph/thinking-in-langgraph – metodo di progettazione</a:t>
            </a:r>
          </a:p>
          <a:p>
            <a:pPr algn="l">
              <a:spcAft>
                <a:spcPts val="400"/>
              </a:spcAft>
            </a:pPr>
            <a:r>
              <a:rPr b="1" sz="1300">
                <a:solidFill>
                  <a:srgbClr val="DF6426"/>
                </a:solidFill>
                <a:latin typeface="Arial"/>
              </a:rPr>
              <a:t>Modelli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300">
                <a:solidFill>
                  <a:srgbClr val="003548"/>
                </a:solidFill>
                <a:latin typeface="Arial"/>
              </a:rPr>
              <a:t>ollama.com/search?c=tools – modelli locali con tool calling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300">
                <a:solidFill>
                  <a:srgbClr val="003548"/>
                </a:solidFill>
                <a:latin typeface="Arial"/>
              </a:rPr>
              <a:t>docs.ollama.com/cloud – Ollama Cloud</a:t>
            </a:r>
          </a:p>
          <a:p>
            <a:pPr algn="l">
              <a:spcAft>
                <a:spcPts val="400"/>
              </a:spcAft>
            </a:pPr>
            <a:r>
              <a:rPr b="1" sz="1300">
                <a:solidFill>
                  <a:srgbClr val="DF6426"/>
                </a:solidFill>
                <a:latin typeface="Arial"/>
              </a:rPr>
              <a:t>Materiale del corso</a:t>
            </a:r>
          </a:p>
          <a:p>
            <a:pPr algn="l" marL="228600" indent="-228600">
              <a:spcAft>
                <a:spcPts val="400"/>
              </a:spcAft>
              <a:buClr>
                <a:srgbClr val="DF6426"/>
              </a:buClr>
              <a:buFont typeface="Arial"/>
              <a:buChar char="•"/>
            </a:pPr>
            <a:r>
              <a:rPr b="0" sz="1300">
                <a:solidFill>
                  <a:srgbClr val="003548"/>
                </a:solidFill>
                <a:latin typeface="Arial"/>
              </a:rPr>
              <a:t>cartella </a:t>
            </a:r>
            <a:r>
              <a:rPr b="1" sz="1300">
                <a:solidFill>
                  <a:srgbClr val="DF6426"/>
                </a:solidFill>
                <a:latin typeface="Courier New"/>
              </a:rPr>
              <a:t>Esempi_Corso/</a:t>
            </a:r>
            <a:r>
              <a:rPr b="0" sz="1300">
                <a:solidFill>
                  <a:srgbClr val="003548"/>
                </a:solidFill>
                <a:latin typeface="Arial"/>
              </a:rPr>
              <a:t> – tutti gli esempi delle slide, eseguibili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Fine</a:t>
            </a:r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431263" y="5215483"/>
            <a:ext cx="422681" cy="26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B6F15528-21DE-4FAA-801E-634DDDAF4B2B}" type="slidenum">
              <a:rPr lang="it-IT"/>
              <a:t>89</a:t>
            </a:fld>
          </a:p>
        </p:txBody>
      </p:sp>
      <p:sp>
        <p:nvSpPr>
          <p:cNvPr id="34" name="TextBox 33"/>
          <p:cNvSpPr txBox="1"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b="1" sz="3200">
                <a:solidFill>
                  <a:srgbClr val="DF6426"/>
                </a:solidFill>
                <a:latin typeface="Arial"/>
              </a:rPr>
              <a:t>GRAZIE PER L'ATTENZIONE</a:t>
            </a:r>
          </a:p>
        </p:txBody>
      </p:sp>
    </p:spTree>
  </p:cSld>
  <p:clrMapOvr>
    <a:masterClrMapping/>
  </p:clrMapOvr>
</p:sld>
</file>

<file path=ppt/slides/slide9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27"/>
          <p:cNvSpPr txBox="1">
            <a:spLocks noGrp="1"/>
          </p:cNvSpPr>
          <p:nvPr>
            <p:ph type="title"/>
          </p:nvPr>
        </p:nvSpPr>
        <p:spPr>
          <a:xfrm>
            <a:off x="3984625" y="3724276"/>
            <a:ext cx="4346576" cy="7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E"/>
              </a:buClr>
              <a:buSzPts val="2000"/>
              <a:buFont typeface="Arial"/>
              <a:buNone/>
            </a:pPr>
            <a:r>
              <a:rPr lang="it-IT"/>
              <a:t>Thank you!</a:t>
            </a:r>
            <a:endParaRPr/>
          </a:p>
        </p:txBody>
      </p:sp>
      <p:sp>
        <p:nvSpPr>
          <p:cNvPr id="541" name="Google Shape;541;p27"/>
          <p:cNvSpPr txBox="1"/>
          <p:nvPr/>
        </p:nvSpPr>
        <p:spPr>
          <a:xfrm>
            <a:off x="711377" y="3726548"/>
            <a:ext cx="4346576" cy="7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E"/>
              </a:buClr>
              <a:buSzPts val="1400"/>
              <a:buFont typeface="Arial"/>
              <a:buNone/>
            </a:pPr>
            <a:r>
              <a:rPr lang="it-IT" sz="1400" b="1">
                <a:solidFill>
                  <a:srgbClr val="FFFFFE"/>
                </a:solidFill>
                <a:latin typeface="Arial"/>
                <a:ea typeface="Arial"/>
                <a:cs typeface="Arial"/>
                <a:sym typeface="Arial"/>
              </a:rPr>
              <a:t>wwww.exprivia.it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ruttura personalizzata">
  <a:themeElements>
    <a:clrScheme name="Exprivia colori exe ">
      <a:dk1>
        <a:srgbClr val="771821"/>
      </a:dk1>
      <a:lt1>
        <a:srgbClr val="72B431"/>
      </a:lt1>
      <a:dk2>
        <a:srgbClr val="79215E"/>
      </a:dk2>
      <a:lt2>
        <a:srgbClr val="0070AE"/>
      </a:lt2>
      <a:accent1>
        <a:srgbClr val="7A7B7E"/>
      </a:accent1>
      <a:accent2>
        <a:srgbClr val="EEAD1A"/>
      </a:accent2>
      <a:accent3>
        <a:srgbClr val="A33736"/>
      </a:accent3>
      <a:accent4>
        <a:srgbClr val="AC2B81"/>
      </a:accent4>
      <a:accent5>
        <a:srgbClr val="DF6426"/>
      </a:accent5>
      <a:accent6>
        <a:srgbClr val="005A77"/>
      </a:accent6>
      <a:hlink>
        <a:srgbClr val="8F8F8F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3_Struttura personalizzata">
  <a:themeElements>
    <a:clrScheme name="Exprivia colori exe ">
      <a:dk1>
        <a:srgbClr val="771821"/>
      </a:dk1>
      <a:lt1>
        <a:srgbClr val="72B431"/>
      </a:lt1>
      <a:dk2>
        <a:srgbClr val="79215E"/>
      </a:dk2>
      <a:lt2>
        <a:srgbClr val="0070AE"/>
      </a:lt2>
      <a:accent1>
        <a:srgbClr val="7A7B7E"/>
      </a:accent1>
      <a:accent2>
        <a:srgbClr val="EEAD1A"/>
      </a:accent2>
      <a:accent3>
        <a:srgbClr val="A33736"/>
      </a:accent3>
      <a:accent4>
        <a:srgbClr val="AC2B81"/>
      </a:accent4>
      <a:accent5>
        <a:srgbClr val="DF6426"/>
      </a:accent5>
      <a:accent6>
        <a:srgbClr val="005A77"/>
      </a:accent6>
      <a:hlink>
        <a:srgbClr val="8F8F8F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Struttura personalizzata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Struttura personalizzata">
  <a:themeElements>
    <a:clrScheme name="Impostazioni personalizzate 1">
      <a:dk1>
        <a:srgbClr val="2FB2AB"/>
      </a:dk1>
      <a:lt1>
        <a:srgbClr val="72B431"/>
      </a:lt1>
      <a:dk2>
        <a:srgbClr val="79215E"/>
      </a:dk2>
      <a:lt2>
        <a:srgbClr val="0070AE"/>
      </a:lt2>
      <a:accent1>
        <a:srgbClr val="7A7B7E"/>
      </a:accent1>
      <a:accent2>
        <a:srgbClr val="EEAD1A"/>
      </a:accent2>
      <a:accent3>
        <a:srgbClr val="A33736"/>
      </a:accent3>
      <a:accent4>
        <a:srgbClr val="AC2B81"/>
      </a:accent4>
      <a:accent5>
        <a:srgbClr val="DF6426"/>
      </a:accent5>
      <a:accent6>
        <a:srgbClr val="005A77"/>
      </a:accent6>
      <a:hlink>
        <a:srgbClr val="8F8F8F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Struttura personalizzata">
  <a:themeElements>
    <a:clrScheme name="Exprivia colori exe ">
      <a:dk1>
        <a:srgbClr val="771821"/>
      </a:dk1>
      <a:lt1>
        <a:srgbClr val="72B431"/>
      </a:lt1>
      <a:dk2>
        <a:srgbClr val="79215E"/>
      </a:dk2>
      <a:lt2>
        <a:srgbClr val="0070AE"/>
      </a:lt2>
      <a:accent1>
        <a:srgbClr val="7A7B7E"/>
      </a:accent1>
      <a:accent2>
        <a:srgbClr val="EEAD1A"/>
      </a:accent2>
      <a:accent3>
        <a:srgbClr val="A33736"/>
      </a:accent3>
      <a:accent4>
        <a:srgbClr val="AC2B81"/>
      </a:accent4>
      <a:accent5>
        <a:srgbClr val="DF6426"/>
      </a:accent5>
      <a:accent6>
        <a:srgbClr val="005A77"/>
      </a:accent6>
      <a:hlink>
        <a:srgbClr val="8F8F8F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1_Тема Office">
  <a:themeElements>
    <a:clrScheme name="Impostazioni personalizzate 2">
      <a:dk1>
        <a:srgbClr val="2FB2AB"/>
      </a:dk1>
      <a:lt1>
        <a:srgbClr val="72B431"/>
      </a:lt1>
      <a:dk2>
        <a:srgbClr val="79215E"/>
      </a:dk2>
      <a:lt2>
        <a:srgbClr val="0070AE"/>
      </a:lt2>
      <a:accent1>
        <a:srgbClr val="7A7B7E"/>
      </a:accent1>
      <a:accent2>
        <a:srgbClr val="EEAD1A"/>
      </a:accent2>
      <a:accent3>
        <a:srgbClr val="A33736"/>
      </a:accent3>
      <a:accent4>
        <a:srgbClr val="AC2B81"/>
      </a:accent4>
      <a:accent5>
        <a:srgbClr val="DF6426"/>
      </a:accent5>
      <a:accent6>
        <a:srgbClr val="005A76"/>
      </a:accent6>
      <a:hlink>
        <a:srgbClr val="8F8F8F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Tema di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4280</TotalTime>
  <Words>5410</Words>
  <Application>Microsoft Office PowerPoint</Application>
  <PresentationFormat>Presentazione su schermo (16:10)</PresentationFormat>
  <Paragraphs>533</Paragraphs>
  <Slides>68</Slides>
  <Notes>20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6</vt:i4>
      </vt:variant>
      <vt:variant>
        <vt:lpstr>Titoli diapositive</vt:lpstr>
      </vt:variant>
      <vt:variant>
        <vt:i4>68</vt:i4>
      </vt:variant>
    </vt:vector>
  </HeadingPairs>
  <TitlesOfParts>
    <vt:vector size="78" baseType="lpstr">
      <vt:lpstr>Arial</vt:lpstr>
      <vt:lpstr>Calibri</vt:lpstr>
      <vt:lpstr>Courier New</vt:lpstr>
      <vt:lpstr>Noto Sans Symbols</vt:lpstr>
      <vt:lpstr>Struttura personalizzata</vt:lpstr>
      <vt:lpstr>3_Struttura personalizzata</vt:lpstr>
      <vt:lpstr>2_Struttura personalizzata</vt:lpstr>
      <vt:lpstr>1_Struttura personalizzata</vt:lpstr>
      <vt:lpstr>4_Struttura personalizzata</vt:lpstr>
      <vt:lpstr>1_Тема Office</vt:lpstr>
      <vt:lpstr>Applicazioni dell’Intelligenza Artificiale</vt:lpstr>
      <vt:lpstr>PROGRAMMA DEL CORSO</vt:lpstr>
      <vt:lpstr>NECESSARIO</vt:lpstr>
      <vt:lpstr>INSTALLAZIONE</vt:lpstr>
      <vt:lpstr>0. CONCETTI GENERALI</vt:lpstr>
      <vt:lpstr>0.1 COS'È UN EMBEDDING?</vt:lpstr>
      <vt:lpstr>0.1 UTILITA’ DI FARE EMBEDDING</vt:lpstr>
      <vt:lpstr>0.2 INTRODUZIONE AL RAG</vt:lpstr>
      <vt:lpstr>0.2 RAG: RETRIEVAL-AUGMENTED GENERATION</vt:lpstr>
      <vt:lpstr>0.2 RAG: RETRIEVAL-AUGMENTED GENERATION</vt:lpstr>
      <vt:lpstr>1. CONCETTI CORE</vt:lpstr>
      <vt:lpstr>1.1 CREWAI</vt:lpstr>
      <vt:lpstr>1.1 AI AGENTS</vt:lpstr>
      <vt:lpstr>1.1 AI AGENTS</vt:lpstr>
      <vt:lpstr>1.1.1 CREWAI AGENTS</vt:lpstr>
      <vt:lpstr>1.1.2 CONFIGURAZIONE CON YAML</vt:lpstr>
      <vt:lpstr>1.1.3 CONFIGURAZIONE NEL CODICE</vt:lpstr>
      <vt:lpstr>1.1.4 ESEGUIRE UN AGENT</vt:lpstr>
      <vt:lpstr>ESERCITAZIONE</vt:lpstr>
      <vt:lpstr>1.2 TASKS</vt:lpstr>
      <vt:lpstr>1.2 TASKS</vt:lpstr>
      <vt:lpstr>1.3 TOOLS</vt:lpstr>
      <vt:lpstr>1.3 TOOLS</vt:lpstr>
      <vt:lpstr>1.4 CREWS</vt:lpstr>
      <vt:lpstr>1.4.1 CREAZIONE DI UNA CREW</vt:lpstr>
      <vt:lpstr>ESERCITAZIONE</vt:lpstr>
      <vt:lpstr>ESERCITAZIONE</vt:lpstr>
      <vt:lpstr>ESERCITAZIONE 2</vt:lpstr>
      <vt:lpstr>APPROFONDIMENTO</vt:lpstr>
      <vt:lpstr>PROCESSES</vt:lpstr>
      <vt:lpstr>PROCESSES</vt:lpstr>
      <vt:lpstr>ESERCITAZIONE 3</vt:lpstr>
      <vt:lpstr>ESERCITAZIONE 4</vt:lpstr>
      <vt:lpstr>ESERCITAZIONE 5</vt:lpstr>
      <vt:lpstr>ESERCITAZIONE 6</vt:lpstr>
      <vt:lpstr>ESERCITAZIONE 7</vt:lpstr>
      <vt:lpstr>ESERCITAZIONE 8</vt:lpstr>
      <vt:lpstr>ESERCITAZIONE 9</vt:lpstr>
      <vt:lpstr>ESERCITAZIONE 10</vt:lpstr>
      <vt:lpstr>1.5 FLOWS</vt:lpstr>
      <vt:lpstr>1.5 FLOWS</vt:lpstr>
      <vt:lpstr>1.5 FLOWS</vt:lpstr>
      <vt:lpstr>APPROFONDIMENTO</vt:lpstr>
      <vt:lpstr>OUTPUT STRUTTURATI</vt:lpstr>
      <vt:lpstr>OUTPUT STRUTTURATI</vt:lpstr>
      <vt:lpstr>ESEMPIO PYDANTIC BASE MODEL</vt:lpstr>
      <vt:lpstr>1.5 FLOWS</vt:lpstr>
      <vt:lpstr>1.5 FLOWS</vt:lpstr>
      <vt:lpstr>1.5 FLOWS</vt:lpstr>
      <vt:lpstr>ESERCITAZIONE 1</vt:lpstr>
      <vt:lpstr>ESERCITAZIONE 2</vt:lpstr>
      <vt:lpstr>ESERCITAZIONE 3</vt:lpstr>
      <vt:lpstr>ESERCITAZIONE 4</vt:lpstr>
      <vt:lpstr>ESERCITAZIONE 5</vt:lpstr>
      <vt:lpstr>ESERCITAZIONE 6</vt:lpstr>
      <vt:lpstr>ESERCITAZIONE 6</vt:lpstr>
      <vt:lpstr>ESERCITAZIONE 6</vt:lpstr>
      <vt:lpstr>ESERCITAZIONE 6</vt:lpstr>
      <vt:lpstr>ESERCITAZIONE 7</vt:lpstr>
      <vt:lpstr>ESERCITAZIONE 7</vt:lpstr>
      <vt:lpstr>APPROFONDIMENTO</vt:lpstr>
      <vt:lpstr>TASKS CONDIZIONALI</vt:lpstr>
      <vt:lpstr>TASKS CONDIZIONALI</vt:lpstr>
      <vt:lpstr>KNOWLEDGE &amp; MEMORY</vt:lpstr>
      <vt:lpstr>KNOWLEDGE &amp; MEMORY</vt:lpstr>
      <vt:lpstr>KNOWLEDGE &amp; MEMORY</vt:lpstr>
      <vt:lpstr>Fine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 c</dc:creator>
  <cp:lastModifiedBy>Zecchillo Nicola</cp:lastModifiedBy>
  <cp:revision>29</cp:revision>
  <dcterms:created xsi:type="dcterms:W3CDTF">2016-07-21T07:22:42Z</dcterms:created>
  <dcterms:modified xsi:type="dcterms:W3CDTF">2026-01-12T13:40:32Z</dcterms:modified>
</cp:coreProperties>
</file>